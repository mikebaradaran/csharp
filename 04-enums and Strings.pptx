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6"/>
  </p:notesMasterIdLst>
  <p:handoutMasterIdLst>
    <p:handoutMasterId r:id="rId17"/>
  </p:handoutMasterIdLst>
  <p:sldIdLst>
    <p:sldId id="1560" r:id="rId5"/>
    <p:sldId id="1557" r:id="rId6"/>
    <p:sldId id="269" r:id="rId7"/>
    <p:sldId id="1559" r:id="rId8"/>
    <p:sldId id="1558" r:id="rId9"/>
    <p:sldId id="312" r:id="rId10"/>
    <p:sldId id="313" r:id="rId11"/>
    <p:sldId id="309" r:id="rId12"/>
    <p:sldId id="299" r:id="rId13"/>
    <p:sldId id="274" r:id="rId14"/>
    <p:sldId id="273" r:id="rId15"/>
  </p:sldIdLst>
  <p:sldSz cx="12192000" cy="6858000"/>
  <p:notesSz cx="9775825" cy="6645275"/>
  <p:custDataLst>
    <p:tags r:id="rId18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37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arrow, Joshua" initials="BJ" lastIdx="30" clrIdx="0">
    <p:extLst>
      <p:ext uri="{19B8F6BF-5375-455C-9EA6-DF929625EA0E}">
        <p15:presenceInfo xmlns:p15="http://schemas.microsoft.com/office/powerpoint/2012/main" userId="S-1-5-21-3476036342-1731177862-1559577602-51474" providerId="AD"/>
      </p:ext>
    </p:extLst>
  </p:cmAuthor>
  <p:cmAuthor id="2" name="Singh, Vaishali" initials="SV" lastIdx="7" clrIdx="1">
    <p:extLst>
      <p:ext uri="{19B8F6BF-5375-455C-9EA6-DF929625EA0E}">
        <p15:presenceInfo xmlns:p15="http://schemas.microsoft.com/office/powerpoint/2012/main" userId="S-1-5-21-3476036342-1731177862-1559577602-15527" providerId="AD"/>
      </p:ext>
    </p:extLst>
  </p:cmAuthor>
  <p:cmAuthor id="3" name="Sterne, Symon" initials="SS" lastIdx="71" clrIdx="2">
    <p:extLst>
      <p:ext uri="{19B8F6BF-5375-455C-9EA6-DF929625EA0E}">
        <p15:presenceInfo xmlns:p15="http://schemas.microsoft.com/office/powerpoint/2012/main" userId="S-1-5-21-3476036342-1731177862-1559577602-52816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050"/>
    <a:srgbClr val="7E007C"/>
    <a:srgbClr val="A9EEFF"/>
    <a:srgbClr val="BE7FBD"/>
    <a:srgbClr val="F7916D"/>
    <a:srgbClr val="FF004C"/>
    <a:srgbClr val="28CFF9"/>
    <a:srgbClr val="F3622C"/>
    <a:srgbClr val="000000"/>
    <a:srgbClr val="09EDB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374" autoAdjust="0"/>
    <p:restoredTop sz="89643" autoAdjust="0"/>
  </p:normalViewPr>
  <p:slideViewPr>
    <p:cSldViewPr snapToGrid="0" snapToObjects="1" showGuides="1">
      <p:cViewPr varScale="1">
        <p:scale>
          <a:sx n="81" d="100"/>
          <a:sy n="81" d="100"/>
        </p:scale>
        <p:origin x="114" y="540"/>
      </p:cViewPr>
      <p:guideLst>
        <p:guide pos="3840"/>
        <p:guide orient="horz" pos="377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 showGuides="1">
      <p:cViewPr varScale="1">
        <p:scale>
          <a:sx n="133" d="100"/>
          <a:sy n="133" d="100"/>
        </p:scale>
        <p:origin x="2016" y="8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gs" Target="tags/tag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36347" cy="33345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537144" y="0"/>
            <a:ext cx="4236347" cy="33345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D088FE-3E68-47FE-8BA4-634CD34BABBC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6311825"/>
            <a:ext cx="4236347" cy="3334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537144" y="6311825"/>
            <a:ext cx="4236347" cy="3334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B31C5D-0DE0-4486-9782-41885BE581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308254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4236191" cy="33341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537372" y="0"/>
            <a:ext cx="4236191" cy="33341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6B66C6-1E92-0F4E-A300-9D4ED1F0C23F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94013" y="830263"/>
            <a:ext cx="3987800" cy="22431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77583" y="3198039"/>
            <a:ext cx="7820660" cy="261657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6311859"/>
            <a:ext cx="4236191" cy="33341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537372" y="6311859"/>
            <a:ext cx="4236191" cy="33341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8901C6-1DA1-FB44-ABEE-06A0FEB7738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6747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BE1F5F-BEC2-48D5-A890-C07C79853E26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69319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32214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en-US" dirty="0"/>
              <a:t>Enumerated types are a convenient way of grouping related constants together in a single definition and should be used frequently. The Java framework defines quite a few.</a:t>
            </a:r>
          </a:p>
          <a:p>
            <a:r>
              <a:rPr lang="en-US" dirty="0"/>
              <a:t>When a new </a:t>
            </a:r>
            <a:r>
              <a:rPr lang="en-US" dirty="0" err="1"/>
              <a:t>enum</a:t>
            </a:r>
            <a:r>
              <a:rPr lang="en-US" dirty="0"/>
              <a:t> type is defined, a set of identifiers must be enclosed in braces to indicate the allowed values for this </a:t>
            </a:r>
            <a:r>
              <a:rPr lang="en-US" dirty="0" err="1"/>
              <a:t>enum</a:t>
            </a:r>
            <a:r>
              <a:rPr lang="en-US" dirty="0"/>
              <a:t> type. </a:t>
            </a:r>
          </a:p>
          <a:p>
            <a:r>
              <a:rPr lang="en-US" dirty="0"/>
              <a:t>Typically</a:t>
            </a:r>
            <a:r>
              <a:rPr lang="en-US" baseline="0" dirty="0"/>
              <a:t> processed via a Switch statement.</a:t>
            </a:r>
          </a:p>
          <a:p>
            <a:r>
              <a:rPr lang="en-US" baseline="0" dirty="0"/>
              <a:t>Java converts the </a:t>
            </a:r>
            <a:r>
              <a:rPr lang="en-US" baseline="0" dirty="0" err="1"/>
              <a:t>enum</a:t>
            </a:r>
            <a:r>
              <a:rPr lang="en-US" baseline="0" dirty="0"/>
              <a:t> into a class with a public static field in for each value in the </a:t>
            </a:r>
            <a:r>
              <a:rPr lang="en-US" baseline="0" dirty="0" err="1"/>
              <a:t>enum</a:t>
            </a:r>
            <a:r>
              <a:rPr lang="en-US" baseline="0" dirty="0"/>
              <a:t>.</a:t>
            </a:r>
          </a:p>
          <a:p>
            <a:r>
              <a:rPr lang="en-US" baseline="0" dirty="0"/>
              <a:t>So in the example above. </a:t>
            </a:r>
            <a:r>
              <a:rPr lang="en-US" baseline="0" dirty="0" err="1"/>
              <a:t>Status.ACTIVE</a:t>
            </a:r>
            <a:r>
              <a:rPr lang="en-US" baseline="0" dirty="0"/>
              <a:t> is actually a public static field of type Status as are the other entries in the </a:t>
            </a:r>
            <a:r>
              <a:rPr lang="en-US" baseline="0" dirty="0" err="1"/>
              <a:t>enum</a:t>
            </a:r>
            <a:r>
              <a:rPr lang="en-US" baseline="0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85518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00" name="Rectangle 4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5301" name="Rectangle 5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en-US" dirty="0"/>
              <a:t>Method substring is used to extract a portion of a string. Its parameters are ‘</a:t>
            </a:r>
            <a:r>
              <a:rPr lang="en-US" dirty="0" err="1"/>
              <a:t>beginIndex</a:t>
            </a:r>
            <a:r>
              <a:rPr lang="en-US" dirty="0"/>
              <a:t>’ (start position) and ‘</a:t>
            </a:r>
            <a:r>
              <a:rPr lang="en-US" dirty="0" err="1"/>
              <a:t>endIndex</a:t>
            </a:r>
            <a:r>
              <a:rPr lang="en-US" dirty="0"/>
              <a:t>’ , not start position and length which many will assume, especially if you come to Java from the database world.</a:t>
            </a:r>
          </a:p>
          <a:p>
            <a:r>
              <a:rPr lang="en-US" dirty="0"/>
              <a:t>The 1</a:t>
            </a:r>
            <a:r>
              <a:rPr lang="en-US" baseline="30000" dirty="0"/>
              <a:t>st</a:t>
            </a:r>
            <a:r>
              <a:rPr lang="en-US" dirty="0"/>
              <a:t> character of course is character 0.</a:t>
            </a:r>
            <a:br>
              <a:rPr lang="en-US" dirty="0"/>
            </a:br>
            <a:r>
              <a:rPr lang="en-US" dirty="0"/>
              <a:t>So you might think 2,4 means from</a:t>
            </a:r>
            <a:r>
              <a:rPr lang="en-US" baseline="0" dirty="0"/>
              <a:t> </a:t>
            </a:r>
            <a:r>
              <a:rPr lang="en-US" dirty="0"/>
              <a:t>characters 2 through 4 i.e. a 3 character String.</a:t>
            </a:r>
          </a:p>
          <a:p>
            <a:r>
              <a:rPr lang="en-US" dirty="0"/>
              <a:t>However although you might supply 2,4 what you get is from 2 ‘up to but not</a:t>
            </a:r>
            <a:r>
              <a:rPr lang="en-US" baseline="0" dirty="0"/>
              <a:t> including’ 4 </a:t>
            </a:r>
            <a:r>
              <a:rPr lang="en-US" baseline="0" dirty="0" err="1"/>
              <a:t>i.e</a:t>
            </a:r>
            <a:r>
              <a:rPr lang="en-US" baseline="0" dirty="0"/>
              <a:t> characters 2 &amp; 3.</a:t>
            </a:r>
            <a:br>
              <a:rPr lang="en-US" baseline="0" dirty="0"/>
            </a:br>
            <a:r>
              <a:rPr lang="en-US" baseline="0" dirty="0"/>
              <a:t>To begin with this is disconcerting and you suspect ‘out by 1 errors’ to crop up.</a:t>
            </a:r>
            <a:br>
              <a:rPr lang="en-US" baseline="0" dirty="0"/>
            </a:br>
            <a:r>
              <a:rPr lang="en-US" baseline="0" dirty="0"/>
              <a:t>Once you </a:t>
            </a:r>
            <a:r>
              <a:rPr lang="en-US" baseline="0" dirty="0" err="1"/>
              <a:t>realise</a:t>
            </a:r>
            <a:r>
              <a:rPr lang="en-US" baseline="0" dirty="0"/>
              <a:t> the design decision was "the numeric difference between the parameters is the number of characters you get, it makes it easy to read and write.</a:t>
            </a:r>
            <a:br>
              <a:rPr lang="en-US" baseline="0" dirty="0"/>
            </a:br>
            <a:r>
              <a:rPr lang="en-US" baseline="0" dirty="0"/>
              <a:t>e.g. </a:t>
            </a:r>
            <a:r>
              <a:rPr lang="en-US" baseline="0" dirty="0" err="1"/>
              <a:t>s.subString</a:t>
            </a:r>
            <a:r>
              <a:rPr lang="en-US" baseline="0" dirty="0"/>
              <a:t>(47,63);</a:t>
            </a:r>
          </a:p>
          <a:p>
            <a:r>
              <a:rPr lang="en-US" baseline="0" dirty="0"/>
              <a:t>63-47 = 16 so you get 16 characters, characters 47 thru 62.</a:t>
            </a:r>
            <a:br>
              <a:rPr lang="en-US" dirty="0"/>
            </a:br>
            <a:endParaRPr lang="en-US" baseline="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3000"/>
              </a:spcBef>
              <a:spcAft>
                <a:spcPct val="0"/>
              </a:spcAft>
              <a:buClrTx/>
              <a:buSzTx/>
              <a:buFontTx/>
              <a:buNone/>
              <a:tabLst>
                <a:tab pos="273050" algn="l"/>
                <a:tab pos="544513" algn="l"/>
                <a:tab pos="796925" algn="l"/>
                <a:tab pos="1069975" algn="l"/>
                <a:tab pos="1343025" algn="l"/>
                <a:tab pos="1614488" algn="l"/>
                <a:tab pos="1887538" algn="l"/>
                <a:tab pos="2159000" algn="l"/>
                <a:tab pos="2413000" algn="l"/>
                <a:tab pos="2684463" algn="l"/>
              </a:tabLst>
              <a:defRPr/>
            </a:pPr>
            <a:r>
              <a:rPr lang="en-US" baseline="0" dirty="0"/>
              <a:t>The 1</a:t>
            </a:r>
            <a:r>
              <a:rPr lang="en-US" baseline="30000" dirty="0"/>
              <a:t>st</a:t>
            </a:r>
            <a:r>
              <a:rPr lang="en-US" baseline="0" dirty="0"/>
              <a:t> code sample will display ‘</a:t>
            </a:r>
            <a:r>
              <a:rPr lang="en-US" baseline="0" dirty="0" err="1"/>
              <a:t>ed</a:t>
            </a:r>
            <a:r>
              <a:rPr lang="en-US" baseline="0" dirty="0"/>
              <a:t>’ and ‘Frederic’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3000"/>
              </a:spcBef>
              <a:spcAft>
                <a:spcPct val="0"/>
              </a:spcAft>
              <a:buClrTx/>
              <a:buSzTx/>
              <a:buFontTx/>
              <a:buNone/>
              <a:tabLst>
                <a:tab pos="273050" algn="l"/>
                <a:tab pos="544513" algn="l"/>
                <a:tab pos="796925" algn="l"/>
                <a:tab pos="1069975" algn="l"/>
                <a:tab pos="1343025" algn="l"/>
                <a:tab pos="1614488" algn="l"/>
                <a:tab pos="1887538" algn="l"/>
                <a:tab pos="2159000" algn="l"/>
                <a:tab pos="2413000" algn="l"/>
                <a:tab pos="2684463" algn="l"/>
              </a:tabLst>
              <a:defRPr/>
            </a:pPr>
            <a:r>
              <a:rPr lang="en-US" baseline="0" dirty="0"/>
              <a:t>The 2</a:t>
            </a:r>
            <a:r>
              <a:rPr lang="en-US" baseline="30000" dirty="0"/>
              <a:t>nd</a:t>
            </a:r>
            <a:r>
              <a:rPr lang="en-US" baseline="0" dirty="0"/>
              <a:t> code sample will display ‘Fred </a:t>
            </a:r>
            <a:r>
              <a:rPr lang="en-US" baseline="0" dirty="0" err="1"/>
              <a:t>Bloggs</a:t>
            </a:r>
            <a:r>
              <a:rPr lang="en-US" baseline="0" dirty="0"/>
              <a:t>    ’ because the trim() </a:t>
            </a:r>
            <a:r>
              <a:rPr lang="en-US" baseline="0" dirty="0" err="1"/>
              <a:t>toUpperCase</a:t>
            </a:r>
            <a:r>
              <a:rPr lang="en-US" baseline="0" dirty="0"/>
              <a:t>() and </a:t>
            </a:r>
            <a:r>
              <a:rPr lang="en-US" baseline="0" dirty="0" err="1"/>
              <a:t>toLowerCase</a:t>
            </a:r>
            <a:r>
              <a:rPr lang="en-US" baseline="0" dirty="0"/>
              <a:t>() calls all achieve nothing. These are not void methods.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82435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Just remember String is immutable, methods that appear to change one don’t.</a:t>
            </a:r>
          </a:p>
          <a:p>
            <a:r>
              <a:rPr lang="en-GB" dirty="0"/>
              <a:t>They take a copy, they change the copy, they return a reference to the changed copy leaving the original intact so any other reference to the original String does not see the change.</a:t>
            </a:r>
          </a:p>
        </p:txBody>
      </p:sp>
    </p:spTree>
    <p:extLst>
      <p:ext uri="{BB962C8B-B14F-4D97-AF65-F5344CB8AC3E}">
        <p14:creationId xmlns:p14="http://schemas.microsoft.com/office/powerpoint/2010/main" val="3996441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00" name="Rectangle 4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5301" name="Rectangle 5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en-US" dirty="0"/>
              <a:t>As strings just have to be immutable – a side effect of being a ref type that behaves largely like a value type a line of code that says </a:t>
            </a:r>
            <a:br>
              <a:rPr lang="en-US" dirty="0"/>
            </a:br>
            <a:r>
              <a:rPr lang="en-US" dirty="0"/>
              <a:t>s += "a"’; </a:t>
            </a:r>
            <a:br>
              <a:rPr lang="en-US" dirty="0"/>
            </a:br>
            <a:r>
              <a:rPr lang="en-US" dirty="0"/>
              <a:t>creates a new string each time it runs.</a:t>
            </a:r>
          </a:p>
          <a:p>
            <a:r>
              <a:rPr lang="en-US" dirty="0"/>
              <a:t>So if you have to build up a string using many statements</a:t>
            </a:r>
            <a:r>
              <a:rPr lang="en-US" baseline="0" dirty="0"/>
              <a:t> it is very inefficient to start with a string and keep creating new versions of it forcing all the old versions no longer referenced to be garbage collected. S</a:t>
            </a:r>
            <a:r>
              <a:rPr lang="en-US" dirty="0"/>
              <a:t>o the Java class libraries offer a class called </a:t>
            </a:r>
            <a:r>
              <a:rPr lang="en-US" dirty="0" err="1"/>
              <a:t>StringBuilder</a:t>
            </a:r>
            <a:r>
              <a:rPr lang="en-US" dirty="0"/>
              <a:t> which is a mutable string buffer with a hugely overloaded append methods plus insert(..) , replace(..) and </a:t>
            </a:r>
            <a:r>
              <a:rPr lang="en-US" dirty="0" err="1"/>
              <a:t>toString</a:t>
            </a:r>
            <a:r>
              <a:rPr lang="en-US" dirty="0"/>
              <a:t>().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240361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58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61454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017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4458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&amp;A/what's next">
    <p:bg>
      <p:bgPr>
        <a:solidFill>
          <a:srgbClr val="EDCD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7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600" b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grpSp>
        <p:nvGrpSpPr>
          <p:cNvPr id="9" name="Group 8"/>
          <p:cNvGrpSpPr/>
          <p:nvPr userDrawn="1"/>
        </p:nvGrpSpPr>
        <p:grpSpPr>
          <a:xfrm>
            <a:off x="0" y="3516594"/>
            <a:ext cx="6358189" cy="2396903"/>
            <a:chOff x="999763" y="4580698"/>
            <a:chExt cx="3632716" cy="1370734"/>
          </a:xfrm>
          <a:solidFill>
            <a:srgbClr val="004050"/>
          </a:solidFill>
        </p:grpSpPr>
        <p:sp>
          <p:nvSpPr>
            <p:cNvPr id="10" name="Rectangle 9"/>
            <p:cNvSpPr/>
            <p:nvPr userDrawn="1"/>
          </p:nvSpPr>
          <p:spPr>
            <a:xfrm>
              <a:off x="999763" y="5031740"/>
              <a:ext cx="1554386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tangle 10"/>
            <p:cNvSpPr/>
            <p:nvPr userDrawn="1"/>
          </p:nvSpPr>
          <p:spPr>
            <a:xfrm>
              <a:off x="999763" y="5373431"/>
              <a:ext cx="1554387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1C13B23-0164-1C4E-9E7A-3F1ECA7824F7}"/>
                </a:ext>
              </a:extLst>
            </p:cNvPr>
            <p:cNvGrpSpPr/>
            <p:nvPr userDrawn="1"/>
          </p:nvGrpSpPr>
          <p:grpSpPr>
            <a:xfrm>
              <a:off x="2227580" y="4580698"/>
              <a:ext cx="2404899" cy="1370734"/>
              <a:chOff x="7799133" y="1870745"/>
              <a:chExt cx="1010349" cy="584292"/>
            </a:xfrm>
            <a:grpFill/>
          </p:grpSpPr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2F450B4C-241D-A544-BBEF-175E01D6A139}"/>
                  </a:ext>
                </a:extLst>
              </p:cNvPr>
              <p:cNvSpPr/>
              <p:nvPr/>
            </p:nvSpPr>
            <p:spPr>
              <a:xfrm>
                <a:off x="7799260" y="1870745"/>
                <a:ext cx="749300" cy="247650"/>
              </a:xfrm>
              <a:custGeom>
                <a:avLst/>
                <a:gdLst>
                  <a:gd name="connsiteX0" fmla="*/ 749871 w 749300"/>
                  <a:gd name="connsiteY0" fmla="*/ 248186 h 247650"/>
                  <a:gd name="connsiteX1" fmla="*/ 0 w 749300"/>
                  <a:gd name="connsiteY1" fmla="*/ 248186 h 247650"/>
                  <a:gd name="connsiteX2" fmla="*/ 0 w 749300"/>
                  <a:gd name="connsiteY2" fmla="*/ 192497 h 247650"/>
                  <a:gd name="connsiteX3" fmla="*/ 603885 w 749300"/>
                  <a:gd name="connsiteY3" fmla="*/ 192497 h 247650"/>
                  <a:gd name="connsiteX4" fmla="*/ 457200 w 749300"/>
                  <a:gd name="connsiteY4" fmla="*/ 219 h 247650"/>
                  <a:gd name="connsiteX5" fmla="*/ 515239 w 749300"/>
                  <a:gd name="connsiteY5" fmla="*/ 219 h 247650"/>
                  <a:gd name="connsiteX6" fmla="*/ 535495 w 749300"/>
                  <a:gd name="connsiteY6" fmla="*/ 12347 h 247650"/>
                  <a:gd name="connsiteX7" fmla="*/ 600011 w 749300"/>
                  <a:gd name="connsiteY7" fmla="*/ 105057 h 247650"/>
                  <a:gd name="connsiteX8" fmla="*/ 744030 w 749300"/>
                  <a:gd name="connsiteY8" fmla="*/ 242090 h 247650"/>
                  <a:gd name="connsiteX9" fmla="*/ 749236 w 749300"/>
                  <a:gd name="connsiteY9" fmla="*/ 246535 h 247650"/>
                  <a:gd name="connsiteX10" fmla="*/ 749871 w 749300"/>
                  <a:gd name="connsiteY10" fmla="*/ 248186 h 247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49300" h="247650">
                    <a:moveTo>
                      <a:pt x="749871" y="248186"/>
                    </a:moveTo>
                    <a:lnTo>
                      <a:pt x="0" y="248186"/>
                    </a:lnTo>
                    <a:lnTo>
                      <a:pt x="0" y="192497"/>
                    </a:lnTo>
                    <a:lnTo>
                      <a:pt x="603885" y="192497"/>
                    </a:lnTo>
                    <a:cubicBezTo>
                      <a:pt x="546036" y="134140"/>
                      <a:pt x="492760" y="74768"/>
                      <a:pt x="457200" y="219"/>
                    </a:cubicBezTo>
                    <a:cubicBezTo>
                      <a:pt x="477583" y="219"/>
                      <a:pt x="496443" y="854"/>
                      <a:pt x="515239" y="219"/>
                    </a:cubicBezTo>
                    <a:cubicBezTo>
                      <a:pt x="524031" y="-1141"/>
                      <a:pt x="532543" y="3956"/>
                      <a:pt x="535495" y="12347"/>
                    </a:cubicBezTo>
                    <a:cubicBezTo>
                      <a:pt x="553057" y="45816"/>
                      <a:pt x="574730" y="76961"/>
                      <a:pt x="600011" y="105057"/>
                    </a:cubicBezTo>
                    <a:cubicBezTo>
                      <a:pt x="643639" y="155126"/>
                      <a:pt x="691855" y="201004"/>
                      <a:pt x="744030" y="242090"/>
                    </a:cubicBezTo>
                    <a:cubicBezTo>
                      <a:pt x="745808" y="243551"/>
                      <a:pt x="747585" y="245011"/>
                      <a:pt x="749236" y="246535"/>
                    </a:cubicBezTo>
                    <a:cubicBezTo>
                      <a:pt x="749554" y="246599"/>
                      <a:pt x="749554" y="247170"/>
                      <a:pt x="749871" y="248186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9B9C1B07-7BAD-DD4F-97E1-2FD89B2D1C40}"/>
                  </a:ext>
                </a:extLst>
              </p:cNvPr>
              <p:cNvSpPr/>
              <p:nvPr/>
            </p:nvSpPr>
            <p:spPr>
              <a:xfrm>
                <a:off x="7799133" y="2208657"/>
                <a:ext cx="749300" cy="241300"/>
              </a:xfrm>
              <a:custGeom>
                <a:avLst/>
                <a:gdLst>
                  <a:gd name="connsiteX0" fmla="*/ 601091 w 749300"/>
                  <a:gd name="connsiteY0" fmla="*/ 55689 h 241300"/>
                  <a:gd name="connsiteX1" fmla="*/ 0 w 749300"/>
                  <a:gd name="connsiteY1" fmla="*/ 55689 h 241300"/>
                  <a:gd name="connsiteX2" fmla="*/ 0 w 749300"/>
                  <a:gd name="connsiteY2" fmla="*/ 0 h 241300"/>
                  <a:gd name="connsiteX3" fmla="*/ 751269 w 749300"/>
                  <a:gd name="connsiteY3" fmla="*/ 0 h 241300"/>
                  <a:gd name="connsiteX4" fmla="*/ 720598 w 749300"/>
                  <a:gd name="connsiteY4" fmla="*/ 25845 h 241300"/>
                  <a:gd name="connsiteX5" fmla="*/ 586550 w 749300"/>
                  <a:gd name="connsiteY5" fmla="*/ 159893 h 241300"/>
                  <a:gd name="connsiteX6" fmla="*/ 531813 w 749300"/>
                  <a:gd name="connsiteY6" fmla="*/ 241871 h 241300"/>
                  <a:gd name="connsiteX7" fmla="*/ 524701 w 749300"/>
                  <a:gd name="connsiteY7" fmla="*/ 246824 h 241300"/>
                  <a:gd name="connsiteX8" fmla="*/ 461835 w 749300"/>
                  <a:gd name="connsiteY8" fmla="*/ 246824 h 241300"/>
                  <a:gd name="connsiteX9" fmla="*/ 458216 w 749300"/>
                  <a:gd name="connsiteY9" fmla="*/ 246317 h 241300"/>
                  <a:gd name="connsiteX10" fmla="*/ 522478 w 749300"/>
                  <a:gd name="connsiteY10" fmla="*/ 144717 h 241300"/>
                  <a:gd name="connsiteX11" fmla="*/ 601091 w 749300"/>
                  <a:gd name="connsiteY11" fmla="*/ 55689 h 241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49300" h="241300">
                    <a:moveTo>
                      <a:pt x="601091" y="55689"/>
                    </a:moveTo>
                    <a:lnTo>
                      <a:pt x="0" y="55689"/>
                    </a:lnTo>
                    <a:lnTo>
                      <a:pt x="0" y="0"/>
                    </a:lnTo>
                    <a:lnTo>
                      <a:pt x="751269" y="0"/>
                    </a:lnTo>
                    <a:cubicBezTo>
                      <a:pt x="740220" y="9335"/>
                      <a:pt x="730377" y="17526"/>
                      <a:pt x="720598" y="25845"/>
                    </a:cubicBezTo>
                    <a:cubicBezTo>
                      <a:pt x="672008" y="66441"/>
                      <a:pt x="627146" y="111303"/>
                      <a:pt x="586550" y="159893"/>
                    </a:cubicBezTo>
                    <a:cubicBezTo>
                      <a:pt x="565442" y="185196"/>
                      <a:pt x="547093" y="212678"/>
                      <a:pt x="531813" y="241871"/>
                    </a:cubicBezTo>
                    <a:cubicBezTo>
                      <a:pt x="530328" y="244527"/>
                      <a:pt x="527706" y="246353"/>
                      <a:pt x="524701" y="246824"/>
                    </a:cubicBezTo>
                    <a:cubicBezTo>
                      <a:pt x="503746" y="247205"/>
                      <a:pt x="482791" y="246824"/>
                      <a:pt x="461835" y="246824"/>
                    </a:cubicBezTo>
                    <a:cubicBezTo>
                      <a:pt x="460621" y="246721"/>
                      <a:pt x="459412" y="246551"/>
                      <a:pt x="458216" y="246317"/>
                    </a:cubicBezTo>
                    <a:cubicBezTo>
                      <a:pt x="475005" y="209733"/>
                      <a:pt x="496619" y="175563"/>
                      <a:pt x="522478" y="144717"/>
                    </a:cubicBezTo>
                    <a:cubicBezTo>
                      <a:pt x="547751" y="114554"/>
                      <a:pt x="574802" y="85471"/>
                      <a:pt x="601091" y="55689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17BA7C41-EA1C-2F4D-90C7-EC472AB85B8A}"/>
                  </a:ext>
                </a:extLst>
              </p:cNvPr>
              <p:cNvSpPr/>
              <p:nvPr userDrawn="1"/>
            </p:nvSpPr>
            <p:spPr>
              <a:xfrm>
                <a:off x="8428482" y="1870837"/>
                <a:ext cx="381000" cy="584200"/>
              </a:xfrm>
              <a:custGeom>
                <a:avLst/>
                <a:gdLst>
                  <a:gd name="connsiteX0" fmla="*/ 275717 w 381000"/>
                  <a:gd name="connsiteY0" fmla="*/ 292862 h 584200"/>
                  <a:gd name="connsiteX1" fmla="*/ 0 w 381000"/>
                  <a:gd name="connsiteY1" fmla="*/ 762 h 584200"/>
                  <a:gd name="connsiteX2" fmla="*/ 5779 w 381000"/>
                  <a:gd name="connsiteY2" fmla="*/ 0 h 584200"/>
                  <a:gd name="connsiteX3" fmla="*/ 65532 w 381000"/>
                  <a:gd name="connsiteY3" fmla="*/ 0 h 584200"/>
                  <a:gd name="connsiteX4" fmla="*/ 73089 w 381000"/>
                  <a:gd name="connsiteY4" fmla="*/ 4191 h 584200"/>
                  <a:gd name="connsiteX5" fmla="*/ 202629 w 381000"/>
                  <a:gd name="connsiteY5" fmla="*/ 164973 h 584200"/>
                  <a:gd name="connsiteX6" fmla="*/ 377889 w 381000"/>
                  <a:gd name="connsiteY6" fmla="*/ 290449 h 584200"/>
                  <a:gd name="connsiteX7" fmla="*/ 381318 w 381000"/>
                  <a:gd name="connsiteY7" fmla="*/ 292481 h 584200"/>
                  <a:gd name="connsiteX8" fmla="*/ 340043 w 381000"/>
                  <a:gd name="connsiteY8" fmla="*/ 317881 h 584200"/>
                  <a:gd name="connsiteX9" fmla="*/ 126238 w 381000"/>
                  <a:gd name="connsiteY9" fmla="*/ 500698 h 584200"/>
                  <a:gd name="connsiteX10" fmla="*/ 74358 w 381000"/>
                  <a:gd name="connsiteY10" fmla="*/ 579120 h 584200"/>
                  <a:gd name="connsiteX11" fmla="*/ 65024 w 381000"/>
                  <a:gd name="connsiteY11" fmla="*/ 584708 h 584200"/>
                  <a:gd name="connsiteX12" fmla="*/ 0 w 381000"/>
                  <a:gd name="connsiteY12" fmla="*/ 584708 h 584200"/>
                  <a:gd name="connsiteX13" fmla="*/ 275717 w 381000"/>
                  <a:gd name="connsiteY13" fmla="*/ 292862 h 584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81000" h="584200">
                    <a:moveTo>
                      <a:pt x="275717" y="292862"/>
                    </a:moveTo>
                    <a:cubicBezTo>
                      <a:pt x="157290" y="220155"/>
                      <a:pt x="68517" y="120840"/>
                      <a:pt x="0" y="762"/>
                    </a:cubicBezTo>
                    <a:cubicBezTo>
                      <a:pt x="1912" y="408"/>
                      <a:pt x="3840" y="154"/>
                      <a:pt x="5779" y="0"/>
                    </a:cubicBezTo>
                    <a:cubicBezTo>
                      <a:pt x="25654" y="0"/>
                      <a:pt x="45593" y="0"/>
                      <a:pt x="65532" y="0"/>
                    </a:cubicBezTo>
                    <a:cubicBezTo>
                      <a:pt x="68552" y="194"/>
                      <a:pt x="71325" y="1732"/>
                      <a:pt x="73089" y="4191"/>
                    </a:cubicBezTo>
                    <a:cubicBezTo>
                      <a:pt x="105855" y="66230"/>
                      <a:pt x="150940" y="118491"/>
                      <a:pt x="202629" y="164973"/>
                    </a:cubicBezTo>
                    <a:cubicBezTo>
                      <a:pt x="256618" y="212664"/>
                      <a:pt x="315344" y="254708"/>
                      <a:pt x="377889" y="290449"/>
                    </a:cubicBezTo>
                    <a:lnTo>
                      <a:pt x="381318" y="292481"/>
                    </a:lnTo>
                    <a:cubicBezTo>
                      <a:pt x="367221" y="301180"/>
                      <a:pt x="353568" y="309372"/>
                      <a:pt x="340043" y="317881"/>
                    </a:cubicBezTo>
                    <a:cubicBezTo>
                      <a:pt x="260224" y="368681"/>
                      <a:pt x="186246" y="426593"/>
                      <a:pt x="126238" y="500698"/>
                    </a:cubicBezTo>
                    <a:cubicBezTo>
                      <a:pt x="106331" y="525012"/>
                      <a:pt x="88949" y="551288"/>
                      <a:pt x="74358" y="579120"/>
                    </a:cubicBezTo>
                    <a:cubicBezTo>
                      <a:pt x="72939" y="582938"/>
                      <a:pt x="69060" y="585261"/>
                      <a:pt x="65024" y="584708"/>
                    </a:cubicBezTo>
                    <a:cubicBezTo>
                      <a:pt x="43879" y="584391"/>
                      <a:pt x="22733" y="584708"/>
                      <a:pt x="0" y="584708"/>
                    </a:cubicBezTo>
                    <a:cubicBezTo>
                      <a:pt x="68517" y="464693"/>
                      <a:pt x="157862" y="365951"/>
                      <a:pt x="275717" y="292862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359202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2212809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Q&amp;A/what's next">
    <p:bg>
      <p:bgPr>
        <a:solidFill>
          <a:srgbClr val="7E007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 contras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7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600" b="0">
                <a:solidFill>
                  <a:schemeClr val="bg1"/>
                </a:solidFill>
              </a:defRPr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grpSp>
        <p:nvGrpSpPr>
          <p:cNvPr id="9" name="Group 8"/>
          <p:cNvGrpSpPr/>
          <p:nvPr userDrawn="1"/>
        </p:nvGrpSpPr>
        <p:grpSpPr>
          <a:xfrm>
            <a:off x="0" y="3516594"/>
            <a:ext cx="6358189" cy="2396903"/>
            <a:chOff x="999763" y="4580698"/>
            <a:chExt cx="3632716" cy="1370734"/>
          </a:xfrm>
          <a:solidFill>
            <a:srgbClr val="FF004C"/>
          </a:solidFill>
        </p:grpSpPr>
        <p:sp>
          <p:nvSpPr>
            <p:cNvPr id="10" name="Rectangle 9"/>
            <p:cNvSpPr/>
            <p:nvPr userDrawn="1"/>
          </p:nvSpPr>
          <p:spPr>
            <a:xfrm>
              <a:off x="999763" y="5031740"/>
              <a:ext cx="1554386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tangle 10"/>
            <p:cNvSpPr/>
            <p:nvPr userDrawn="1"/>
          </p:nvSpPr>
          <p:spPr>
            <a:xfrm>
              <a:off x="999763" y="5373431"/>
              <a:ext cx="1554387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1C13B23-0164-1C4E-9E7A-3F1ECA7824F7}"/>
                </a:ext>
              </a:extLst>
            </p:cNvPr>
            <p:cNvGrpSpPr/>
            <p:nvPr userDrawn="1"/>
          </p:nvGrpSpPr>
          <p:grpSpPr>
            <a:xfrm>
              <a:off x="2227580" y="4580698"/>
              <a:ext cx="2404899" cy="1370734"/>
              <a:chOff x="7799133" y="1870745"/>
              <a:chExt cx="1010349" cy="584292"/>
            </a:xfrm>
            <a:grpFill/>
          </p:grpSpPr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2F450B4C-241D-A544-BBEF-175E01D6A139}"/>
                  </a:ext>
                </a:extLst>
              </p:cNvPr>
              <p:cNvSpPr/>
              <p:nvPr/>
            </p:nvSpPr>
            <p:spPr>
              <a:xfrm>
                <a:off x="7799260" y="1870745"/>
                <a:ext cx="749300" cy="247650"/>
              </a:xfrm>
              <a:custGeom>
                <a:avLst/>
                <a:gdLst>
                  <a:gd name="connsiteX0" fmla="*/ 749871 w 749300"/>
                  <a:gd name="connsiteY0" fmla="*/ 248186 h 247650"/>
                  <a:gd name="connsiteX1" fmla="*/ 0 w 749300"/>
                  <a:gd name="connsiteY1" fmla="*/ 248186 h 247650"/>
                  <a:gd name="connsiteX2" fmla="*/ 0 w 749300"/>
                  <a:gd name="connsiteY2" fmla="*/ 192497 h 247650"/>
                  <a:gd name="connsiteX3" fmla="*/ 603885 w 749300"/>
                  <a:gd name="connsiteY3" fmla="*/ 192497 h 247650"/>
                  <a:gd name="connsiteX4" fmla="*/ 457200 w 749300"/>
                  <a:gd name="connsiteY4" fmla="*/ 219 h 247650"/>
                  <a:gd name="connsiteX5" fmla="*/ 515239 w 749300"/>
                  <a:gd name="connsiteY5" fmla="*/ 219 h 247650"/>
                  <a:gd name="connsiteX6" fmla="*/ 535495 w 749300"/>
                  <a:gd name="connsiteY6" fmla="*/ 12347 h 247650"/>
                  <a:gd name="connsiteX7" fmla="*/ 600011 w 749300"/>
                  <a:gd name="connsiteY7" fmla="*/ 105057 h 247650"/>
                  <a:gd name="connsiteX8" fmla="*/ 744030 w 749300"/>
                  <a:gd name="connsiteY8" fmla="*/ 242090 h 247650"/>
                  <a:gd name="connsiteX9" fmla="*/ 749236 w 749300"/>
                  <a:gd name="connsiteY9" fmla="*/ 246535 h 247650"/>
                  <a:gd name="connsiteX10" fmla="*/ 749871 w 749300"/>
                  <a:gd name="connsiteY10" fmla="*/ 248186 h 247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49300" h="247650">
                    <a:moveTo>
                      <a:pt x="749871" y="248186"/>
                    </a:moveTo>
                    <a:lnTo>
                      <a:pt x="0" y="248186"/>
                    </a:lnTo>
                    <a:lnTo>
                      <a:pt x="0" y="192497"/>
                    </a:lnTo>
                    <a:lnTo>
                      <a:pt x="603885" y="192497"/>
                    </a:lnTo>
                    <a:cubicBezTo>
                      <a:pt x="546036" y="134140"/>
                      <a:pt x="492760" y="74768"/>
                      <a:pt x="457200" y="219"/>
                    </a:cubicBezTo>
                    <a:cubicBezTo>
                      <a:pt x="477583" y="219"/>
                      <a:pt x="496443" y="854"/>
                      <a:pt x="515239" y="219"/>
                    </a:cubicBezTo>
                    <a:cubicBezTo>
                      <a:pt x="524031" y="-1141"/>
                      <a:pt x="532543" y="3956"/>
                      <a:pt x="535495" y="12347"/>
                    </a:cubicBezTo>
                    <a:cubicBezTo>
                      <a:pt x="553057" y="45816"/>
                      <a:pt x="574730" y="76961"/>
                      <a:pt x="600011" y="105057"/>
                    </a:cubicBezTo>
                    <a:cubicBezTo>
                      <a:pt x="643639" y="155126"/>
                      <a:pt x="691855" y="201004"/>
                      <a:pt x="744030" y="242090"/>
                    </a:cubicBezTo>
                    <a:cubicBezTo>
                      <a:pt x="745808" y="243551"/>
                      <a:pt x="747585" y="245011"/>
                      <a:pt x="749236" y="246535"/>
                    </a:cubicBezTo>
                    <a:cubicBezTo>
                      <a:pt x="749554" y="246599"/>
                      <a:pt x="749554" y="247170"/>
                      <a:pt x="749871" y="248186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9B9C1B07-7BAD-DD4F-97E1-2FD89B2D1C40}"/>
                  </a:ext>
                </a:extLst>
              </p:cNvPr>
              <p:cNvSpPr/>
              <p:nvPr/>
            </p:nvSpPr>
            <p:spPr>
              <a:xfrm>
                <a:off x="7799133" y="2208657"/>
                <a:ext cx="749300" cy="241300"/>
              </a:xfrm>
              <a:custGeom>
                <a:avLst/>
                <a:gdLst>
                  <a:gd name="connsiteX0" fmla="*/ 601091 w 749300"/>
                  <a:gd name="connsiteY0" fmla="*/ 55689 h 241300"/>
                  <a:gd name="connsiteX1" fmla="*/ 0 w 749300"/>
                  <a:gd name="connsiteY1" fmla="*/ 55689 h 241300"/>
                  <a:gd name="connsiteX2" fmla="*/ 0 w 749300"/>
                  <a:gd name="connsiteY2" fmla="*/ 0 h 241300"/>
                  <a:gd name="connsiteX3" fmla="*/ 751269 w 749300"/>
                  <a:gd name="connsiteY3" fmla="*/ 0 h 241300"/>
                  <a:gd name="connsiteX4" fmla="*/ 720598 w 749300"/>
                  <a:gd name="connsiteY4" fmla="*/ 25845 h 241300"/>
                  <a:gd name="connsiteX5" fmla="*/ 586550 w 749300"/>
                  <a:gd name="connsiteY5" fmla="*/ 159893 h 241300"/>
                  <a:gd name="connsiteX6" fmla="*/ 531813 w 749300"/>
                  <a:gd name="connsiteY6" fmla="*/ 241871 h 241300"/>
                  <a:gd name="connsiteX7" fmla="*/ 524701 w 749300"/>
                  <a:gd name="connsiteY7" fmla="*/ 246824 h 241300"/>
                  <a:gd name="connsiteX8" fmla="*/ 461835 w 749300"/>
                  <a:gd name="connsiteY8" fmla="*/ 246824 h 241300"/>
                  <a:gd name="connsiteX9" fmla="*/ 458216 w 749300"/>
                  <a:gd name="connsiteY9" fmla="*/ 246317 h 241300"/>
                  <a:gd name="connsiteX10" fmla="*/ 522478 w 749300"/>
                  <a:gd name="connsiteY10" fmla="*/ 144717 h 241300"/>
                  <a:gd name="connsiteX11" fmla="*/ 601091 w 749300"/>
                  <a:gd name="connsiteY11" fmla="*/ 55689 h 241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49300" h="241300">
                    <a:moveTo>
                      <a:pt x="601091" y="55689"/>
                    </a:moveTo>
                    <a:lnTo>
                      <a:pt x="0" y="55689"/>
                    </a:lnTo>
                    <a:lnTo>
                      <a:pt x="0" y="0"/>
                    </a:lnTo>
                    <a:lnTo>
                      <a:pt x="751269" y="0"/>
                    </a:lnTo>
                    <a:cubicBezTo>
                      <a:pt x="740220" y="9335"/>
                      <a:pt x="730377" y="17526"/>
                      <a:pt x="720598" y="25845"/>
                    </a:cubicBezTo>
                    <a:cubicBezTo>
                      <a:pt x="672008" y="66441"/>
                      <a:pt x="627146" y="111303"/>
                      <a:pt x="586550" y="159893"/>
                    </a:cubicBezTo>
                    <a:cubicBezTo>
                      <a:pt x="565442" y="185196"/>
                      <a:pt x="547093" y="212678"/>
                      <a:pt x="531813" y="241871"/>
                    </a:cubicBezTo>
                    <a:cubicBezTo>
                      <a:pt x="530328" y="244527"/>
                      <a:pt x="527706" y="246353"/>
                      <a:pt x="524701" y="246824"/>
                    </a:cubicBezTo>
                    <a:cubicBezTo>
                      <a:pt x="503746" y="247205"/>
                      <a:pt x="482791" y="246824"/>
                      <a:pt x="461835" y="246824"/>
                    </a:cubicBezTo>
                    <a:cubicBezTo>
                      <a:pt x="460621" y="246721"/>
                      <a:pt x="459412" y="246551"/>
                      <a:pt x="458216" y="246317"/>
                    </a:cubicBezTo>
                    <a:cubicBezTo>
                      <a:pt x="475005" y="209733"/>
                      <a:pt x="496619" y="175563"/>
                      <a:pt x="522478" y="144717"/>
                    </a:cubicBezTo>
                    <a:cubicBezTo>
                      <a:pt x="547751" y="114554"/>
                      <a:pt x="574802" y="85471"/>
                      <a:pt x="601091" y="55689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17BA7C41-EA1C-2F4D-90C7-EC472AB85B8A}"/>
                  </a:ext>
                </a:extLst>
              </p:cNvPr>
              <p:cNvSpPr/>
              <p:nvPr userDrawn="1"/>
            </p:nvSpPr>
            <p:spPr>
              <a:xfrm>
                <a:off x="8428482" y="1870837"/>
                <a:ext cx="381000" cy="584200"/>
              </a:xfrm>
              <a:custGeom>
                <a:avLst/>
                <a:gdLst>
                  <a:gd name="connsiteX0" fmla="*/ 275717 w 381000"/>
                  <a:gd name="connsiteY0" fmla="*/ 292862 h 584200"/>
                  <a:gd name="connsiteX1" fmla="*/ 0 w 381000"/>
                  <a:gd name="connsiteY1" fmla="*/ 762 h 584200"/>
                  <a:gd name="connsiteX2" fmla="*/ 5779 w 381000"/>
                  <a:gd name="connsiteY2" fmla="*/ 0 h 584200"/>
                  <a:gd name="connsiteX3" fmla="*/ 65532 w 381000"/>
                  <a:gd name="connsiteY3" fmla="*/ 0 h 584200"/>
                  <a:gd name="connsiteX4" fmla="*/ 73089 w 381000"/>
                  <a:gd name="connsiteY4" fmla="*/ 4191 h 584200"/>
                  <a:gd name="connsiteX5" fmla="*/ 202629 w 381000"/>
                  <a:gd name="connsiteY5" fmla="*/ 164973 h 584200"/>
                  <a:gd name="connsiteX6" fmla="*/ 377889 w 381000"/>
                  <a:gd name="connsiteY6" fmla="*/ 290449 h 584200"/>
                  <a:gd name="connsiteX7" fmla="*/ 381318 w 381000"/>
                  <a:gd name="connsiteY7" fmla="*/ 292481 h 584200"/>
                  <a:gd name="connsiteX8" fmla="*/ 340043 w 381000"/>
                  <a:gd name="connsiteY8" fmla="*/ 317881 h 584200"/>
                  <a:gd name="connsiteX9" fmla="*/ 126238 w 381000"/>
                  <a:gd name="connsiteY9" fmla="*/ 500698 h 584200"/>
                  <a:gd name="connsiteX10" fmla="*/ 74358 w 381000"/>
                  <a:gd name="connsiteY10" fmla="*/ 579120 h 584200"/>
                  <a:gd name="connsiteX11" fmla="*/ 65024 w 381000"/>
                  <a:gd name="connsiteY11" fmla="*/ 584708 h 584200"/>
                  <a:gd name="connsiteX12" fmla="*/ 0 w 381000"/>
                  <a:gd name="connsiteY12" fmla="*/ 584708 h 584200"/>
                  <a:gd name="connsiteX13" fmla="*/ 275717 w 381000"/>
                  <a:gd name="connsiteY13" fmla="*/ 292862 h 584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81000" h="584200">
                    <a:moveTo>
                      <a:pt x="275717" y="292862"/>
                    </a:moveTo>
                    <a:cubicBezTo>
                      <a:pt x="157290" y="220155"/>
                      <a:pt x="68517" y="120840"/>
                      <a:pt x="0" y="762"/>
                    </a:cubicBezTo>
                    <a:cubicBezTo>
                      <a:pt x="1912" y="408"/>
                      <a:pt x="3840" y="154"/>
                      <a:pt x="5779" y="0"/>
                    </a:cubicBezTo>
                    <a:cubicBezTo>
                      <a:pt x="25654" y="0"/>
                      <a:pt x="45593" y="0"/>
                      <a:pt x="65532" y="0"/>
                    </a:cubicBezTo>
                    <a:cubicBezTo>
                      <a:pt x="68552" y="194"/>
                      <a:pt x="71325" y="1732"/>
                      <a:pt x="73089" y="4191"/>
                    </a:cubicBezTo>
                    <a:cubicBezTo>
                      <a:pt x="105855" y="66230"/>
                      <a:pt x="150940" y="118491"/>
                      <a:pt x="202629" y="164973"/>
                    </a:cubicBezTo>
                    <a:cubicBezTo>
                      <a:pt x="256618" y="212664"/>
                      <a:pt x="315344" y="254708"/>
                      <a:pt x="377889" y="290449"/>
                    </a:cubicBezTo>
                    <a:lnTo>
                      <a:pt x="381318" y="292481"/>
                    </a:lnTo>
                    <a:cubicBezTo>
                      <a:pt x="367221" y="301180"/>
                      <a:pt x="353568" y="309372"/>
                      <a:pt x="340043" y="317881"/>
                    </a:cubicBezTo>
                    <a:cubicBezTo>
                      <a:pt x="260224" y="368681"/>
                      <a:pt x="186246" y="426593"/>
                      <a:pt x="126238" y="500698"/>
                    </a:cubicBezTo>
                    <a:cubicBezTo>
                      <a:pt x="106331" y="525012"/>
                      <a:pt x="88949" y="551288"/>
                      <a:pt x="74358" y="579120"/>
                    </a:cubicBezTo>
                    <a:cubicBezTo>
                      <a:pt x="72939" y="582938"/>
                      <a:pt x="69060" y="585261"/>
                      <a:pt x="65024" y="584708"/>
                    </a:cubicBezTo>
                    <a:cubicBezTo>
                      <a:pt x="43879" y="584391"/>
                      <a:pt x="22733" y="584708"/>
                      <a:pt x="0" y="584708"/>
                    </a:cubicBezTo>
                    <a:cubicBezTo>
                      <a:pt x="68517" y="464693"/>
                      <a:pt x="157862" y="365951"/>
                      <a:pt x="275717" y="292862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359202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209851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llow us">
    <p:bg>
      <p:bgPr>
        <a:solidFill>
          <a:srgbClr val="28CF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7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600" b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grpSp>
        <p:nvGrpSpPr>
          <p:cNvPr id="9" name="Group 8"/>
          <p:cNvGrpSpPr/>
          <p:nvPr userDrawn="1"/>
        </p:nvGrpSpPr>
        <p:grpSpPr>
          <a:xfrm>
            <a:off x="0" y="3516594"/>
            <a:ext cx="6358189" cy="2396903"/>
            <a:chOff x="999763" y="4580698"/>
            <a:chExt cx="3632716" cy="1370734"/>
          </a:xfrm>
          <a:solidFill>
            <a:srgbClr val="004050"/>
          </a:solidFill>
        </p:grpSpPr>
        <p:sp>
          <p:nvSpPr>
            <p:cNvPr id="10" name="Rectangle 9"/>
            <p:cNvSpPr/>
            <p:nvPr userDrawn="1"/>
          </p:nvSpPr>
          <p:spPr>
            <a:xfrm>
              <a:off x="999763" y="5031740"/>
              <a:ext cx="1554386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tangle 10"/>
            <p:cNvSpPr/>
            <p:nvPr userDrawn="1"/>
          </p:nvSpPr>
          <p:spPr>
            <a:xfrm>
              <a:off x="999763" y="5373431"/>
              <a:ext cx="1554387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1C13B23-0164-1C4E-9E7A-3F1ECA7824F7}"/>
                </a:ext>
              </a:extLst>
            </p:cNvPr>
            <p:cNvGrpSpPr/>
            <p:nvPr userDrawn="1"/>
          </p:nvGrpSpPr>
          <p:grpSpPr>
            <a:xfrm>
              <a:off x="2227580" y="4580698"/>
              <a:ext cx="2404899" cy="1370734"/>
              <a:chOff x="7799133" y="1870745"/>
              <a:chExt cx="1010349" cy="584292"/>
            </a:xfrm>
            <a:grpFill/>
          </p:grpSpPr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2F450B4C-241D-A544-BBEF-175E01D6A139}"/>
                  </a:ext>
                </a:extLst>
              </p:cNvPr>
              <p:cNvSpPr/>
              <p:nvPr/>
            </p:nvSpPr>
            <p:spPr>
              <a:xfrm>
                <a:off x="7799260" y="1870745"/>
                <a:ext cx="749300" cy="247650"/>
              </a:xfrm>
              <a:custGeom>
                <a:avLst/>
                <a:gdLst>
                  <a:gd name="connsiteX0" fmla="*/ 749871 w 749300"/>
                  <a:gd name="connsiteY0" fmla="*/ 248186 h 247650"/>
                  <a:gd name="connsiteX1" fmla="*/ 0 w 749300"/>
                  <a:gd name="connsiteY1" fmla="*/ 248186 h 247650"/>
                  <a:gd name="connsiteX2" fmla="*/ 0 w 749300"/>
                  <a:gd name="connsiteY2" fmla="*/ 192497 h 247650"/>
                  <a:gd name="connsiteX3" fmla="*/ 603885 w 749300"/>
                  <a:gd name="connsiteY3" fmla="*/ 192497 h 247650"/>
                  <a:gd name="connsiteX4" fmla="*/ 457200 w 749300"/>
                  <a:gd name="connsiteY4" fmla="*/ 219 h 247650"/>
                  <a:gd name="connsiteX5" fmla="*/ 515239 w 749300"/>
                  <a:gd name="connsiteY5" fmla="*/ 219 h 247650"/>
                  <a:gd name="connsiteX6" fmla="*/ 535495 w 749300"/>
                  <a:gd name="connsiteY6" fmla="*/ 12347 h 247650"/>
                  <a:gd name="connsiteX7" fmla="*/ 600011 w 749300"/>
                  <a:gd name="connsiteY7" fmla="*/ 105057 h 247650"/>
                  <a:gd name="connsiteX8" fmla="*/ 744030 w 749300"/>
                  <a:gd name="connsiteY8" fmla="*/ 242090 h 247650"/>
                  <a:gd name="connsiteX9" fmla="*/ 749236 w 749300"/>
                  <a:gd name="connsiteY9" fmla="*/ 246535 h 247650"/>
                  <a:gd name="connsiteX10" fmla="*/ 749871 w 749300"/>
                  <a:gd name="connsiteY10" fmla="*/ 248186 h 247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49300" h="247650">
                    <a:moveTo>
                      <a:pt x="749871" y="248186"/>
                    </a:moveTo>
                    <a:lnTo>
                      <a:pt x="0" y="248186"/>
                    </a:lnTo>
                    <a:lnTo>
                      <a:pt x="0" y="192497"/>
                    </a:lnTo>
                    <a:lnTo>
                      <a:pt x="603885" y="192497"/>
                    </a:lnTo>
                    <a:cubicBezTo>
                      <a:pt x="546036" y="134140"/>
                      <a:pt x="492760" y="74768"/>
                      <a:pt x="457200" y="219"/>
                    </a:cubicBezTo>
                    <a:cubicBezTo>
                      <a:pt x="477583" y="219"/>
                      <a:pt x="496443" y="854"/>
                      <a:pt x="515239" y="219"/>
                    </a:cubicBezTo>
                    <a:cubicBezTo>
                      <a:pt x="524031" y="-1141"/>
                      <a:pt x="532543" y="3956"/>
                      <a:pt x="535495" y="12347"/>
                    </a:cubicBezTo>
                    <a:cubicBezTo>
                      <a:pt x="553057" y="45816"/>
                      <a:pt x="574730" y="76961"/>
                      <a:pt x="600011" y="105057"/>
                    </a:cubicBezTo>
                    <a:cubicBezTo>
                      <a:pt x="643639" y="155126"/>
                      <a:pt x="691855" y="201004"/>
                      <a:pt x="744030" y="242090"/>
                    </a:cubicBezTo>
                    <a:cubicBezTo>
                      <a:pt x="745808" y="243551"/>
                      <a:pt x="747585" y="245011"/>
                      <a:pt x="749236" y="246535"/>
                    </a:cubicBezTo>
                    <a:cubicBezTo>
                      <a:pt x="749554" y="246599"/>
                      <a:pt x="749554" y="247170"/>
                      <a:pt x="749871" y="248186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9B9C1B07-7BAD-DD4F-97E1-2FD89B2D1C40}"/>
                  </a:ext>
                </a:extLst>
              </p:cNvPr>
              <p:cNvSpPr/>
              <p:nvPr/>
            </p:nvSpPr>
            <p:spPr>
              <a:xfrm>
                <a:off x="7799133" y="2208657"/>
                <a:ext cx="749300" cy="241300"/>
              </a:xfrm>
              <a:custGeom>
                <a:avLst/>
                <a:gdLst>
                  <a:gd name="connsiteX0" fmla="*/ 601091 w 749300"/>
                  <a:gd name="connsiteY0" fmla="*/ 55689 h 241300"/>
                  <a:gd name="connsiteX1" fmla="*/ 0 w 749300"/>
                  <a:gd name="connsiteY1" fmla="*/ 55689 h 241300"/>
                  <a:gd name="connsiteX2" fmla="*/ 0 w 749300"/>
                  <a:gd name="connsiteY2" fmla="*/ 0 h 241300"/>
                  <a:gd name="connsiteX3" fmla="*/ 751269 w 749300"/>
                  <a:gd name="connsiteY3" fmla="*/ 0 h 241300"/>
                  <a:gd name="connsiteX4" fmla="*/ 720598 w 749300"/>
                  <a:gd name="connsiteY4" fmla="*/ 25845 h 241300"/>
                  <a:gd name="connsiteX5" fmla="*/ 586550 w 749300"/>
                  <a:gd name="connsiteY5" fmla="*/ 159893 h 241300"/>
                  <a:gd name="connsiteX6" fmla="*/ 531813 w 749300"/>
                  <a:gd name="connsiteY6" fmla="*/ 241871 h 241300"/>
                  <a:gd name="connsiteX7" fmla="*/ 524701 w 749300"/>
                  <a:gd name="connsiteY7" fmla="*/ 246824 h 241300"/>
                  <a:gd name="connsiteX8" fmla="*/ 461835 w 749300"/>
                  <a:gd name="connsiteY8" fmla="*/ 246824 h 241300"/>
                  <a:gd name="connsiteX9" fmla="*/ 458216 w 749300"/>
                  <a:gd name="connsiteY9" fmla="*/ 246317 h 241300"/>
                  <a:gd name="connsiteX10" fmla="*/ 522478 w 749300"/>
                  <a:gd name="connsiteY10" fmla="*/ 144717 h 241300"/>
                  <a:gd name="connsiteX11" fmla="*/ 601091 w 749300"/>
                  <a:gd name="connsiteY11" fmla="*/ 55689 h 241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49300" h="241300">
                    <a:moveTo>
                      <a:pt x="601091" y="55689"/>
                    </a:moveTo>
                    <a:lnTo>
                      <a:pt x="0" y="55689"/>
                    </a:lnTo>
                    <a:lnTo>
                      <a:pt x="0" y="0"/>
                    </a:lnTo>
                    <a:lnTo>
                      <a:pt x="751269" y="0"/>
                    </a:lnTo>
                    <a:cubicBezTo>
                      <a:pt x="740220" y="9335"/>
                      <a:pt x="730377" y="17526"/>
                      <a:pt x="720598" y="25845"/>
                    </a:cubicBezTo>
                    <a:cubicBezTo>
                      <a:pt x="672008" y="66441"/>
                      <a:pt x="627146" y="111303"/>
                      <a:pt x="586550" y="159893"/>
                    </a:cubicBezTo>
                    <a:cubicBezTo>
                      <a:pt x="565442" y="185196"/>
                      <a:pt x="547093" y="212678"/>
                      <a:pt x="531813" y="241871"/>
                    </a:cubicBezTo>
                    <a:cubicBezTo>
                      <a:pt x="530328" y="244527"/>
                      <a:pt x="527706" y="246353"/>
                      <a:pt x="524701" y="246824"/>
                    </a:cubicBezTo>
                    <a:cubicBezTo>
                      <a:pt x="503746" y="247205"/>
                      <a:pt x="482791" y="246824"/>
                      <a:pt x="461835" y="246824"/>
                    </a:cubicBezTo>
                    <a:cubicBezTo>
                      <a:pt x="460621" y="246721"/>
                      <a:pt x="459412" y="246551"/>
                      <a:pt x="458216" y="246317"/>
                    </a:cubicBezTo>
                    <a:cubicBezTo>
                      <a:pt x="475005" y="209733"/>
                      <a:pt x="496619" y="175563"/>
                      <a:pt x="522478" y="144717"/>
                    </a:cubicBezTo>
                    <a:cubicBezTo>
                      <a:pt x="547751" y="114554"/>
                      <a:pt x="574802" y="85471"/>
                      <a:pt x="601091" y="55689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17BA7C41-EA1C-2F4D-90C7-EC472AB85B8A}"/>
                  </a:ext>
                </a:extLst>
              </p:cNvPr>
              <p:cNvSpPr/>
              <p:nvPr userDrawn="1"/>
            </p:nvSpPr>
            <p:spPr>
              <a:xfrm>
                <a:off x="8428482" y="1870837"/>
                <a:ext cx="381000" cy="584200"/>
              </a:xfrm>
              <a:custGeom>
                <a:avLst/>
                <a:gdLst>
                  <a:gd name="connsiteX0" fmla="*/ 275717 w 381000"/>
                  <a:gd name="connsiteY0" fmla="*/ 292862 h 584200"/>
                  <a:gd name="connsiteX1" fmla="*/ 0 w 381000"/>
                  <a:gd name="connsiteY1" fmla="*/ 762 h 584200"/>
                  <a:gd name="connsiteX2" fmla="*/ 5779 w 381000"/>
                  <a:gd name="connsiteY2" fmla="*/ 0 h 584200"/>
                  <a:gd name="connsiteX3" fmla="*/ 65532 w 381000"/>
                  <a:gd name="connsiteY3" fmla="*/ 0 h 584200"/>
                  <a:gd name="connsiteX4" fmla="*/ 73089 w 381000"/>
                  <a:gd name="connsiteY4" fmla="*/ 4191 h 584200"/>
                  <a:gd name="connsiteX5" fmla="*/ 202629 w 381000"/>
                  <a:gd name="connsiteY5" fmla="*/ 164973 h 584200"/>
                  <a:gd name="connsiteX6" fmla="*/ 377889 w 381000"/>
                  <a:gd name="connsiteY6" fmla="*/ 290449 h 584200"/>
                  <a:gd name="connsiteX7" fmla="*/ 381318 w 381000"/>
                  <a:gd name="connsiteY7" fmla="*/ 292481 h 584200"/>
                  <a:gd name="connsiteX8" fmla="*/ 340043 w 381000"/>
                  <a:gd name="connsiteY8" fmla="*/ 317881 h 584200"/>
                  <a:gd name="connsiteX9" fmla="*/ 126238 w 381000"/>
                  <a:gd name="connsiteY9" fmla="*/ 500698 h 584200"/>
                  <a:gd name="connsiteX10" fmla="*/ 74358 w 381000"/>
                  <a:gd name="connsiteY10" fmla="*/ 579120 h 584200"/>
                  <a:gd name="connsiteX11" fmla="*/ 65024 w 381000"/>
                  <a:gd name="connsiteY11" fmla="*/ 584708 h 584200"/>
                  <a:gd name="connsiteX12" fmla="*/ 0 w 381000"/>
                  <a:gd name="connsiteY12" fmla="*/ 584708 h 584200"/>
                  <a:gd name="connsiteX13" fmla="*/ 275717 w 381000"/>
                  <a:gd name="connsiteY13" fmla="*/ 292862 h 584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81000" h="584200">
                    <a:moveTo>
                      <a:pt x="275717" y="292862"/>
                    </a:moveTo>
                    <a:cubicBezTo>
                      <a:pt x="157290" y="220155"/>
                      <a:pt x="68517" y="120840"/>
                      <a:pt x="0" y="762"/>
                    </a:cubicBezTo>
                    <a:cubicBezTo>
                      <a:pt x="1912" y="408"/>
                      <a:pt x="3840" y="154"/>
                      <a:pt x="5779" y="0"/>
                    </a:cubicBezTo>
                    <a:cubicBezTo>
                      <a:pt x="25654" y="0"/>
                      <a:pt x="45593" y="0"/>
                      <a:pt x="65532" y="0"/>
                    </a:cubicBezTo>
                    <a:cubicBezTo>
                      <a:pt x="68552" y="194"/>
                      <a:pt x="71325" y="1732"/>
                      <a:pt x="73089" y="4191"/>
                    </a:cubicBezTo>
                    <a:cubicBezTo>
                      <a:pt x="105855" y="66230"/>
                      <a:pt x="150940" y="118491"/>
                      <a:pt x="202629" y="164973"/>
                    </a:cubicBezTo>
                    <a:cubicBezTo>
                      <a:pt x="256618" y="212664"/>
                      <a:pt x="315344" y="254708"/>
                      <a:pt x="377889" y="290449"/>
                    </a:cubicBezTo>
                    <a:lnTo>
                      <a:pt x="381318" y="292481"/>
                    </a:lnTo>
                    <a:cubicBezTo>
                      <a:pt x="367221" y="301180"/>
                      <a:pt x="353568" y="309372"/>
                      <a:pt x="340043" y="317881"/>
                    </a:cubicBezTo>
                    <a:cubicBezTo>
                      <a:pt x="260224" y="368681"/>
                      <a:pt x="186246" y="426593"/>
                      <a:pt x="126238" y="500698"/>
                    </a:cubicBezTo>
                    <a:cubicBezTo>
                      <a:pt x="106331" y="525012"/>
                      <a:pt x="88949" y="551288"/>
                      <a:pt x="74358" y="579120"/>
                    </a:cubicBezTo>
                    <a:cubicBezTo>
                      <a:pt x="72939" y="582938"/>
                      <a:pt x="69060" y="585261"/>
                      <a:pt x="65024" y="584708"/>
                    </a:cubicBezTo>
                    <a:cubicBezTo>
                      <a:pt x="43879" y="584391"/>
                      <a:pt x="22733" y="584708"/>
                      <a:pt x="0" y="584708"/>
                    </a:cubicBezTo>
                    <a:cubicBezTo>
                      <a:pt x="68517" y="464693"/>
                      <a:pt x="157862" y="365951"/>
                      <a:pt x="275717" y="292862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359202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9864344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ction Tips">
    <p:bg>
      <p:bgPr>
        <a:solidFill>
          <a:srgbClr val="EB62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7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600" b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grpSp>
        <p:nvGrpSpPr>
          <p:cNvPr id="9" name="Group 8"/>
          <p:cNvGrpSpPr/>
          <p:nvPr userDrawn="1"/>
        </p:nvGrpSpPr>
        <p:grpSpPr>
          <a:xfrm>
            <a:off x="0" y="3516594"/>
            <a:ext cx="6358189" cy="2396903"/>
            <a:chOff x="999763" y="4580698"/>
            <a:chExt cx="3632716" cy="1370734"/>
          </a:xfrm>
          <a:solidFill>
            <a:srgbClr val="004050"/>
          </a:solidFill>
        </p:grpSpPr>
        <p:sp>
          <p:nvSpPr>
            <p:cNvPr id="10" name="Rectangle 9"/>
            <p:cNvSpPr/>
            <p:nvPr userDrawn="1"/>
          </p:nvSpPr>
          <p:spPr>
            <a:xfrm>
              <a:off x="999763" y="5031740"/>
              <a:ext cx="1554386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tangle 10"/>
            <p:cNvSpPr/>
            <p:nvPr userDrawn="1"/>
          </p:nvSpPr>
          <p:spPr>
            <a:xfrm>
              <a:off x="999763" y="5373431"/>
              <a:ext cx="1554387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1C13B23-0164-1C4E-9E7A-3F1ECA7824F7}"/>
                </a:ext>
              </a:extLst>
            </p:cNvPr>
            <p:cNvGrpSpPr/>
            <p:nvPr userDrawn="1"/>
          </p:nvGrpSpPr>
          <p:grpSpPr>
            <a:xfrm>
              <a:off x="2227580" y="4580698"/>
              <a:ext cx="2404899" cy="1370734"/>
              <a:chOff x="7799133" y="1870745"/>
              <a:chExt cx="1010349" cy="584292"/>
            </a:xfrm>
            <a:grpFill/>
          </p:grpSpPr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2F450B4C-241D-A544-BBEF-175E01D6A139}"/>
                  </a:ext>
                </a:extLst>
              </p:cNvPr>
              <p:cNvSpPr/>
              <p:nvPr/>
            </p:nvSpPr>
            <p:spPr>
              <a:xfrm>
                <a:off x="7799260" y="1870745"/>
                <a:ext cx="749300" cy="247650"/>
              </a:xfrm>
              <a:custGeom>
                <a:avLst/>
                <a:gdLst>
                  <a:gd name="connsiteX0" fmla="*/ 749871 w 749300"/>
                  <a:gd name="connsiteY0" fmla="*/ 248186 h 247650"/>
                  <a:gd name="connsiteX1" fmla="*/ 0 w 749300"/>
                  <a:gd name="connsiteY1" fmla="*/ 248186 h 247650"/>
                  <a:gd name="connsiteX2" fmla="*/ 0 w 749300"/>
                  <a:gd name="connsiteY2" fmla="*/ 192497 h 247650"/>
                  <a:gd name="connsiteX3" fmla="*/ 603885 w 749300"/>
                  <a:gd name="connsiteY3" fmla="*/ 192497 h 247650"/>
                  <a:gd name="connsiteX4" fmla="*/ 457200 w 749300"/>
                  <a:gd name="connsiteY4" fmla="*/ 219 h 247650"/>
                  <a:gd name="connsiteX5" fmla="*/ 515239 w 749300"/>
                  <a:gd name="connsiteY5" fmla="*/ 219 h 247650"/>
                  <a:gd name="connsiteX6" fmla="*/ 535495 w 749300"/>
                  <a:gd name="connsiteY6" fmla="*/ 12347 h 247650"/>
                  <a:gd name="connsiteX7" fmla="*/ 600011 w 749300"/>
                  <a:gd name="connsiteY7" fmla="*/ 105057 h 247650"/>
                  <a:gd name="connsiteX8" fmla="*/ 744030 w 749300"/>
                  <a:gd name="connsiteY8" fmla="*/ 242090 h 247650"/>
                  <a:gd name="connsiteX9" fmla="*/ 749236 w 749300"/>
                  <a:gd name="connsiteY9" fmla="*/ 246535 h 247650"/>
                  <a:gd name="connsiteX10" fmla="*/ 749871 w 749300"/>
                  <a:gd name="connsiteY10" fmla="*/ 248186 h 247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49300" h="247650">
                    <a:moveTo>
                      <a:pt x="749871" y="248186"/>
                    </a:moveTo>
                    <a:lnTo>
                      <a:pt x="0" y="248186"/>
                    </a:lnTo>
                    <a:lnTo>
                      <a:pt x="0" y="192497"/>
                    </a:lnTo>
                    <a:lnTo>
                      <a:pt x="603885" y="192497"/>
                    </a:lnTo>
                    <a:cubicBezTo>
                      <a:pt x="546036" y="134140"/>
                      <a:pt x="492760" y="74768"/>
                      <a:pt x="457200" y="219"/>
                    </a:cubicBezTo>
                    <a:cubicBezTo>
                      <a:pt x="477583" y="219"/>
                      <a:pt x="496443" y="854"/>
                      <a:pt x="515239" y="219"/>
                    </a:cubicBezTo>
                    <a:cubicBezTo>
                      <a:pt x="524031" y="-1141"/>
                      <a:pt x="532543" y="3956"/>
                      <a:pt x="535495" y="12347"/>
                    </a:cubicBezTo>
                    <a:cubicBezTo>
                      <a:pt x="553057" y="45816"/>
                      <a:pt x="574730" y="76961"/>
                      <a:pt x="600011" y="105057"/>
                    </a:cubicBezTo>
                    <a:cubicBezTo>
                      <a:pt x="643639" y="155126"/>
                      <a:pt x="691855" y="201004"/>
                      <a:pt x="744030" y="242090"/>
                    </a:cubicBezTo>
                    <a:cubicBezTo>
                      <a:pt x="745808" y="243551"/>
                      <a:pt x="747585" y="245011"/>
                      <a:pt x="749236" y="246535"/>
                    </a:cubicBezTo>
                    <a:cubicBezTo>
                      <a:pt x="749554" y="246599"/>
                      <a:pt x="749554" y="247170"/>
                      <a:pt x="749871" y="248186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9B9C1B07-7BAD-DD4F-97E1-2FD89B2D1C40}"/>
                  </a:ext>
                </a:extLst>
              </p:cNvPr>
              <p:cNvSpPr/>
              <p:nvPr/>
            </p:nvSpPr>
            <p:spPr>
              <a:xfrm>
                <a:off x="7799133" y="2208657"/>
                <a:ext cx="749300" cy="241300"/>
              </a:xfrm>
              <a:custGeom>
                <a:avLst/>
                <a:gdLst>
                  <a:gd name="connsiteX0" fmla="*/ 601091 w 749300"/>
                  <a:gd name="connsiteY0" fmla="*/ 55689 h 241300"/>
                  <a:gd name="connsiteX1" fmla="*/ 0 w 749300"/>
                  <a:gd name="connsiteY1" fmla="*/ 55689 h 241300"/>
                  <a:gd name="connsiteX2" fmla="*/ 0 w 749300"/>
                  <a:gd name="connsiteY2" fmla="*/ 0 h 241300"/>
                  <a:gd name="connsiteX3" fmla="*/ 751269 w 749300"/>
                  <a:gd name="connsiteY3" fmla="*/ 0 h 241300"/>
                  <a:gd name="connsiteX4" fmla="*/ 720598 w 749300"/>
                  <a:gd name="connsiteY4" fmla="*/ 25845 h 241300"/>
                  <a:gd name="connsiteX5" fmla="*/ 586550 w 749300"/>
                  <a:gd name="connsiteY5" fmla="*/ 159893 h 241300"/>
                  <a:gd name="connsiteX6" fmla="*/ 531813 w 749300"/>
                  <a:gd name="connsiteY6" fmla="*/ 241871 h 241300"/>
                  <a:gd name="connsiteX7" fmla="*/ 524701 w 749300"/>
                  <a:gd name="connsiteY7" fmla="*/ 246824 h 241300"/>
                  <a:gd name="connsiteX8" fmla="*/ 461835 w 749300"/>
                  <a:gd name="connsiteY8" fmla="*/ 246824 h 241300"/>
                  <a:gd name="connsiteX9" fmla="*/ 458216 w 749300"/>
                  <a:gd name="connsiteY9" fmla="*/ 246317 h 241300"/>
                  <a:gd name="connsiteX10" fmla="*/ 522478 w 749300"/>
                  <a:gd name="connsiteY10" fmla="*/ 144717 h 241300"/>
                  <a:gd name="connsiteX11" fmla="*/ 601091 w 749300"/>
                  <a:gd name="connsiteY11" fmla="*/ 55689 h 241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49300" h="241300">
                    <a:moveTo>
                      <a:pt x="601091" y="55689"/>
                    </a:moveTo>
                    <a:lnTo>
                      <a:pt x="0" y="55689"/>
                    </a:lnTo>
                    <a:lnTo>
                      <a:pt x="0" y="0"/>
                    </a:lnTo>
                    <a:lnTo>
                      <a:pt x="751269" y="0"/>
                    </a:lnTo>
                    <a:cubicBezTo>
                      <a:pt x="740220" y="9335"/>
                      <a:pt x="730377" y="17526"/>
                      <a:pt x="720598" y="25845"/>
                    </a:cubicBezTo>
                    <a:cubicBezTo>
                      <a:pt x="672008" y="66441"/>
                      <a:pt x="627146" y="111303"/>
                      <a:pt x="586550" y="159893"/>
                    </a:cubicBezTo>
                    <a:cubicBezTo>
                      <a:pt x="565442" y="185196"/>
                      <a:pt x="547093" y="212678"/>
                      <a:pt x="531813" y="241871"/>
                    </a:cubicBezTo>
                    <a:cubicBezTo>
                      <a:pt x="530328" y="244527"/>
                      <a:pt x="527706" y="246353"/>
                      <a:pt x="524701" y="246824"/>
                    </a:cubicBezTo>
                    <a:cubicBezTo>
                      <a:pt x="503746" y="247205"/>
                      <a:pt x="482791" y="246824"/>
                      <a:pt x="461835" y="246824"/>
                    </a:cubicBezTo>
                    <a:cubicBezTo>
                      <a:pt x="460621" y="246721"/>
                      <a:pt x="459412" y="246551"/>
                      <a:pt x="458216" y="246317"/>
                    </a:cubicBezTo>
                    <a:cubicBezTo>
                      <a:pt x="475005" y="209733"/>
                      <a:pt x="496619" y="175563"/>
                      <a:pt x="522478" y="144717"/>
                    </a:cubicBezTo>
                    <a:cubicBezTo>
                      <a:pt x="547751" y="114554"/>
                      <a:pt x="574802" y="85471"/>
                      <a:pt x="601091" y="55689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17BA7C41-EA1C-2F4D-90C7-EC472AB85B8A}"/>
                  </a:ext>
                </a:extLst>
              </p:cNvPr>
              <p:cNvSpPr/>
              <p:nvPr userDrawn="1"/>
            </p:nvSpPr>
            <p:spPr>
              <a:xfrm>
                <a:off x="8428482" y="1870837"/>
                <a:ext cx="381000" cy="584200"/>
              </a:xfrm>
              <a:custGeom>
                <a:avLst/>
                <a:gdLst>
                  <a:gd name="connsiteX0" fmla="*/ 275717 w 381000"/>
                  <a:gd name="connsiteY0" fmla="*/ 292862 h 584200"/>
                  <a:gd name="connsiteX1" fmla="*/ 0 w 381000"/>
                  <a:gd name="connsiteY1" fmla="*/ 762 h 584200"/>
                  <a:gd name="connsiteX2" fmla="*/ 5779 w 381000"/>
                  <a:gd name="connsiteY2" fmla="*/ 0 h 584200"/>
                  <a:gd name="connsiteX3" fmla="*/ 65532 w 381000"/>
                  <a:gd name="connsiteY3" fmla="*/ 0 h 584200"/>
                  <a:gd name="connsiteX4" fmla="*/ 73089 w 381000"/>
                  <a:gd name="connsiteY4" fmla="*/ 4191 h 584200"/>
                  <a:gd name="connsiteX5" fmla="*/ 202629 w 381000"/>
                  <a:gd name="connsiteY5" fmla="*/ 164973 h 584200"/>
                  <a:gd name="connsiteX6" fmla="*/ 377889 w 381000"/>
                  <a:gd name="connsiteY6" fmla="*/ 290449 h 584200"/>
                  <a:gd name="connsiteX7" fmla="*/ 381318 w 381000"/>
                  <a:gd name="connsiteY7" fmla="*/ 292481 h 584200"/>
                  <a:gd name="connsiteX8" fmla="*/ 340043 w 381000"/>
                  <a:gd name="connsiteY8" fmla="*/ 317881 h 584200"/>
                  <a:gd name="connsiteX9" fmla="*/ 126238 w 381000"/>
                  <a:gd name="connsiteY9" fmla="*/ 500698 h 584200"/>
                  <a:gd name="connsiteX10" fmla="*/ 74358 w 381000"/>
                  <a:gd name="connsiteY10" fmla="*/ 579120 h 584200"/>
                  <a:gd name="connsiteX11" fmla="*/ 65024 w 381000"/>
                  <a:gd name="connsiteY11" fmla="*/ 584708 h 584200"/>
                  <a:gd name="connsiteX12" fmla="*/ 0 w 381000"/>
                  <a:gd name="connsiteY12" fmla="*/ 584708 h 584200"/>
                  <a:gd name="connsiteX13" fmla="*/ 275717 w 381000"/>
                  <a:gd name="connsiteY13" fmla="*/ 292862 h 584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81000" h="584200">
                    <a:moveTo>
                      <a:pt x="275717" y="292862"/>
                    </a:moveTo>
                    <a:cubicBezTo>
                      <a:pt x="157290" y="220155"/>
                      <a:pt x="68517" y="120840"/>
                      <a:pt x="0" y="762"/>
                    </a:cubicBezTo>
                    <a:cubicBezTo>
                      <a:pt x="1912" y="408"/>
                      <a:pt x="3840" y="154"/>
                      <a:pt x="5779" y="0"/>
                    </a:cubicBezTo>
                    <a:cubicBezTo>
                      <a:pt x="25654" y="0"/>
                      <a:pt x="45593" y="0"/>
                      <a:pt x="65532" y="0"/>
                    </a:cubicBezTo>
                    <a:cubicBezTo>
                      <a:pt x="68552" y="194"/>
                      <a:pt x="71325" y="1732"/>
                      <a:pt x="73089" y="4191"/>
                    </a:cubicBezTo>
                    <a:cubicBezTo>
                      <a:pt x="105855" y="66230"/>
                      <a:pt x="150940" y="118491"/>
                      <a:pt x="202629" y="164973"/>
                    </a:cubicBezTo>
                    <a:cubicBezTo>
                      <a:pt x="256618" y="212664"/>
                      <a:pt x="315344" y="254708"/>
                      <a:pt x="377889" y="290449"/>
                    </a:cubicBezTo>
                    <a:lnTo>
                      <a:pt x="381318" y="292481"/>
                    </a:lnTo>
                    <a:cubicBezTo>
                      <a:pt x="367221" y="301180"/>
                      <a:pt x="353568" y="309372"/>
                      <a:pt x="340043" y="317881"/>
                    </a:cubicBezTo>
                    <a:cubicBezTo>
                      <a:pt x="260224" y="368681"/>
                      <a:pt x="186246" y="426593"/>
                      <a:pt x="126238" y="500698"/>
                    </a:cubicBezTo>
                    <a:cubicBezTo>
                      <a:pt x="106331" y="525012"/>
                      <a:pt x="88949" y="551288"/>
                      <a:pt x="74358" y="579120"/>
                    </a:cubicBezTo>
                    <a:cubicBezTo>
                      <a:pt x="72939" y="582938"/>
                      <a:pt x="69060" y="585261"/>
                      <a:pt x="65024" y="584708"/>
                    </a:cubicBezTo>
                    <a:cubicBezTo>
                      <a:pt x="43879" y="584391"/>
                      <a:pt x="22733" y="584708"/>
                      <a:pt x="0" y="584708"/>
                    </a:cubicBezTo>
                    <a:cubicBezTo>
                      <a:pt x="68517" y="464693"/>
                      <a:pt x="157862" y="365951"/>
                      <a:pt x="275717" y="292862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359202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198876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1">
    <p:bg>
      <p:bgPr>
        <a:solidFill>
          <a:srgbClr val="09EDB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8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600" b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grpSp>
        <p:nvGrpSpPr>
          <p:cNvPr id="9" name="Group 8"/>
          <p:cNvGrpSpPr/>
          <p:nvPr userDrawn="1"/>
        </p:nvGrpSpPr>
        <p:grpSpPr>
          <a:xfrm>
            <a:off x="0" y="3516594"/>
            <a:ext cx="6358189" cy="2396903"/>
            <a:chOff x="999763" y="4580698"/>
            <a:chExt cx="3632716" cy="1370734"/>
          </a:xfrm>
          <a:solidFill>
            <a:srgbClr val="004050"/>
          </a:solidFill>
        </p:grpSpPr>
        <p:sp>
          <p:nvSpPr>
            <p:cNvPr id="10" name="Rectangle 9"/>
            <p:cNvSpPr/>
            <p:nvPr userDrawn="1"/>
          </p:nvSpPr>
          <p:spPr>
            <a:xfrm>
              <a:off x="999763" y="5031740"/>
              <a:ext cx="1554386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tangle 10"/>
            <p:cNvSpPr/>
            <p:nvPr userDrawn="1"/>
          </p:nvSpPr>
          <p:spPr>
            <a:xfrm>
              <a:off x="999763" y="5373431"/>
              <a:ext cx="1554387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1C13B23-0164-1C4E-9E7A-3F1ECA7824F7}"/>
                </a:ext>
              </a:extLst>
            </p:cNvPr>
            <p:cNvGrpSpPr/>
            <p:nvPr userDrawn="1"/>
          </p:nvGrpSpPr>
          <p:grpSpPr>
            <a:xfrm>
              <a:off x="2227580" y="4580698"/>
              <a:ext cx="2404899" cy="1370734"/>
              <a:chOff x="7799133" y="1870745"/>
              <a:chExt cx="1010349" cy="584292"/>
            </a:xfrm>
            <a:grpFill/>
          </p:grpSpPr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2F450B4C-241D-A544-BBEF-175E01D6A139}"/>
                  </a:ext>
                </a:extLst>
              </p:cNvPr>
              <p:cNvSpPr/>
              <p:nvPr/>
            </p:nvSpPr>
            <p:spPr>
              <a:xfrm>
                <a:off x="7799260" y="1870745"/>
                <a:ext cx="749300" cy="247650"/>
              </a:xfrm>
              <a:custGeom>
                <a:avLst/>
                <a:gdLst>
                  <a:gd name="connsiteX0" fmla="*/ 749871 w 749300"/>
                  <a:gd name="connsiteY0" fmla="*/ 248186 h 247650"/>
                  <a:gd name="connsiteX1" fmla="*/ 0 w 749300"/>
                  <a:gd name="connsiteY1" fmla="*/ 248186 h 247650"/>
                  <a:gd name="connsiteX2" fmla="*/ 0 w 749300"/>
                  <a:gd name="connsiteY2" fmla="*/ 192497 h 247650"/>
                  <a:gd name="connsiteX3" fmla="*/ 603885 w 749300"/>
                  <a:gd name="connsiteY3" fmla="*/ 192497 h 247650"/>
                  <a:gd name="connsiteX4" fmla="*/ 457200 w 749300"/>
                  <a:gd name="connsiteY4" fmla="*/ 219 h 247650"/>
                  <a:gd name="connsiteX5" fmla="*/ 515239 w 749300"/>
                  <a:gd name="connsiteY5" fmla="*/ 219 h 247650"/>
                  <a:gd name="connsiteX6" fmla="*/ 535495 w 749300"/>
                  <a:gd name="connsiteY6" fmla="*/ 12347 h 247650"/>
                  <a:gd name="connsiteX7" fmla="*/ 600011 w 749300"/>
                  <a:gd name="connsiteY7" fmla="*/ 105057 h 247650"/>
                  <a:gd name="connsiteX8" fmla="*/ 744030 w 749300"/>
                  <a:gd name="connsiteY8" fmla="*/ 242090 h 247650"/>
                  <a:gd name="connsiteX9" fmla="*/ 749236 w 749300"/>
                  <a:gd name="connsiteY9" fmla="*/ 246535 h 247650"/>
                  <a:gd name="connsiteX10" fmla="*/ 749871 w 749300"/>
                  <a:gd name="connsiteY10" fmla="*/ 248186 h 247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49300" h="247650">
                    <a:moveTo>
                      <a:pt x="749871" y="248186"/>
                    </a:moveTo>
                    <a:lnTo>
                      <a:pt x="0" y="248186"/>
                    </a:lnTo>
                    <a:lnTo>
                      <a:pt x="0" y="192497"/>
                    </a:lnTo>
                    <a:lnTo>
                      <a:pt x="603885" y="192497"/>
                    </a:lnTo>
                    <a:cubicBezTo>
                      <a:pt x="546036" y="134140"/>
                      <a:pt x="492760" y="74768"/>
                      <a:pt x="457200" y="219"/>
                    </a:cubicBezTo>
                    <a:cubicBezTo>
                      <a:pt x="477583" y="219"/>
                      <a:pt x="496443" y="854"/>
                      <a:pt x="515239" y="219"/>
                    </a:cubicBezTo>
                    <a:cubicBezTo>
                      <a:pt x="524031" y="-1141"/>
                      <a:pt x="532543" y="3956"/>
                      <a:pt x="535495" y="12347"/>
                    </a:cubicBezTo>
                    <a:cubicBezTo>
                      <a:pt x="553057" y="45816"/>
                      <a:pt x="574730" y="76961"/>
                      <a:pt x="600011" y="105057"/>
                    </a:cubicBezTo>
                    <a:cubicBezTo>
                      <a:pt x="643639" y="155126"/>
                      <a:pt x="691855" y="201004"/>
                      <a:pt x="744030" y="242090"/>
                    </a:cubicBezTo>
                    <a:cubicBezTo>
                      <a:pt x="745808" y="243551"/>
                      <a:pt x="747585" y="245011"/>
                      <a:pt x="749236" y="246535"/>
                    </a:cubicBezTo>
                    <a:cubicBezTo>
                      <a:pt x="749554" y="246599"/>
                      <a:pt x="749554" y="247170"/>
                      <a:pt x="749871" y="248186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9B9C1B07-7BAD-DD4F-97E1-2FD89B2D1C40}"/>
                  </a:ext>
                </a:extLst>
              </p:cNvPr>
              <p:cNvSpPr/>
              <p:nvPr/>
            </p:nvSpPr>
            <p:spPr>
              <a:xfrm>
                <a:off x="7799133" y="2208657"/>
                <a:ext cx="749300" cy="241300"/>
              </a:xfrm>
              <a:custGeom>
                <a:avLst/>
                <a:gdLst>
                  <a:gd name="connsiteX0" fmla="*/ 601091 w 749300"/>
                  <a:gd name="connsiteY0" fmla="*/ 55689 h 241300"/>
                  <a:gd name="connsiteX1" fmla="*/ 0 w 749300"/>
                  <a:gd name="connsiteY1" fmla="*/ 55689 h 241300"/>
                  <a:gd name="connsiteX2" fmla="*/ 0 w 749300"/>
                  <a:gd name="connsiteY2" fmla="*/ 0 h 241300"/>
                  <a:gd name="connsiteX3" fmla="*/ 751269 w 749300"/>
                  <a:gd name="connsiteY3" fmla="*/ 0 h 241300"/>
                  <a:gd name="connsiteX4" fmla="*/ 720598 w 749300"/>
                  <a:gd name="connsiteY4" fmla="*/ 25845 h 241300"/>
                  <a:gd name="connsiteX5" fmla="*/ 586550 w 749300"/>
                  <a:gd name="connsiteY5" fmla="*/ 159893 h 241300"/>
                  <a:gd name="connsiteX6" fmla="*/ 531813 w 749300"/>
                  <a:gd name="connsiteY6" fmla="*/ 241871 h 241300"/>
                  <a:gd name="connsiteX7" fmla="*/ 524701 w 749300"/>
                  <a:gd name="connsiteY7" fmla="*/ 246824 h 241300"/>
                  <a:gd name="connsiteX8" fmla="*/ 461835 w 749300"/>
                  <a:gd name="connsiteY8" fmla="*/ 246824 h 241300"/>
                  <a:gd name="connsiteX9" fmla="*/ 458216 w 749300"/>
                  <a:gd name="connsiteY9" fmla="*/ 246317 h 241300"/>
                  <a:gd name="connsiteX10" fmla="*/ 522478 w 749300"/>
                  <a:gd name="connsiteY10" fmla="*/ 144717 h 241300"/>
                  <a:gd name="connsiteX11" fmla="*/ 601091 w 749300"/>
                  <a:gd name="connsiteY11" fmla="*/ 55689 h 241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49300" h="241300">
                    <a:moveTo>
                      <a:pt x="601091" y="55689"/>
                    </a:moveTo>
                    <a:lnTo>
                      <a:pt x="0" y="55689"/>
                    </a:lnTo>
                    <a:lnTo>
                      <a:pt x="0" y="0"/>
                    </a:lnTo>
                    <a:lnTo>
                      <a:pt x="751269" y="0"/>
                    </a:lnTo>
                    <a:cubicBezTo>
                      <a:pt x="740220" y="9335"/>
                      <a:pt x="730377" y="17526"/>
                      <a:pt x="720598" y="25845"/>
                    </a:cubicBezTo>
                    <a:cubicBezTo>
                      <a:pt x="672008" y="66441"/>
                      <a:pt x="627146" y="111303"/>
                      <a:pt x="586550" y="159893"/>
                    </a:cubicBezTo>
                    <a:cubicBezTo>
                      <a:pt x="565442" y="185196"/>
                      <a:pt x="547093" y="212678"/>
                      <a:pt x="531813" y="241871"/>
                    </a:cubicBezTo>
                    <a:cubicBezTo>
                      <a:pt x="530328" y="244527"/>
                      <a:pt x="527706" y="246353"/>
                      <a:pt x="524701" y="246824"/>
                    </a:cubicBezTo>
                    <a:cubicBezTo>
                      <a:pt x="503746" y="247205"/>
                      <a:pt x="482791" y="246824"/>
                      <a:pt x="461835" y="246824"/>
                    </a:cubicBezTo>
                    <a:cubicBezTo>
                      <a:pt x="460621" y="246721"/>
                      <a:pt x="459412" y="246551"/>
                      <a:pt x="458216" y="246317"/>
                    </a:cubicBezTo>
                    <a:cubicBezTo>
                      <a:pt x="475005" y="209733"/>
                      <a:pt x="496619" y="175563"/>
                      <a:pt x="522478" y="144717"/>
                    </a:cubicBezTo>
                    <a:cubicBezTo>
                      <a:pt x="547751" y="114554"/>
                      <a:pt x="574802" y="85471"/>
                      <a:pt x="601091" y="55689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17BA7C41-EA1C-2F4D-90C7-EC472AB85B8A}"/>
                  </a:ext>
                </a:extLst>
              </p:cNvPr>
              <p:cNvSpPr/>
              <p:nvPr userDrawn="1"/>
            </p:nvSpPr>
            <p:spPr>
              <a:xfrm>
                <a:off x="8428482" y="1870837"/>
                <a:ext cx="381000" cy="584200"/>
              </a:xfrm>
              <a:custGeom>
                <a:avLst/>
                <a:gdLst>
                  <a:gd name="connsiteX0" fmla="*/ 275717 w 381000"/>
                  <a:gd name="connsiteY0" fmla="*/ 292862 h 584200"/>
                  <a:gd name="connsiteX1" fmla="*/ 0 w 381000"/>
                  <a:gd name="connsiteY1" fmla="*/ 762 h 584200"/>
                  <a:gd name="connsiteX2" fmla="*/ 5779 w 381000"/>
                  <a:gd name="connsiteY2" fmla="*/ 0 h 584200"/>
                  <a:gd name="connsiteX3" fmla="*/ 65532 w 381000"/>
                  <a:gd name="connsiteY3" fmla="*/ 0 h 584200"/>
                  <a:gd name="connsiteX4" fmla="*/ 73089 w 381000"/>
                  <a:gd name="connsiteY4" fmla="*/ 4191 h 584200"/>
                  <a:gd name="connsiteX5" fmla="*/ 202629 w 381000"/>
                  <a:gd name="connsiteY5" fmla="*/ 164973 h 584200"/>
                  <a:gd name="connsiteX6" fmla="*/ 377889 w 381000"/>
                  <a:gd name="connsiteY6" fmla="*/ 290449 h 584200"/>
                  <a:gd name="connsiteX7" fmla="*/ 381318 w 381000"/>
                  <a:gd name="connsiteY7" fmla="*/ 292481 h 584200"/>
                  <a:gd name="connsiteX8" fmla="*/ 340043 w 381000"/>
                  <a:gd name="connsiteY8" fmla="*/ 317881 h 584200"/>
                  <a:gd name="connsiteX9" fmla="*/ 126238 w 381000"/>
                  <a:gd name="connsiteY9" fmla="*/ 500698 h 584200"/>
                  <a:gd name="connsiteX10" fmla="*/ 74358 w 381000"/>
                  <a:gd name="connsiteY10" fmla="*/ 579120 h 584200"/>
                  <a:gd name="connsiteX11" fmla="*/ 65024 w 381000"/>
                  <a:gd name="connsiteY11" fmla="*/ 584708 h 584200"/>
                  <a:gd name="connsiteX12" fmla="*/ 0 w 381000"/>
                  <a:gd name="connsiteY12" fmla="*/ 584708 h 584200"/>
                  <a:gd name="connsiteX13" fmla="*/ 275717 w 381000"/>
                  <a:gd name="connsiteY13" fmla="*/ 292862 h 584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81000" h="584200">
                    <a:moveTo>
                      <a:pt x="275717" y="292862"/>
                    </a:moveTo>
                    <a:cubicBezTo>
                      <a:pt x="157290" y="220155"/>
                      <a:pt x="68517" y="120840"/>
                      <a:pt x="0" y="762"/>
                    </a:cubicBezTo>
                    <a:cubicBezTo>
                      <a:pt x="1912" y="408"/>
                      <a:pt x="3840" y="154"/>
                      <a:pt x="5779" y="0"/>
                    </a:cubicBezTo>
                    <a:cubicBezTo>
                      <a:pt x="25654" y="0"/>
                      <a:pt x="45593" y="0"/>
                      <a:pt x="65532" y="0"/>
                    </a:cubicBezTo>
                    <a:cubicBezTo>
                      <a:pt x="68552" y="194"/>
                      <a:pt x="71325" y="1732"/>
                      <a:pt x="73089" y="4191"/>
                    </a:cubicBezTo>
                    <a:cubicBezTo>
                      <a:pt x="105855" y="66230"/>
                      <a:pt x="150940" y="118491"/>
                      <a:pt x="202629" y="164973"/>
                    </a:cubicBezTo>
                    <a:cubicBezTo>
                      <a:pt x="256618" y="212664"/>
                      <a:pt x="315344" y="254708"/>
                      <a:pt x="377889" y="290449"/>
                    </a:cubicBezTo>
                    <a:lnTo>
                      <a:pt x="381318" y="292481"/>
                    </a:lnTo>
                    <a:cubicBezTo>
                      <a:pt x="367221" y="301180"/>
                      <a:pt x="353568" y="309372"/>
                      <a:pt x="340043" y="317881"/>
                    </a:cubicBezTo>
                    <a:cubicBezTo>
                      <a:pt x="260224" y="368681"/>
                      <a:pt x="186246" y="426593"/>
                      <a:pt x="126238" y="500698"/>
                    </a:cubicBezTo>
                    <a:cubicBezTo>
                      <a:pt x="106331" y="525012"/>
                      <a:pt x="88949" y="551288"/>
                      <a:pt x="74358" y="579120"/>
                    </a:cubicBezTo>
                    <a:cubicBezTo>
                      <a:pt x="72939" y="582938"/>
                      <a:pt x="69060" y="585261"/>
                      <a:pt x="65024" y="584708"/>
                    </a:cubicBezTo>
                    <a:cubicBezTo>
                      <a:pt x="43879" y="584391"/>
                      <a:pt x="22733" y="584708"/>
                      <a:pt x="0" y="584708"/>
                    </a:cubicBezTo>
                    <a:cubicBezTo>
                      <a:pt x="68517" y="464693"/>
                      <a:pt x="157862" y="365951"/>
                      <a:pt x="275717" y="292862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</p:grpSp>
      <p:sp>
        <p:nvSpPr>
          <p:cNvPr id="18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359202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6561057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ousekeepin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3">
            <a:extLst>
              <a:ext uri="{FF2B5EF4-FFF2-40B4-BE49-F238E27FC236}">
                <a16:creationId xmlns:a16="http://schemas.microsoft.com/office/drawing/2014/main" id="{3344A4B7-0EC8-AD4A-8611-5B12AB419DC2}"/>
              </a:ext>
            </a:extLst>
          </p:cNvPr>
          <p:cNvSpPr/>
          <p:nvPr userDrawn="1"/>
        </p:nvSpPr>
        <p:spPr>
          <a:xfrm>
            <a:off x="0" y="0"/>
            <a:ext cx="11808125" cy="4657785"/>
          </a:xfrm>
          <a:custGeom>
            <a:avLst/>
            <a:gdLst/>
            <a:ahLst/>
            <a:cxnLst/>
            <a:rect l="l" t="t" r="r" b="b"/>
            <a:pathLst>
              <a:path w="15645765" h="6171565">
                <a:moveTo>
                  <a:pt x="12954792" y="0"/>
                </a:moveTo>
                <a:lnTo>
                  <a:pt x="9989330" y="0"/>
                </a:lnTo>
                <a:lnTo>
                  <a:pt x="11612737" y="1621505"/>
                </a:lnTo>
                <a:lnTo>
                  <a:pt x="11603898" y="1638231"/>
                </a:lnTo>
                <a:lnTo>
                  <a:pt x="0" y="1638231"/>
                </a:lnTo>
                <a:lnTo>
                  <a:pt x="0" y="3701600"/>
                </a:lnTo>
                <a:lnTo>
                  <a:pt x="11623393" y="3701600"/>
                </a:lnTo>
                <a:lnTo>
                  <a:pt x="9157358" y="6164994"/>
                </a:lnTo>
                <a:lnTo>
                  <a:pt x="9229199" y="6169201"/>
                </a:lnTo>
                <a:lnTo>
                  <a:pt x="9246778" y="6169604"/>
                </a:lnTo>
                <a:lnTo>
                  <a:pt x="12044487" y="6171255"/>
                </a:lnTo>
                <a:lnTo>
                  <a:pt x="12085365" y="6167625"/>
                </a:lnTo>
                <a:lnTo>
                  <a:pt x="12120998" y="6156469"/>
                </a:lnTo>
                <a:lnTo>
                  <a:pt x="12153240" y="6137640"/>
                </a:lnTo>
                <a:lnTo>
                  <a:pt x="12183945" y="6110993"/>
                </a:lnTo>
                <a:lnTo>
                  <a:pt x="15546143" y="2748262"/>
                </a:lnTo>
                <a:lnTo>
                  <a:pt x="15566761" y="2730440"/>
                </a:lnTo>
                <a:lnTo>
                  <a:pt x="15590311" y="2713899"/>
                </a:lnTo>
                <a:lnTo>
                  <a:pt x="15616627" y="2696820"/>
                </a:lnTo>
                <a:lnTo>
                  <a:pt x="15645546" y="2677383"/>
                </a:lnTo>
                <a:lnTo>
                  <a:pt x="15617183" y="2654144"/>
                </a:lnTo>
                <a:lnTo>
                  <a:pt x="15594873" y="2636172"/>
                </a:lnTo>
                <a:lnTo>
                  <a:pt x="15577002" y="2621305"/>
                </a:lnTo>
                <a:lnTo>
                  <a:pt x="15561955" y="2607381"/>
                </a:lnTo>
                <a:lnTo>
                  <a:pt x="12954792" y="0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 lIns="0" tIns="0" rIns="0" bIns="0" rtlCol="0"/>
          <a:lstStyle/>
          <a:p>
            <a:endParaRPr sz="1029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4784" y="3433680"/>
            <a:ext cx="5627171" cy="968987"/>
          </a:xfrm>
        </p:spPr>
        <p:txBody>
          <a:bodyPr anchor="t" anchorCtr="0">
            <a:noAutofit/>
          </a:bodyPr>
          <a:lstStyle>
            <a:lvl1pPr algn="l">
              <a:lnSpc>
                <a:spcPts val="6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Housekeeping</a:t>
            </a:r>
            <a:endParaRPr lang="en-GB" noProof="0" dirty="0"/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4784" y="4894524"/>
            <a:ext cx="5627171" cy="1186921"/>
          </a:xfrm>
        </p:spPr>
        <p:txBody>
          <a:bodyPr/>
          <a:lstStyle>
            <a:lvl1pPr marL="342900" marR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 typeface="Arial" panose="020B0604020202020204" pitchFamily="34" charset="0"/>
              <a:buChar char="•"/>
              <a:tabLst/>
              <a:defRPr sz="2000" b="0">
                <a:solidFill>
                  <a:schemeClr val="bg1"/>
                </a:solidFill>
              </a:defRPr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</p:spTree>
    <p:extLst>
      <p:ext uri="{BB962C8B-B14F-4D97-AF65-F5344CB8AC3E}">
        <p14:creationId xmlns:p14="http://schemas.microsoft.com/office/powerpoint/2010/main" val="42768793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eet &amp; Greet 1">
    <p:bg>
      <p:bgPr>
        <a:solidFill>
          <a:srgbClr val="38E2B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4785" y="1706477"/>
            <a:ext cx="5002556" cy="808123"/>
          </a:xfrm>
        </p:spPr>
        <p:txBody>
          <a:bodyPr anchor="t" anchorCtr="0">
            <a:noAutofit/>
          </a:bodyPr>
          <a:lstStyle>
            <a:lvl1pPr algn="l">
              <a:lnSpc>
                <a:spcPts val="6000"/>
              </a:lnSpc>
              <a:defRPr sz="3600">
                <a:solidFill>
                  <a:srgbClr val="004050"/>
                </a:solidFill>
              </a:defRPr>
            </a:lvl1pPr>
          </a:lstStyle>
          <a:p>
            <a:r>
              <a:rPr lang="en-US" noProof="0" dirty="0"/>
              <a:t>Meet &amp; Greet</a:t>
            </a:r>
            <a:endParaRPr lang="en-GB" noProof="0" dirty="0"/>
          </a:p>
        </p:txBody>
      </p:sp>
      <p:sp>
        <p:nvSpPr>
          <p:cNvPr id="18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5" y="2915404"/>
            <a:ext cx="4278655" cy="3401576"/>
          </a:xfrm>
        </p:spPr>
        <p:txBody>
          <a:bodyPr/>
          <a:lstStyle>
            <a:lvl1pPr>
              <a:lnSpc>
                <a:spcPct val="100000"/>
              </a:lnSpc>
              <a:defRPr b="0" baseline="0"/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</p:spTree>
    <p:extLst>
      <p:ext uri="{BB962C8B-B14F-4D97-AF65-F5344CB8AC3E}">
        <p14:creationId xmlns:p14="http://schemas.microsoft.com/office/powerpoint/2010/main" val="40459597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03 Section Divi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51C13B23-0164-1C4E-9E7A-3F1ECA7824F7}"/>
              </a:ext>
            </a:extLst>
          </p:cNvPr>
          <p:cNvGrpSpPr/>
          <p:nvPr userDrawn="1"/>
        </p:nvGrpSpPr>
        <p:grpSpPr>
          <a:xfrm>
            <a:off x="3297651" y="2366578"/>
            <a:ext cx="7767721" cy="4491421"/>
            <a:chOff x="7799133" y="1870745"/>
            <a:chExt cx="1010349" cy="584292"/>
          </a:xfrm>
          <a:solidFill>
            <a:srgbClr val="004050"/>
          </a:solidFill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/>
          </p:nvSpPr>
          <p:spPr>
            <a:xfrm>
              <a:off x="7799260" y="1870745"/>
              <a:ext cx="749300" cy="247650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9300" h="247650">
                  <a:moveTo>
                    <a:pt x="749871" y="248186"/>
                  </a:moveTo>
                  <a:lnTo>
                    <a:pt x="0" y="248186"/>
                  </a:lnTo>
                  <a:lnTo>
                    <a:pt x="0" y="192497"/>
                  </a:lnTo>
                  <a:lnTo>
                    <a:pt x="603885" y="192497"/>
                  </a:lnTo>
                  <a:cubicBezTo>
                    <a:pt x="546036" y="134140"/>
                    <a:pt x="492760" y="74768"/>
                    <a:pt x="457200" y="219"/>
                  </a:cubicBezTo>
                  <a:cubicBezTo>
                    <a:pt x="477583" y="219"/>
                    <a:pt x="496443" y="854"/>
                    <a:pt x="515239" y="219"/>
                  </a:cubicBezTo>
                  <a:cubicBezTo>
                    <a:pt x="524031" y="-1141"/>
                    <a:pt x="532543" y="3956"/>
                    <a:pt x="535495" y="12347"/>
                  </a:cubicBezTo>
                  <a:cubicBezTo>
                    <a:pt x="553057" y="45816"/>
                    <a:pt x="574730" y="76961"/>
                    <a:pt x="600011" y="105057"/>
                  </a:cubicBezTo>
                  <a:cubicBezTo>
                    <a:pt x="643639" y="155126"/>
                    <a:pt x="691855" y="201004"/>
                    <a:pt x="744030" y="242090"/>
                  </a:cubicBezTo>
                  <a:cubicBezTo>
                    <a:pt x="745808" y="243551"/>
                    <a:pt x="747585" y="245011"/>
                    <a:pt x="749236" y="246535"/>
                  </a:cubicBezTo>
                  <a:cubicBezTo>
                    <a:pt x="749554" y="246599"/>
                    <a:pt x="749554" y="247170"/>
                    <a:pt x="749871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9B9C1B07-7BAD-DD4F-97E1-2FD89B2D1C40}"/>
                </a:ext>
              </a:extLst>
            </p:cNvPr>
            <p:cNvSpPr/>
            <p:nvPr/>
          </p:nvSpPr>
          <p:spPr>
            <a:xfrm>
              <a:off x="7799133" y="2208657"/>
              <a:ext cx="749300" cy="241300"/>
            </a:xfrm>
            <a:custGeom>
              <a:avLst/>
              <a:gdLst>
                <a:gd name="connsiteX0" fmla="*/ 601091 w 749300"/>
                <a:gd name="connsiteY0" fmla="*/ 55689 h 241300"/>
                <a:gd name="connsiteX1" fmla="*/ 0 w 749300"/>
                <a:gd name="connsiteY1" fmla="*/ 55689 h 241300"/>
                <a:gd name="connsiteX2" fmla="*/ 0 w 749300"/>
                <a:gd name="connsiteY2" fmla="*/ 0 h 241300"/>
                <a:gd name="connsiteX3" fmla="*/ 751269 w 749300"/>
                <a:gd name="connsiteY3" fmla="*/ 0 h 241300"/>
                <a:gd name="connsiteX4" fmla="*/ 720598 w 749300"/>
                <a:gd name="connsiteY4" fmla="*/ 25845 h 241300"/>
                <a:gd name="connsiteX5" fmla="*/ 586550 w 749300"/>
                <a:gd name="connsiteY5" fmla="*/ 159893 h 241300"/>
                <a:gd name="connsiteX6" fmla="*/ 531813 w 749300"/>
                <a:gd name="connsiteY6" fmla="*/ 241871 h 241300"/>
                <a:gd name="connsiteX7" fmla="*/ 524701 w 749300"/>
                <a:gd name="connsiteY7" fmla="*/ 246824 h 241300"/>
                <a:gd name="connsiteX8" fmla="*/ 461835 w 749300"/>
                <a:gd name="connsiteY8" fmla="*/ 246824 h 241300"/>
                <a:gd name="connsiteX9" fmla="*/ 458216 w 749300"/>
                <a:gd name="connsiteY9" fmla="*/ 246317 h 241300"/>
                <a:gd name="connsiteX10" fmla="*/ 522478 w 749300"/>
                <a:gd name="connsiteY10" fmla="*/ 144717 h 241300"/>
                <a:gd name="connsiteX11" fmla="*/ 601091 w 749300"/>
                <a:gd name="connsiteY11" fmla="*/ 55689 h 241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49300" h="241300">
                  <a:moveTo>
                    <a:pt x="601091" y="55689"/>
                  </a:moveTo>
                  <a:lnTo>
                    <a:pt x="0" y="55689"/>
                  </a:lnTo>
                  <a:lnTo>
                    <a:pt x="0" y="0"/>
                  </a:lnTo>
                  <a:lnTo>
                    <a:pt x="751269" y="0"/>
                  </a:lnTo>
                  <a:cubicBezTo>
                    <a:pt x="740220" y="9335"/>
                    <a:pt x="730377" y="17526"/>
                    <a:pt x="720598" y="25845"/>
                  </a:cubicBezTo>
                  <a:cubicBezTo>
                    <a:pt x="672008" y="66441"/>
                    <a:pt x="627146" y="111303"/>
                    <a:pt x="586550" y="159893"/>
                  </a:cubicBezTo>
                  <a:cubicBezTo>
                    <a:pt x="565442" y="185196"/>
                    <a:pt x="547093" y="212678"/>
                    <a:pt x="531813" y="241871"/>
                  </a:cubicBezTo>
                  <a:cubicBezTo>
                    <a:pt x="530328" y="244527"/>
                    <a:pt x="527706" y="246353"/>
                    <a:pt x="524701" y="246824"/>
                  </a:cubicBezTo>
                  <a:cubicBezTo>
                    <a:pt x="503746" y="247205"/>
                    <a:pt x="482791" y="246824"/>
                    <a:pt x="461835" y="246824"/>
                  </a:cubicBezTo>
                  <a:cubicBezTo>
                    <a:pt x="460621" y="246721"/>
                    <a:pt x="459412" y="246551"/>
                    <a:pt x="458216" y="246317"/>
                  </a:cubicBezTo>
                  <a:cubicBezTo>
                    <a:pt x="475005" y="209733"/>
                    <a:pt x="496619" y="175563"/>
                    <a:pt x="522478" y="144717"/>
                  </a:cubicBezTo>
                  <a:cubicBezTo>
                    <a:pt x="547751" y="114554"/>
                    <a:pt x="574802" y="85471"/>
                    <a:pt x="601091" y="55689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428482" y="1870837"/>
              <a:ext cx="381000" cy="584200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2" name="Rectangle 1"/>
          <p:cNvSpPr/>
          <p:nvPr userDrawn="1"/>
        </p:nvSpPr>
        <p:spPr>
          <a:xfrm>
            <a:off x="-1" y="3844205"/>
            <a:ext cx="8314267" cy="432000"/>
          </a:xfrm>
          <a:prstGeom prst="rect">
            <a:avLst/>
          </a:prstGeom>
          <a:solidFill>
            <a:srgbClr val="004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/>
          <p:cNvSpPr/>
          <p:nvPr userDrawn="1"/>
        </p:nvSpPr>
        <p:spPr>
          <a:xfrm>
            <a:off x="-10132" y="4967139"/>
            <a:ext cx="8324398" cy="432000"/>
          </a:xfrm>
          <a:prstGeom prst="rect">
            <a:avLst/>
          </a:prstGeom>
          <a:solidFill>
            <a:srgbClr val="004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6239" y="1556247"/>
            <a:ext cx="581025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90000"/>
              </a:lnSpc>
              <a:defRPr sz="3600" spc="60" baseline="0">
                <a:solidFill>
                  <a:srgbClr val="004050"/>
                </a:solidFill>
              </a:defRPr>
            </a:lvl1pPr>
          </a:lstStyle>
          <a:p>
            <a:r>
              <a:rPr lang="en-US" noProof="0" dirty="0"/>
              <a:t>CLICK TO EDIT </a:t>
            </a:r>
            <a:br>
              <a:rPr lang="en-US" noProof="0" dirty="0"/>
            </a:br>
            <a:r>
              <a:rPr lang="en-US" noProof="0" dirty="0"/>
              <a:t>MASTER TITLE STYLE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029218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verview or quotes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004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7" y="1349984"/>
            <a:ext cx="6770688" cy="5119407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lnSpc>
                <a:spcPct val="100000"/>
              </a:lnSpc>
              <a:buFont typeface="Arial" panose="020B0604020202020204" pitchFamily="34" charset="0"/>
              <a:buChar char="•"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 sz="2000"/>
            </a:lvl4pPr>
            <a:lvl5pPr marL="180000" indent="-180000"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DF3D0604-3EEB-7547-A86F-8B3EFC40A3EC}"/>
              </a:ext>
            </a:extLst>
          </p:cNvPr>
          <p:cNvSpPr/>
          <p:nvPr userDrawn="1"/>
        </p:nvSpPr>
        <p:spPr>
          <a:xfrm>
            <a:off x="384784" y="4504759"/>
            <a:ext cx="4321328" cy="1964632"/>
          </a:xfrm>
          <a:custGeom>
            <a:avLst/>
            <a:gdLst>
              <a:gd name="connsiteX0" fmla="*/ 1010833 w 1009650"/>
              <a:gd name="connsiteY0" fmla="*/ 229067 h 457200"/>
              <a:gd name="connsiteX1" fmla="*/ 972733 w 1009650"/>
              <a:gd name="connsiteY1" fmla="*/ 246593 h 457200"/>
              <a:gd name="connsiteX2" fmla="*/ 768072 w 1009650"/>
              <a:gd name="connsiteY2" fmla="*/ 348701 h 457200"/>
              <a:gd name="connsiteX3" fmla="*/ 658853 w 1009650"/>
              <a:gd name="connsiteY3" fmla="*/ 435887 h 457200"/>
              <a:gd name="connsiteX4" fmla="*/ 625770 w 1009650"/>
              <a:gd name="connsiteY4" fmla="*/ 457159 h 457200"/>
              <a:gd name="connsiteX5" fmla="*/ 594020 w 1009650"/>
              <a:gd name="connsiteY5" fmla="*/ 447126 h 457200"/>
              <a:gd name="connsiteX6" fmla="*/ 591352 w 1009650"/>
              <a:gd name="connsiteY6" fmla="*/ 428076 h 457200"/>
              <a:gd name="connsiteX7" fmla="*/ 620117 w 1009650"/>
              <a:gd name="connsiteY7" fmla="*/ 377721 h 457200"/>
              <a:gd name="connsiteX8" fmla="*/ 677966 w 1009650"/>
              <a:gd name="connsiteY8" fmla="*/ 290281 h 457200"/>
              <a:gd name="connsiteX9" fmla="*/ 688507 w 1009650"/>
              <a:gd name="connsiteY9" fmla="*/ 269136 h 457200"/>
              <a:gd name="connsiteX10" fmla="*/ 674410 w 1009650"/>
              <a:gd name="connsiteY10" fmla="*/ 241704 h 457200"/>
              <a:gd name="connsiteX11" fmla="*/ 636310 w 1009650"/>
              <a:gd name="connsiteY11" fmla="*/ 240307 h 457200"/>
              <a:gd name="connsiteX12" fmla="*/ 469495 w 1009650"/>
              <a:gd name="connsiteY12" fmla="*/ 274597 h 457200"/>
              <a:gd name="connsiteX13" fmla="*/ 356846 w 1009650"/>
              <a:gd name="connsiteY13" fmla="*/ 325905 h 457200"/>
              <a:gd name="connsiteX14" fmla="*/ 235752 w 1009650"/>
              <a:gd name="connsiteY14" fmla="*/ 378864 h 457200"/>
              <a:gd name="connsiteX15" fmla="*/ 118468 w 1009650"/>
              <a:gd name="connsiteY15" fmla="*/ 386611 h 457200"/>
              <a:gd name="connsiteX16" fmla="*/ 4168 w 1009650"/>
              <a:gd name="connsiteY16" fmla="*/ 268882 h 457200"/>
              <a:gd name="connsiteX17" fmla="*/ 25186 w 1009650"/>
              <a:gd name="connsiteY17" fmla="*/ 136802 h 457200"/>
              <a:gd name="connsiteX18" fmla="*/ 149075 w 1009650"/>
              <a:gd name="connsiteY18" fmla="*/ 68476 h 457200"/>
              <a:gd name="connsiteX19" fmla="*/ 296649 w 1009650"/>
              <a:gd name="connsiteY19" fmla="*/ 103464 h 457200"/>
              <a:gd name="connsiteX20" fmla="*/ 415076 w 1009650"/>
              <a:gd name="connsiteY20" fmla="*/ 161059 h 457200"/>
              <a:gd name="connsiteX21" fmla="*/ 572429 w 1009650"/>
              <a:gd name="connsiteY21" fmla="*/ 209255 h 457200"/>
              <a:gd name="connsiteX22" fmla="*/ 649836 w 1009650"/>
              <a:gd name="connsiteY22" fmla="*/ 219161 h 457200"/>
              <a:gd name="connsiteX23" fmla="*/ 675236 w 1009650"/>
              <a:gd name="connsiteY23" fmla="*/ 216812 h 457200"/>
              <a:gd name="connsiteX24" fmla="*/ 690125 w 1009650"/>
              <a:gd name="connsiteY24" fmla="*/ 195995 h 457200"/>
              <a:gd name="connsiteX25" fmla="*/ 688317 w 1009650"/>
              <a:gd name="connsiteY25" fmla="*/ 190586 h 457200"/>
              <a:gd name="connsiteX26" fmla="*/ 667934 w 1009650"/>
              <a:gd name="connsiteY26" fmla="*/ 151343 h 457200"/>
              <a:gd name="connsiteX27" fmla="*/ 603036 w 1009650"/>
              <a:gd name="connsiteY27" fmla="*/ 53871 h 457200"/>
              <a:gd name="connsiteX28" fmla="*/ 591098 w 1009650"/>
              <a:gd name="connsiteY28" fmla="*/ 30820 h 457200"/>
              <a:gd name="connsiteX29" fmla="*/ 608179 w 1009650"/>
              <a:gd name="connsiteY29" fmla="*/ 848 h 457200"/>
              <a:gd name="connsiteX30" fmla="*/ 649200 w 1009650"/>
              <a:gd name="connsiteY30" fmla="*/ 12977 h 457200"/>
              <a:gd name="connsiteX31" fmla="*/ 701905 w 1009650"/>
              <a:gd name="connsiteY31" fmla="*/ 60856 h 457200"/>
              <a:gd name="connsiteX32" fmla="*/ 813474 w 1009650"/>
              <a:gd name="connsiteY32" fmla="*/ 134389 h 457200"/>
              <a:gd name="connsiteX33" fmla="*/ 1006642 w 1009650"/>
              <a:gd name="connsiteY33" fmla="*/ 226972 h 457200"/>
              <a:gd name="connsiteX34" fmla="*/ 1010833 w 1009650"/>
              <a:gd name="connsiteY34" fmla="*/ 229067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457200">
                <a:moveTo>
                  <a:pt x="1010833" y="229067"/>
                </a:moveTo>
                <a:cubicBezTo>
                  <a:pt x="997434" y="235417"/>
                  <a:pt x="984925" y="240815"/>
                  <a:pt x="972733" y="246593"/>
                </a:cubicBezTo>
                <a:cubicBezTo>
                  <a:pt x="903581" y="278724"/>
                  <a:pt x="833668" y="309522"/>
                  <a:pt x="768072" y="348701"/>
                </a:cubicBezTo>
                <a:cubicBezTo>
                  <a:pt x="728311" y="373291"/>
                  <a:pt x="691642" y="402562"/>
                  <a:pt x="658853" y="435887"/>
                </a:cubicBezTo>
                <a:cubicBezTo>
                  <a:pt x="650022" y="445921"/>
                  <a:pt x="638563" y="453288"/>
                  <a:pt x="625770" y="457159"/>
                </a:cubicBezTo>
                <a:cubicBezTo>
                  <a:pt x="614145" y="459928"/>
                  <a:pt x="601942" y="456072"/>
                  <a:pt x="594020" y="447126"/>
                </a:cubicBezTo>
                <a:cubicBezTo>
                  <a:pt x="588841" y="442152"/>
                  <a:pt x="587739" y="434281"/>
                  <a:pt x="591352" y="428076"/>
                </a:cubicBezTo>
                <a:cubicBezTo>
                  <a:pt x="600559" y="411122"/>
                  <a:pt x="609703" y="393977"/>
                  <a:pt x="620117" y="377721"/>
                </a:cubicBezTo>
                <a:cubicBezTo>
                  <a:pt x="639167" y="348320"/>
                  <a:pt x="658853" y="319555"/>
                  <a:pt x="677966" y="290281"/>
                </a:cubicBezTo>
                <a:cubicBezTo>
                  <a:pt x="682182" y="283605"/>
                  <a:pt x="685714" y="276521"/>
                  <a:pt x="688507" y="269136"/>
                </a:cubicBezTo>
                <a:cubicBezTo>
                  <a:pt x="693714" y="255801"/>
                  <a:pt x="688507" y="244244"/>
                  <a:pt x="674410" y="241704"/>
                </a:cubicBezTo>
                <a:cubicBezTo>
                  <a:pt x="661836" y="239482"/>
                  <a:pt x="649014" y="239012"/>
                  <a:pt x="636310" y="240307"/>
                </a:cubicBezTo>
                <a:cubicBezTo>
                  <a:pt x="579541" y="245958"/>
                  <a:pt x="523090" y="254975"/>
                  <a:pt x="469495" y="274597"/>
                </a:cubicBezTo>
                <a:cubicBezTo>
                  <a:pt x="431081" y="289732"/>
                  <a:pt x="393480" y="306858"/>
                  <a:pt x="356846" y="325905"/>
                </a:cubicBezTo>
                <a:cubicBezTo>
                  <a:pt x="317159" y="344955"/>
                  <a:pt x="278233" y="366227"/>
                  <a:pt x="235752" y="378864"/>
                </a:cubicBezTo>
                <a:cubicBezTo>
                  <a:pt x="197915" y="391187"/>
                  <a:pt x="157597" y="393850"/>
                  <a:pt x="118468" y="386611"/>
                </a:cubicBezTo>
                <a:cubicBezTo>
                  <a:pt x="60224" y="373808"/>
                  <a:pt x="15244" y="327478"/>
                  <a:pt x="4168" y="268882"/>
                </a:cubicBezTo>
                <a:cubicBezTo>
                  <a:pt x="-4405" y="222463"/>
                  <a:pt x="-849" y="177505"/>
                  <a:pt x="25186" y="136802"/>
                </a:cubicBezTo>
                <a:cubicBezTo>
                  <a:pt x="53888" y="91971"/>
                  <a:pt x="95925" y="69746"/>
                  <a:pt x="149075" y="68476"/>
                </a:cubicBezTo>
                <a:cubicBezTo>
                  <a:pt x="202224" y="67206"/>
                  <a:pt x="249976" y="81557"/>
                  <a:pt x="296649" y="103464"/>
                </a:cubicBezTo>
                <a:cubicBezTo>
                  <a:pt x="336400" y="122133"/>
                  <a:pt x="375875" y="141331"/>
                  <a:pt x="415076" y="161059"/>
                </a:cubicBezTo>
                <a:cubicBezTo>
                  <a:pt x="464691" y="185237"/>
                  <a:pt x="517785" y="201499"/>
                  <a:pt x="572429" y="209255"/>
                </a:cubicBezTo>
                <a:cubicBezTo>
                  <a:pt x="598126" y="213234"/>
                  <a:pt x="623928" y="216536"/>
                  <a:pt x="649836" y="219161"/>
                </a:cubicBezTo>
                <a:cubicBezTo>
                  <a:pt x="658375" y="219866"/>
                  <a:pt x="666971" y="219071"/>
                  <a:pt x="675236" y="216812"/>
                </a:cubicBezTo>
                <a:cubicBezTo>
                  <a:pt x="685095" y="215175"/>
                  <a:pt x="691762" y="205855"/>
                  <a:pt x="690125" y="195995"/>
                </a:cubicBezTo>
                <a:cubicBezTo>
                  <a:pt x="689812" y="194108"/>
                  <a:pt x="689201" y="192282"/>
                  <a:pt x="688317" y="190586"/>
                </a:cubicBezTo>
                <a:cubicBezTo>
                  <a:pt x="682682" y="176935"/>
                  <a:pt x="675862" y="163803"/>
                  <a:pt x="667934" y="151343"/>
                </a:cubicBezTo>
                <a:cubicBezTo>
                  <a:pt x="646724" y="118577"/>
                  <a:pt x="624499" y="86446"/>
                  <a:pt x="603036" y="53871"/>
                </a:cubicBezTo>
                <a:cubicBezTo>
                  <a:pt x="598297" y="46605"/>
                  <a:pt x="594298" y="38883"/>
                  <a:pt x="591098" y="30820"/>
                </a:cubicBezTo>
                <a:cubicBezTo>
                  <a:pt x="584748" y="15771"/>
                  <a:pt x="592304" y="3833"/>
                  <a:pt x="608179" y="848"/>
                </a:cubicBezTo>
                <a:cubicBezTo>
                  <a:pt x="623012" y="-2026"/>
                  <a:pt x="638315" y="2499"/>
                  <a:pt x="649200" y="12977"/>
                </a:cubicBezTo>
                <a:cubicBezTo>
                  <a:pt x="666917" y="28788"/>
                  <a:pt x="683999" y="45298"/>
                  <a:pt x="701905" y="60856"/>
                </a:cubicBezTo>
                <a:cubicBezTo>
                  <a:pt x="735701" y="90165"/>
                  <a:pt x="773214" y="114889"/>
                  <a:pt x="813474" y="134389"/>
                </a:cubicBezTo>
                <a:cubicBezTo>
                  <a:pt x="877674" y="165631"/>
                  <a:pt x="942253" y="196111"/>
                  <a:pt x="1006642" y="226972"/>
                </a:cubicBezTo>
                <a:cubicBezTo>
                  <a:pt x="1007785" y="227226"/>
                  <a:pt x="1008801" y="227924"/>
                  <a:pt x="1010833" y="229067"/>
                </a:cubicBezTo>
                <a:close/>
              </a:path>
            </a:pathLst>
          </a:custGeom>
          <a:solidFill>
            <a:srgbClr val="09EDB8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384784" y="1349984"/>
            <a:ext cx="3443732" cy="2751998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all" spc="60" baseline="0">
                <a:solidFill>
                  <a:srgbClr val="09EDB8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slide title to sit here</a:t>
            </a:r>
          </a:p>
        </p:txBody>
      </p:sp>
    </p:spTree>
    <p:extLst>
      <p:ext uri="{BB962C8B-B14F-4D97-AF65-F5344CB8AC3E}">
        <p14:creationId xmlns:p14="http://schemas.microsoft.com/office/powerpoint/2010/main" val="35899453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rrow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1"/>
          <a:stretch/>
        </p:blipFill>
        <p:spPr>
          <a:xfrm>
            <a:off x="-6057" y="3264823"/>
            <a:ext cx="5967455" cy="2859259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242034"/>
            <a:ext cx="3694112" cy="2917842"/>
          </a:xfrm>
        </p:spPr>
        <p:txBody>
          <a:bodyPr anchor="b"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edit slide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8146" y="579549"/>
            <a:ext cx="5718225" cy="589903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000"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2"/>
            <a:r>
              <a:rPr lang="en-GB" dirty="0"/>
              <a:t>Fourth level</a:t>
            </a:r>
          </a:p>
          <a:p>
            <a:pPr lvl="2"/>
            <a:r>
              <a:rPr lang="en-GB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703584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and Image (half scree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73063" y="1892635"/>
            <a:ext cx="614348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85650" y="1147572"/>
            <a:ext cx="5123903" cy="520262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edit slide title</a:t>
            </a: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3229535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00EDB3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21148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ctivity 1">
    <p:bg>
      <p:bgPr>
        <a:solidFill>
          <a:srgbClr val="0EEE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27302" y="344971"/>
            <a:ext cx="7475232" cy="285887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>
                <a:solidFill>
                  <a:srgbClr val="004050"/>
                </a:solidFill>
              </a:defRPr>
            </a:lvl1pPr>
          </a:lstStyle>
          <a:p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ACTIVITY: </a:t>
            </a:r>
            <a:br>
              <a:rPr lang="en-US" noProof="0" dirty="0"/>
            </a:br>
            <a:r>
              <a:rPr lang="en-US" noProof="0" dirty="0"/>
              <a:t>CLICK TO EDIT TITLE</a:t>
            </a:r>
            <a:endParaRPr lang="en-GB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327303" y="3525004"/>
            <a:ext cx="7475230" cy="2791976"/>
          </a:xfrm>
        </p:spPr>
        <p:txBody>
          <a:bodyPr/>
          <a:lstStyle>
            <a:lvl1pPr>
              <a:lnSpc>
                <a:spcPct val="100000"/>
              </a:lnSpc>
              <a:defRPr b="0" baseline="0"/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56887D20-DCD6-8E49-BF31-8F4C2FCCD421}"/>
              </a:ext>
            </a:extLst>
          </p:cNvPr>
          <p:cNvSpPr/>
          <p:nvPr userDrawn="1"/>
        </p:nvSpPr>
        <p:spPr>
          <a:xfrm>
            <a:off x="487005" y="518307"/>
            <a:ext cx="3525956" cy="4061544"/>
          </a:xfrm>
          <a:custGeom>
            <a:avLst/>
            <a:gdLst>
              <a:gd name="connsiteX0" fmla="*/ 1008895 w 1003300"/>
              <a:gd name="connsiteY0" fmla="*/ 731076 h 1155700"/>
              <a:gd name="connsiteX1" fmla="*/ 581921 w 1003300"/>
              <a:gd name="connsiteY1" fmla="*/ 1157986 h 1155700"/>
              <a:gd name="connsiteX2" fmla="*/ 581921 w 1003300"/>
              <a:gd name="connsiteY2" fmla="*/ 932371 h 1155700"/>
              <a:gd name="connsiteX3" fmla="*/ 565728 w 1003300"/>
              <a:gd name="connsiteY3" fmla="*/ 932371 h 1155700"/>
              <a:gd name="connsiteX4" fmla="*/ 485337 w 1003300"/>
              <a:gd name="connsiteY4" fmla="*/ 923163 h 1155700"/>
              <a:gd name="connsiteX5" fmla="*/ 405454 w 1003300"/>
              <a:gd name="connsiteY5" fmla="*/ 877824 h 1155700"/>
              <a:gd name="connsiteX6" fmla="*/ 306585 w 1003300"/>
              <a:gd name="connsiteY6" fmla="*/ 784035 h 1155700"/>
              <a:gd name="connsiteX7" fmla="*/ 114497 w 1003300"/>
              <a:gd name="connsiteY7" fmla="*/ 591312 h 1155700"/>
              <a:gd name="connsiteX8" fmla="*/ 29534 w 1003300"/>
              <a:gd name="connsiteY8" fmla="*/ 484251 h 1155700"/>
              <a:gd name="connsiteX9" fmla="*/ 7500 w 1003300"/>
              <a:gd name="connsiteY9" fmla="*/ 408051 h 1155700"/>
              <a:gd name="connsiteX10" fmla="*/ 452 w 1003300"/>
              <a:gd name="connsiteY10" fmla="*/ 282766 h 1155700"/>
              <a:gd name="connsiteX11" fmla="*/ 452 w 1003300"/>
              <a:gd name="connsiteY11" fmla="*/ 10668 h 1155700"/>
              <a:gd name="connsiteX12" fmla="*/ 452 w 1003300"/>
              <a:gd name="connsiteY12" fmla="*/ 1333 h 1155700"/>
              <a:gd name="connsiteX13" fmla="*/ 201937 w 1003300"/>
              <a:gd name="connsiteY13" fmla="*/ 203200 h 1155700"/>
              <a:gd name="connsiteX14" fmla="*/ 405137 w 1003300"/>
              <a:gd name="connsiteY14" fmla="*/ 0 h 1155700"/>
              <a:gd name="connsiteX15" fmla="*/ 405137 w 1003300"/>
              <a:gd name="connsiteY15" fmla="*/ 527876 h 1155700"/>
              <a:gd name="connsiteX16" fmla="*/ 573221 w 1003300"/>
              <a:gd name="connsiteY16" fmla="*/ 527876 h 1155700"/>
              <a:gd name="connsiteX17" fmla="*/ 581984 w 1003300"/>
              <a:gd name="connsiteY17" fmla="*/ 518732 h 1155700"/>
              <a:gd name="connsiteX18" fmla="*/ 581984 w 1003300"/>
              <a:gd name="connsiteY18" fmla="*/ 303975 h 1155700"/>
              <a:gd name="connsiteX19" fmla="*/ 1008895 w 1003300"/>
              <a:gd name="connsiteY19" fmla="*/ 731076 h 1155700"/>
              <a:gd name="connsiteX20" fmla="*/ 649929 w 1003300"/>
              <a:gd name="connsiteY20" fmla="*/ 864426 h 1155700"/>
              <a:gd name="connsiteX21" fmla="*/ 649929 w 1003300"/>
              <a:gd name="connsiteY21" fmla="*/ 991807 h 1155700"/>
              <a:gd name="connsiteX22" fmla="*/ 911359 w 1003300"/>
              <a:gd name="connsiteY22" fmla="*/ 730568 h 1155700"/>
              <a:gd name="connsiteX23" fmla="*/ 649231 w 1003300"/>
              <a:gd name="connsiteY23" fmla="*/ 468376 h 1155700"/>
              <a:gd name="connsiteX24" fmla="*/ 649231 w 1003300"/>
              <a:gd name="connsiteY24" fmla="*/ 595693 h 1155700"/>
              <a:gd name="connsiteX25" fmla="*/ 216732 w 1003300"/>
              <a:gd name="connsiteY25" fmla="*/ 595693 h 1155700"/>
              <a:gd name="connsiteX26" fmla="*/ 221558 w 1003300"/>
              <a:gd name="connsiteY26" fmla="*/ 601091 h 1155700"/>
              <a:gd name="connsiteX27" fmla="*/ 427870 w 1003300"/>
              <a:gd name="connsiteY27" fmla="*/ 807720 h 1155700"/>
              <a:gd name="connsiteX28" fmla="*/ 542170 w 1003300"/>
              <a:gd name="connsiteY28" fmla="*/ 862457 h 1155700"/>
              <a:gd name="connsiteX29" fmla="*/ 624720 w 1003300"/>
              <a:gd name="connsiteY29" fmla="*/ 864426 h 1155700"/>
              <a:gd name="connsiteX30" fmla="*/ 649929 w 1003300"/>
              <a:gd name="connsiteY30" fmla="*/ 864426 h 1155700"/>
              <a:gd name="connsiteX31" fmla="*/ 68523 w 1003300"/>
              <a:gd name="connsiteY31" fmla="*/ 162941 h 1155700"/>
              <a:gd name="connsiteX32" fmla="*/ 68142 w 1003300"/>
              <a:gd name="connsiteY32" fmla="*/ 168275 h 1155700"/>
              <a:gd name="connsiteX33" fmla="*/ 68460 w 1003300"/>
              <a:gd name="connsiteY33" fmla="*/ 339725 h 1155700"/>
              <a:gd name="connsiteX34" fmla="*/ 75318 w 1003300"/>
              <a:gd name="connsiteY34" fmla="*/ 411162 h 1155700"/>
              <a:gd name="connsiteX35" fmla="*/ 127325 w 1003300"/>
              <a:gd name="connsiteY35" fmla="*/ 494665 h 1155700"/>
              <a:gd name="connsiteX36" fmla="*/ 203207 w 1003300"/>
              <a:gd name="connsiteY36" fmla="*/ 521780 h 1155700"/>
              <a:gd name="connsiteX37" fmla="*/ 333889 w 1003300"/>
              <a:gd name="connsiteY37" fmla="*/ 527558 h 1155700"/>
              <a:gd name="connsiteX38" fmla="*/ 336937 w 1003300"/>
              <a:gd name="connsiteY38" fmla="*/ 526732 h 1155700"/>
              <a:gd name="connsiteX39" fmla="*/ 336938 w 1003300"/>
              <a:gd name="connsiteY39" fmla="*/ 162243 h 1155700"/>
              <a:gd name="connsiteX40" fmla="*/ 202508 w 1003300"/>
              <a:gd name="connsiteY40" fmla="*/ 295021 h 1155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003300" h="1155700">
                <a:moveTo>
                  <a:pt x="1008895" y="731076"/>
                </a:moveTo>
                <a:lnTo>
                  <a:pt x="581921" y="1157986"/>
                </a:lnTo>
                <a:lnTo>
                  <a:pt x="581921" y="932371"/>
                </a:lnTo>
                <a:lnTo>
                  <a:pt x="565728" y="932371"/>
                </a:lnTo>
                <a:cubicBezTo>
                  <a:pt x="538636" y="932998"/>
                  <a:pt x="511586" y="929900"/>
                  <a:pt x="485337" y="923163"/>
                </a:cubicBezTo>
                <a:cubicBezTo>
                  <a:pt x="455495" y="914588"/>
                  <a:pt x="428116" y="899048"/>
                  <a:pt x="405454" y="877824"/>
                </a:cubicBezTo>
                <a:cubicBezTo>
                  <a:pt x="371736" y="847407"/>
                  <a:pt x="338843" y="815975"/>
                  <a:pt x="306585" y="784035"/>
                </a:cubicBezTo>
                <a:cubicBezTo>
                  <a:pt x="242111" y="720238"/>
                  <a:pt x="178082" y="655997"/>
                  <a:pt x="114497" y="591312"/>
                </a:cubicBezTo>
                <a:cubicBezTo>
                  <a:pt x="82430" y="558737"/>
                  <a:pt x="52140" y="524510"/>
                  <a:pt x="29534" y="484251"/>
                </a:cubicBezTo>
                <a:cubicBezTo>
                  <a:pt x="16810" y="460725"/>
                  <a:pt x="9295" y="434737"/>
                  <a:pt x="7500" y="408051"/>
                </a:cubicBezTo>
                <a:cubicBezTo>
                  <a:pt x="3944" y="366395"/>
                  <a:pt x="1150" y="324548"/>
                  <a:pt x="452" y="282766"/>
                </a:cubicBezTo>
                <a:cubicBezTo>
                  <a:pt x="-565" y="192087"/>
                  <a:pt x="452" y="101346"/>
                  <a:pt x="452" y="10668"/>
                </a:cubicBezTo>
                <a:lnTo>
                  <a:pt x="452" y="1333"/>
                </a:lnTo>
                <a:cubicBezTo>
                  <a:pt x="67952" y="68961"/>
                  <a:pt x="134817" y="135890"/>
                  <a:pt x="201937" y="203200"/>
                </a:cubicBezTo>
                <a:lnTo>
                  <a:pt x="405137" y="0"/>
                </a:lnTo>
                <a:lnTo>
                  <a:pt x="405137" y="527876"/>
                </a:lnTo>
                <a:cubicBezTo>
                  <a:pt x="408185" y="527876"/>
                  <a:pt x="519818" y="527876"/>
                  <a:pt x="573221" y="527876"/>
                </a:cubicBezTo>
                <a:cubicBezTo>
                  <a:pt x="580524" y="527876"/>
                  <a:pt x="581984" y="525463"/>
                  <a:pt x="581984" y="518732"/>
                </a:cubicBezTo>
                <a:cubicBezTo>
                  <a:pt x="581984" y="449516"/>
                  <a:pt x="581984" y="305435"/>
                  <a:pt x="581984" y="303975"/>
                </a:cubicBezTo>
                <a:cubicBezTo>
                  <a:pt x="580778" y="304292"/>
                  <a:pt x="1010038" y="732028"/>
                  <a:pt x="1008895" y="731076"/>
                </a:cubicBezTo>
                <a:close/>
                <a:moveTo>
                  <a:pt x="649929" y="864426"/>
                </a:moveTo>
                <a:lnTo>
                  <a:pt x="649929" y="991807"/>
                </a:lnTo>
                <a:cubicBezTo>
                  <a:pt x="737601" y="904092"/>
                  <a:pt x="824745" y="817012"/>
                  <a:pt x="911359" y="730568"/>
                </a:cubicBezTo>
                <a:lnTo>
                  <a:pt x="649231" y="468376"/>
                </a:lnTo>
                <a:lnTo>
                  <a:pt x="649231" y="595693"/>
                </a:lnTo>
                <a:lnTo>
                  <a:pt x="216732" y="595693"/>
                </a:lnTo>
                <a:cubicBezTo>
                  <a:pt x="218955" y="598170"/>
                  <a:pt x="220162" y="599757"/>
                  <a:pt x="221558" y="601091"/>
                </a:cubicBezTo>
                <a:cubicBezTo>
                  <a:pt x="290265" y="669967"/>
                  <a:pt x="359036" y="738844"/>
                  <a:pt x="427870" y="807720"/>
                </a:cubicBezTo>
                <a:cubicBezTo>
                  <a:pt x="459620" y="839470"/>
                  <a:pt x="496894" y="859473"/>
                  <a:pt x="542170" y="862457"/>
                </a:cubicBezTo>
                <a:cubicBezTo>
                  <a:pt x="569665" y="864235"/>
                  <a:pt x="597288" y="863854"/>
                  <a:pt x="624720" y="864426"/>
                </a:cubicBezTo>
                <a:cubicBezTo>
                  <a:pt x="632721" y="864553"/>
                  <a:pt x="640404" y="864426"/>
                  <a:pt x="649929" y="864426"/>
                </a:cubicBezTo>
                <a:close/>
                <a:moveTo>
                  <a:pt x="68523" y="162941"/>
                </a:moveTo>
                <a:cubicBezTo>
                  <a:pt x="68523" y="164402"/>
                  <a:pt x="68142" y="166370"/>
                  <a:pt x="68142" y="168275"/>
                </a:cubicBezTo>
                <a:cubicBezTo>
                  <a:pt x="68142" y="225425"/>
                  <a:pt x="67507" y="282575"/>
                  <a:pt x="68460" y="339725"/>
                </a:cubicBezTo>
                <a:cubicBezTo>
                  <a:pt x="68770" y="363686"/>
                  <a:pt x="71064" y="387580"/>
                  <a:pt x="75318" y="411162"/>
                </a:cubicBezTo>
                <a:cubicBezTo>
                  <a:pt x="81668" y="445326"/>
                  <a:pt x="97289" y="474662"/>
                  <a:pt x="127325" y="494665"/>
                </a:cubicBezTo>
                <a:cubicBezTo>
                  <a:pt x="150463" y="508873"/>
                  <a:pt x="176305" y="518107"/>
                  <a:pt x="203207" y="521780"/>
                </a:cubicBezTo>
                <a:cubicBezTo>
                  <a:pt x="246514" y="529273"/>
                  <a:pt x="290265" y="527621"/>
                  <a:pt x="333889" y="527558"/>
                </a:cubicBezTo>
                <a:cubicBezTo>
                  <a:pt x="334936" y="527411"/>
                  <a:pt x="335960" y="527133"/>
                  <a:pt x="336937" y="526732"/>
                </a:cubicBezTo>
                <a:lnTo>
                  <a:pt x="336938" y="162243"/>
                </a:lnTo>
                <a:lnTo>
                  <a:pt x="202508" y="295021"/>
                </a:lnTo>
                <a:close/>
              </a:path>
            </a:pathLst>
          </a:custGeom>
          <a:solidFill>
            <a:schemeClr val="accent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8870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01 Section Divi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-609" y="0"/>
            <a:ext cx="12192609" cy="6858000"/>
          </a:xfrm>
          <a:prstGeom prst="rect">
            <a:avLst/>
          </a:prstGeom>
          <a:solidFill>
            <a:srgbClr val="28C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object 3">
            <a:extLst>
              <a:ext uri="{FF2B5EF4-FFF2-40B4-BE49-F238E27FC236}">
                <a16:creationId xmlns:a16="http://schemas.microsoft.com/office/drawing/2014/main" id="{3344A4B7-0EC8-AD4A-8611-5B12AB419DC2}"/>
              </a:ext>
            </a:extLst>
          </p:cNvPr>
          <p:cNvSpPr/>
          <p:nvPr userDrawn="1"/>
        </p:nvSpPr>
        <p:spPr>
          <a:xfrm>
            <a:off x="0" y="0"/>
            <a:ext cx="11808125" cy="4657785"/>
          </a:xfrm>
          <a:custGeom>
            <a:avLst/>
            <a:gdLst/>
            <a:ahLst/>
            <a:cxnLst/>
            <a:rect l="l" t="t" r="r" b="b"/>
            <a:pathLst>
              <a:path w="15645765" h="6171565">
                <a:moveTo>
                  <a:pt x="12954792" y="0"/>
                </a:moveTo>
                <a:lnTo>
                  <a:pt x="9989330" y="0"/>
                </a:lnTo>
                <a:lnTo>
                  <a:pt x="11612737" y="1621505"/>
                </a:lnTo>
                <a:lnTo>
                  <a:pt x="11603898" y="1638231"/>
                </a:lnTo>
                <a:lnTo>
                  <a:pt x="0" y="1638231"/>
                </a:lnTo>
                <a:lnTo>
                  <a:pt x="0" y="3701600"/>
                </a:lnTo>
                <a:lnTo>
                  <a:pt x="11623393" y="3701600"/>
                </a:lnTo>
                <a:lnTo>
                  <a:pt x="9157358" y="6164994"/>
                </a:lnTo>
                <a:lnTo>
                  <a:pt x="9229199" y="6169201"/>
                </a:lnTo>
                <a:lnTo>
                  <a:pt x="9246778" y="6169604"/>
                </a:lnTo>
                <a:lnTo>
                  <a:pt x="12044487" y="6171255"/>
                </a:lnTo>
                <a:lnTo>
                  <a:pt x="12085365" y="6167625"/>
                </a:lnTo>
                <a:lnTo>
                  <a:pt x="12120998" y="6156469"/>
                </a:lnTo>
                <a:lnTo>
                  <a:pt x="12153240" y="6137640"/>
                </a:lnTo>
                <a:lnTo>
                  <a:pt x="12183945" y="6110993"/>
                </a:lnTo>
                <a:lnTo>
                  <a:pt x="15546143" y="2748262"/>
                </a:lnTo>
                <a:lnTo>
                  <a:pt x="15566761" y="2730440"/>
                </a:lnTo>
                <a:lnTo>
                  <a:pt x="15590311" y="2713899"/>
                </a:lnTo>
                <a:lnTo>
                  <a:pt x="15616627" y="2696820"/>
                </a:lnTo>
                <a:lnTo>
                  <a:pt x="15645546" y="2677383"/>
                </a:lnTo>
                <a:lnTo>
                  <a:pt x="15617183" y="2654144"/>
                </a:lnTo>
                <a:lnTo>
                  <a:pt x="15594873" y="2636172"/>
                </a:lnTo>
                <a:lnTo>
                  <a:pt x="15577002" y="2621305"/>
                </a:lnTo>
                <a:lnTo>
                  <a:pt x="15561955" y="2607381"/>
                </a:lnTo>
                <a:lnTo>
                  <a:pt x="12954792" y="0"/>
                </a:lnTo>
                <a:close/>
              </a:path>
            </a:pathLst>
          </a:custGeom>
          <a:solidFill>
            <a:srgbClr val="004050"/>
          </a:solidFill>
        </p:spPr>
        <p:txBody>
          <a:bodyPr wrap="square" lIns="0" tIns="0" rIns="0" bIns="0" rtlCol="0"/>
          <a:lstStyle/>
          <a:p>
            <a:endParaRPr sz="1029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6238" y="2779800"/>
            <a:ext cx="5627171" cy="1682133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spc="60" baseline="0">
                <a:solidFill>
                  <a:srgbClr val="004050"/>
                </a:solidFill>
              </a:defRPr>
            </a:lvl1pPr>
          </a:lstStyle>
          <a:p>
            <a:r>
              <a:rPr lang="en-US" noProof="0" dirty="0"/>
              <a:t>CLICK TO EDIT MASTER TITLE STYLE</a:t>
            </a:r>
            <a:endParaRPr lang="en-GB" noProof="0" dirty="0"/>
          </a:p>
        </p:txBody>
      </p:sp>
      <p:sp>
        <p:nvSpPr>
          <p:cNvPr id="7" name="Rectangle 6"/>
          <p:cNvSpPr/>
          <p:nvPr userDrawn="1"/>
        </p:nvSpPr>
        <p:spPr>
          <a:xfrm>
            <a:off x="758190" y="769620"/>
            <a:ext cx="379608" cy="110490"/>
          </a:xfrm>
          <a:prstGeom prst="rect">
            <a:avLst/>
          </a:prstGeom>
          <a:solidFill>
            <a:srgbClr val="28C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4784" y="4894524"/>
            <a:ext cx="5627171" cy="1186921"/>
          </a:xfrm>
        </p:spPr>
        <p:txBody>
          <a:bodyPr/>
          <a:lstStyle>
            <a:lvl1pPr marL="342900" marR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 typeface="Arial" panose="020B0604020202020204" pitchFamily="34" charset="0"/>
              <a:buChar char="•"/>
              <a:tabLst/>
              <a:defRPr sz="2000" b="0">
                <a:solidFill>
                  <a:srgbClr val="004050"/>
                </a:solidFill>
              </a:defRPr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</p:spTree>
    <p:extLst>
      <p:ext uri="{BB962C8B-B14F-4D97-AF65-F5344CB8AC3E}">
        <p14:creationId xmlns:p14="http://schemas.microsoft.com/office/powerpoint/2010/main" val="21161448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Text Slide - With side bar C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28C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349984"/>
            <a:ext cx="3443732" cy="2751998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all" spc="60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slide title to sit here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8" y="1349984"/>
            <a:ext cx="5803900" cy="409416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magna.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35B5D0DF-4895-DB4F-85D9-C3FFDE55B8C8}"/>
              </a:ext>
            </a:extLst>
          </p:cNvPr>
          <p:cNvSpPr/>
          <p:nvPr userDrawn="1"/>
        </p:nvSpPr>
        <p:spPr>
          <a:xfrm>
            <a:off x="384784" y="4708688"/>
            <a:ext cx="4136901" cy="1728688"/>
          </a:xfrm>
          <a:custGeom>
            <a:avLst/>
            <a:gdLst>
              <a:gd name="connsiteX0" fmla="*/ 1041083 w 1035050"/>
              <a:gd name="connsiteY0" fmla="*/ 232283 h 527050"/>
              <a:gd name="connsiteX1" fmla="*/ 1041083 w 1035050"/>
              <a:gd name="connsiteY1" fmla="*/ 300545 h 527050"/>
              <a:gd name="connsiteX2" fmla="*/ 807403 w 1035050"/>
              <a:gd name="connsiteY2" fmla="*/ 532448 h 527050"/>
              <a:gd name="connsiteX3" fmla="*/ 738569 w 1035050"/>
              <a:gd name="connsiteY3" fmla="*/ 532448 h 527050"/>
              <a:gd name="connsiteX4" fmla="*/ 849249 w 1035050"/>
              <a:gd name="connsiteY4" fmla="*/ 300545 h 527050"/>
              <a:gd name="connsiteX5" fmla="*/ 564071 w 1035050"/>
              <a:gd name="connsiteY5" fmla="*/ 300545 h 527050"/>
              <a:gd name="connsiteX6" fmla="*/ 330454 w 1035050"/>
              <a:gd name="connsiteY6" fmla="*/ 532448 h 527050"/>
              <a:gd name="connsiteX7" fmla="*/ 261430 w 1035050"/>
              <a:gd name="connsiteY7" fmla="*/ 532448 h 527050"/>
              <a:gd name="connsiteX8" fmla="*/ 355854 w 1035050"/>
              <a:gd name="connsiteY8" fmla="*/ 314769 h 527050"/>
              <a:gd name="connsiteX9" fmla="*/ 202819 w 1035050"/>
              <a:gd name="connsiteY9" fmla="*/ 532448 h 527050"/>
              <a:gd name="connsiteX10" fmla="*/ 134049 w 1035050"/>
              <a:gd name="connsiteY10" fmla="*/ 532448 h 527050"/>
              <a:gd name="connsiteX11" fmla="*/ 232220 w 1035050"/>
              <a:gd name="connsiteY11" fmla="*/ 311277 h 527050"/>
              <a:gd name="connsiteX12" fmla="*/ 68771 w 1035050"/>
              <a:gd name="connsiteY12" fmla="*/ 532448 h 527050"/>
              <a:gd name="connsiteX13" fmla="*/ 0 w 1035050"/>
              <a:gd name="connsiteY13" fmla="*/ 532448 h 527050"/>
              <a:gd name="connsiteX14" fmla="*/ 162751 w 1035050"/>
              <a:gd name="connsiteY14" fmla="*/ 266192 h 527050"/>
              <a:gd name="connsiteX15" fmla="*/ 0 w 1035050"/>
              <a:gd name="connsiteY15" fmla="*/ 0 h 527050"/>
              <a:gd name="connsiteX16" fmla="*/ 68771 w 1035050"/>
              <a:gd name="connsiteY16" fmla="*/ 0 h 527050"/>
              <a:gd name="connsiteX17" fmla="*/ 231712 w 1035050"/>
              <a:gd name="connsiteY17" fmla="*/ 221107 h 527050"/>
              <a:gd name="connsiteX18" fmla="*/ 134049 w 1035050"/>
              <a:gd name="connsiteY18" fmla="*/ 381 h 527050"/>
              <a:gd name="connsiteX19" fmla="*/ 202819 w 1035050"/>
              <a:gd name="connsiteY19" fmla="*/ 381 h 527050"/>
              <a:gd name="connsiteX20" fmla="*/ 355918 w 1035050"/>
              <a:gd name="connsiteY20" fmla="*/ 218059 h 527050"/>
              <a:gd name="connsiteX21" fmla="*/ 261430 w 1035050"/>
              <a:gd name="connsiteY21" fmla="*/ 381 h 527050"/>
              <a:gd name="connsiteX22" fmla="*/ 330264 w 1035050"/>
              <a:gd name="connsiteY22" fmla="*/ 381 h 527050"/>
              <a:gd name="connsiteX23" fmla="*/ 564071 w 1035050"/>
              <a:gd name="connsiteY23" fmla="*/ 232283 h 527050"/>
              <a:gd name="connsiteX24" fmla="*/ 849440 w 1035050"/>
              <a:gd name="connsiteY24" fmla="*/ 232283 h 527050"/>
              <a:gd name="connsiteX25" fmla="*/ 738759 w 1035050"/>
              <a:gd name="connsiteY25" fmla="*/ 381 h 527050"/>
              <a:gd name="connsiteX26" fmla="*/ 807593 w 1035050"/>
              <a:gd name="connsiteY26" fmla="*/ 381 h 527050"/>
              <a:gd name="connsiteX27" fmla="*/ 1041083 w 1035050"/>
              <a:gd name="connsiteY27" fmla="*/ 232283 h 52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1035050" h="527050">
                <a:moveTo>
                  <a:pt x="1041083" y="232283"/>
                </a:moveTo>
                <a:lnTo>
                  <a:pt x="1041083" y="300545"/>
                </a:lnTo>
                <a:cubicBezTo>
                  <a:pt x="912573" y="300194"/>
                  <a:pt x="808032" y="403939"/>
                  <a:pt x="807403" y="532448"/>
                </a:cubicBezTo>
                <a:lnTo>
                  <a:pt x="738569" y="532448"/>
                </a:lnTo>
                <a:cubicBezTo>
                  <a:pt x="738665" y="442426"/>
                  <a:pt x="779322" y="357240"/>
                  <a:pt x="849249" y="300545"/>
                </a:cubicBezTo>
                <a:lnTo>
                  <a:pt x="564071" y="300545"/>
                </a:lnTo>
                <a:cubicBezTo>
                  <a:pt x="435571" y="300194"/>
                  <a:pt x="331049" y="403949"/>
                  <a:pt x="330454" y="532448"/>
                </a:cubicBezTo>
                <a:lnTo>
                  <a:pt x="261430" y="532448"/>
                </a:lnTo>
                <a:cubicBezTo>
                  <a:pt x="261469" y="449957"/>
                  <a:pt x="295649" y="371162"/>
                  <a:pt x="355854" y="314769"/>
                </a:cubicBezTo>
                <a:cubicBezTo>
                  <a:pt x="264255" y="348074"/>
                  <a:pt x="203155" y="434982"/>
                  <a:pt x="202819" y="532448"/>
                </a:cubicBezTo>
                <a:lnTo>
                  <a:pt x="134049" y="532448"/>
                </a:lnTo>
                <a:cubicBezTo>
                  <a:pt x="134077" y="448170"/>
                  <a:pt x="169736" y="367833"/>
                  <a:pt x="232220" y="311277"/>
                </a:cubicBezTo>
                <a:cubicBezTo>
                  <a:pt x="135308" y="341431"/>
                  <a:pt x="69149" y="430954"/>
                  <a:pt x="68771" y="532448"/>
                </a:cubicBezTo>
                <a:lnTo>
                  <a:pt x="0" y="532448"/>
                </a:lnTo>
                <a:cubicBezTo>
                  <a:pt x="242" y="420258"/>
                  <a:pt x="63014" y="317565"/>
                  <a:pt x="162751" y="266192"/>
                </a:cubicBezTo>
                <a:cubicBezTo>
                  <a:pt x="63024" y="214841"/>
                  <a:pt x="251" y="112170"/>
                  <a:pt x="0" y="0"/>
                </a:cubicBezTo>
                <a:lnTo>
                  <a:pt x="68771" y="0"/>
                </a:lnTo>
                <a:cubicBezTo>
                  <a:pt x="69086" y="101339"/>
                  <a:pt x="135011" y="190797"/>
                  <a:pt x="231712" y="221107"/>
                </a:cubicBezTo>
                <a:cubicBezTo>
                  <a:pt x="169531" y="164565"/>
                  <a:pt x="134072" y="84425"/>
                  <a:pt x="134049" y="381"/>
                </a:cubicBezTo>
                <a:lnTo>
                  <a:pt x="202819" y="381"/>
                </a:lnTo>
                <a:cubicBezTo>
                  <a:pt x="203128" y="97875"/>
                  <a:pt x="264269" y="184807"/>
                  <a:pt x="355918" y="218059"/>
                </a:cubicBezTo>
                <a:cubicBezTo>
                  <a:pt x="295689" y="161678"/>
                  <a:pt x="261486" y="82882"/>
                  <a:pt x="261430" y="381"/>
                </a:cubicBezTo>
                <a:lnTo>
                  <a:pt x="330264" y="381"/>
                </a:lnTo>
                <a:cubicBezTo>
                  <a:pt x="330893" y="128940"/>
                  <a:pt x="435511" y="232705"/>
                  <a:pt x="564071" y="232283"/>
                </a:cubicBezTo>
                <a:lnTo>
                  <a:pt x="849440" y="232283"/>
                </a:lnTo>
                <a:cubicBezTo>
                  <a:pt x="779505" y="175595"/>
                  <a:pt x="738847" y="90405"/>
                  <a:pt x="738759" y="381"/>
                </a:cubicBezTo>
                <a:lnTo>
                  <a:pt x="807593" y="381"/>
                </a:lnTo>
                <a:cubicBezTo>
                  <a:pt x="808223" y="128815"/>
                  <a:pt x="912647" y="232530"/>
                  <a:pt x="1041083" y="232283"/>
                </a:cubicBezTo>
                <a:close/>
              </a:path>
            </a:pathLst>
          </a:custGeom>
          <a:solidFill>
            <a:srgbClr val="004050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8870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Text Slid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 userDrawn="1"/>
        </p:nvGrpSpPr>
        <p:grpSpPr>
          <a:xfrm>
            <a:off x="-6058" y="3516217"/>
            <a:ext cx="5797612" cy="2396903"/>
            <a:chOff x="1320045" y="4580698"/>
            <a:chExt cx="3312434" cy="1370734"/>
          </a:xfrm>
          <a:solidFill>
            <a:srgbClr val="28CFF9"/>
          </a:solidFill>
        </p:grpSpPr>
        <p:sp>
          <p:nvSpPr>
            <p:cNvPr id="12" name="Rectangle 11"/>
            <p:cNvSpPr/>
            <p:nvPr userDrawn="1"/>
          </p:nvSpPr>
          <p:spPr>
            <a:xfrm>
              <a:off x="1320045" y="5031740"/>
              <a:ext cx="1234104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Rectangle 12"/>
            <p:cNvSpPr/>
            <p:nvPr userDrawn="1"/>
          </p:nvSpPr>
          <p:spPr>
            <a:xfrm>
              <a:off x="1320046" y="5373431"/>
              <a:ext cx="1234104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51C13B23-0164-1C4E-9E7A-3F1ECA7824F7}"/>
                </a:ext>
              </a:extLst>
            </p:cNvPr>
            <p:cNvGrpSpPr/>
            <p:nvPr userDrawn="1"/>
          </p:nvGrpSpPr>
          <p:grpSpPr>
            <a:xfrm>
              <a:off x="2227580" y="4580698"/>
              <a:ext cx="2404899" cy="1370734"/>
              <a:chOff x="7799133" y="1870745"/>
              <a:chExt cx="1010349" cy="584292"/>
            </a:xfrm>
            <a:grpFill/>
          </p:grpSpPr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2F450B4C-241D-A544-BBEF-175E01D6A139}"/>
                  </a:ext>
                </a:extLst>
              </p:cNvPr>
              <p:cNvSpPr/>
              <p:nvPr/>
            </p:nvSpPr>
            <p:spPr>
              <a:xfrm>
                <a:off x="7799260" y="1870745"/>
                <a:ext cx="749300" cy="247650"/>
              </a:xfrm>
              <a:custGeom>
                <a:avLst/>
                <a:gdLst>
                  <a:gd name="connsiteX0" fmla="*/ 749871 w 749300"/>
                  <a:gd name="connsiteY0" fmla="*/ 248186 h 247650"/>
                  <a:gd name="connsiteX1" fmla="*/ 0 w 749300"/>
                  <a:gd name="connsiteY1" fmla="*/ 248186 h 247650"/>
                  <a:gd name="connsiteX2" fmla="*/ 0 w 749300"/>
                  <a:gd name="connsiteY2" fmla="*/ 192497 h 247650"/>
                  <a:gd name="connsiteX3" fmla="*/ 603885 w 749300"/>
                  <a:gd name="connsiteY3" fmla="*/ 192497 h 247650"/>
                  <a:gd name="connsiteX4" fmla="*/ 457200 w 749300"/>
                  <a:gd name="connsiteY4" fmla="*/ 219 h 247650"/>
                  <a:gd name="connsiteX5" fmla="*/ 515239 w 749300"/>
                  <a:gd name="connsiteY5" fmla="*/ 219 h 247650"/>
                  <a:gd name="connsiteX6" fmla="*/ 535495 w 749300"/>
                  <a:gd name="connsiteY6" fmla="*/ 12347 h 247650"/>
                  <a:gd name="connsiteX7" fmla="*/ 600011 w 749300"/>
                  <a:gd name="connsiteY7" fmla="*/ 105057 h 247650"/>
                  <a:gd name="connsiteX8" fmla="*/ 744030 w 749300"/>
                  <a:gd name="connsiteY8" fmla="*/ 242090 h 247650"/>
                  <a:gd name="connsiteX9" fmla="*/ 749236 w 749300"/>
                  <a:gd name="connsiteY9" fmla="*/ 246535 h 247650"/>
                  <a:gd name="connsiteX10" fmla="*/ 749871 w 749300"/>
                  <a:gd name="connsiteY10" fmla="*/ 248186 h 247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49300" h="247650">
                    <a:moveTo>
                      <a:pt x="749871" y="248186"/>
                    </a:moveTo>
                    <a:lnTo>
                      <a:pt x="0" y="248186"/>
                    </a:lnTo>
                    <a:lnTo>
                      <a:pt x="0" y="192497"/>
                    </a:lnTo>
                    <a:lnTo>
                      <a:pt x="603885" y="192497"/>
                    </a:lnTo>
                    <a:cubicBezTo>
                      <a:pt x="546036" y="134140"/>
                      <a:pt x="492760" y="74768"/>
                      <a:pt x="457200" y="219"/>
                    </a:cubicBezTo>
                    <a:cubicBezTo>
                      <a:pt x="477583" y="219"/>
                      <a:pt x="496443" y="854"/>
                      <a:pt x="515239" y="219"/>
                    </a:cubicBezTo>
                    <a:cubicBezTo>
                      <a:pt x="524031" y="-1141"/>
                      <a:pt x="532543" y="3956"/>
                      <a:pt x="535495" y="12347"/>
                    </a:cubicBezTo>
                    <a:cubicBezTo>
                      <a:pt x="553057" y="45816"/>
                      <a:pt x="574730" y="76961"/>
                      <a:pt x="600011" y="105057"/>
                    </a:cubicBezTo>
                    <a:cubicBezTo>
                      <a:pt x="643639" y="155126"/>
                      <a:pt x="691855" y="201004"/>
                      <a:pt x="744030" y="242090"/>
                    </a:cubicBezTo>
                    <a:cubicBezTo>
                      <a:pt x="745808" y="243551"/>
                      <a:pt x="747585" y="245011"/>
                      <a:pt x="749236" y="246535"/>
                    </a:cubicBezTo>
                    <a:cubicBezTo>
                      <a:pt x="749554" y="246599"/>
                      <a:pt x="749554" y="247170"/>
                      <a:pt x="749871" y="248186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9B9C1B07-7BAD-DD4F-97E1-2FD89B2D1C40}"/>
                  </a:ext>
                </a:extLst>
              </p:cNvPr>
              <p:cNvSpPr/>
              <p:nvPr/>
            </p:nvSpPr>
            <p:spPr>
              <a:xfrm>
                <a:off x="7799133" y="2208657"/>
                <a:ext cx="749300" cy="241300"/>
              </a:xfrm>
              <a:custGeom>
                <a:avLst/>
                <a:gdLst>
                  <a:gd name="connsiteX0" fmla="*/ 601091 w 749300"/>
                  <a:gd name="connsiteY0" fmla="*/ 55689 h 241300"/>
                  <a:gd name="connsiteX1" fmla="*/ 0 w 749300"/>
                  <a:gd name="connsiteY1" fmla="*/ 55689 h 241300"/>
                  <a:gd name="connsiteX2" fmla="*/ 0 w 749300"/>
                  <a:gd name="connsiteY2" fmla="*/ 0 h 241300"/>
                  <a:gd name="connsiteX3" fmla="*/ 751269 w 749300"/>
                  <a:gd name="connsiteY3" fmla="*/ 0 h 241300"/>
                  <a:gd name="connsiteX4" fmla="*/ 720598 w 749300"/>
                  <a:gd name="connsiteY4" fmla="*/ 25845 h 241300"/>
                  <a:gd name="connsiteX5" fmla="*/ 586550 w 749300"/>
                  <a:gd name="connsiteY5" fmla="*/ 159893 h 241300"/>
                  <a:gd name="connsiteX6" fmla="*/ 531813 w 749300"/>
                  <a:gd name="connsiteY6" fmla="*/ 241871 h 241300"/>
                  <a:gd name="connsiteX7" fmla="*/ 524701 w 749300"/>
                  <a:gd name="connsiteY7" fmla="*/ 246824 h 241300"/>
                  <a:gd name="connsiteX8" fmla="*/ 461835 w 749300"/>
                  <a:gd name="connsiteY8" fmla="*/ 246824 h 241300"/>
                  <a:gd name="connsiteX9" fmla="*/ 458216 w 749300"/>
                  <a:gd name="connsiteY9" fmla="*/ 246317 h 241300"/>
                  <a:gd name="connsiteX10" fmla="*/ 522478 w 749300"/>
                  <a:gd name="connsiteY10" fmla="*/ 144717 h 241300"/>
                  <a:gd name="connsiteX11" fmla="*/ 601091 w 749300"/>
                  <a:gd name="connsiteY11" fmla="*/ 55689 h 241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49300" h="241300">
                    <a:moveTo>
                      <a:pt x="601091" y="55689"/>
                    </a:moveTo>
                    <a:lnTo>
                      <a:pt x="0" y="55689"/>
                    </a:lnTo>
                    <a:lnTo>
                      <a:pt x="0" y="0"/>
                    </a:lnTo>
                    <a:lnTo>
                      <a:pt x="751269" y="0"/>
                    </a:lnTo>
                    <a:cubicBezTo>
                      <a:pt x="740220" y="9335"/>
                      <a:pt x="730377" y="17526"/>
                      <a:pt x="720598" y="25845"/>
                    </a:cubicBezTo>
                    <a:cubicBezTo>
                      <a:pt x="672008" y="66441"/>
                      <a:pt x="627146" y="111303"/>
                      <a:pt x="586550" y="159893"/>
                    </a:cubicBezTo>
                    <a:cubicBezTo>
                      <a:pt x="565442" y="185196"/>
                      <a:pt x="547093" y="212678"/>
                      <a:pt x="531813" y="241871"/>
                    </a:cubicBezTo>
                    <a:cubicBezTo>
                      <a:pt x="530328" y="244527"/>
                      <a:pt x="527706" y="246353"/>
                      <a:pt x="524701" y="246824"/>
                    </a:cubicBezTo>
                    <a:cubicBezTo>
                      <a:pt x="503746" y="247205"/>
                      <a:pt x="482791" y="246824"/>
                      <a:pt x="461835" y="246824"/>
                    </a:cubicBezTo>
                    <a:cubicBezTo>
                      <a:pt x="460621" y="246721"/>
                      <a:pt x="459412" y="246551"/>
                      <a:pt x="458216" y="246317"/>
                    </a:cubicBezTo>
                    <a:cubicBezTo>
                      <a:pt x="475005" y="209733"/>
                      <a:pt x="496619" y="175563"/>
                      <a:pt x="522478" y="144717"/>
                    </a:cubicBezTo>
                    <a:cubicBezTo>
                      <a:pt x="547751" y="114554"/>
                      <a:pt x="574802" y="85471"/>
                      <a:pt x="601091" y="55689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17BA7C41-EA1C-2F4D-90C7-EC472AB85B8A}"/>
                  </a:ext>
                </a:extLst>
              </p:cNvPr>
              <p:cNvSpPr/>
              <p:nvPr/>
            </p:nvSpPr>
            <p:spPr>
              <a:xfrm>
                <a:off x="8428482" y="1870837"/>
                <a:ext cx="381000" cy="584200"/>
              </a:xfrm>
              <a:custGeom>
                <a:avLst/>
                <a:gdLst>
                  <a:gd name="connsiteX0" fmla="*/ 275717 w 381000"/>
                  <a:gd name="connsiteY0" fmla="*/ 292862 h 584200"/>
                  <a:gd name="connsiteX1" fmla="*/ 0 w 381000"/>
                  <a:gd name="connsiteY1" fmla="*/ 762 h 584200"/>
                  <a:gd name="connsiteX2" fmla="*/ 5779 w 381000"/>
                  <a:gd name="connsiteY2" fmla="*/ 0 h 584200"/>
                  <a:gd name="connsiteX3" fmla="*/ 65532 w 381000"/>
                  <a:gd name="connsiteY3" fmla="*/ 0 h 584200"/>
                  <a:gd name="connsiteX4" fmla="*/ 73089 w 381000"/>
                  <a:gd name="connsiteY4" fmla="*/ 4191 h 584200"/>
                  <a:gd name="connsiteX5" fmla="*/ 202629 w 381000"/>
                  <a:gd name="connsiteY5" fmla="*/ 164973 h 584200"/>
                  <a:gd name="connsiteX6" fmla="*/ 377889 w 381000"/>
                  <a:gd name="connsiteY6" fmla="*/ 290449 h 584200"/>
                  <a:gd name="connsiteX7" fmla="*/ 381318 w 381000"/>
                  <a:gd name="connsiteY7" fmla="*/ 292481 h 584200"/>
                  <a:gd name="connsiteX8" fmla="*/ 340043 w 381000"/>
                  <a:gd name="connsiteY8" fmla="*/ 317881 h 584200"/>
                  <a:gd name="connsiteX9" fmla="*/ 126238 w 381000"/>
                  <a:gd name="connsiteY9" fmla="*/ 500698 h 584200"/>
                  <a:gd name="connsiteX10" fmla="*/ 74358 w 381000"/>
                  <a:gd name="connsiteY10" fmla="*/ 579120 h 584200"/>
                  <a:gd name="connsiteX11" fmla="*/ 65024 w 381000"/>
                  <a:gd name="connsiteY11" fmla="*/ 584708 h 584200"/>
                  <a:gd name="connsiteX12" fmla="*/ 0 w 381000"/>
                  <a:gd name="connsiteY12" fmla="*/ 584708 h 584200"/>
                  <a:gd name="connsiteX13" fmla="*/ 275717 w 381000"/>
                  <a:gd name="connsiteY13" fmla="*/ 292862 h 584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81000" h="584200">
                    <a:moveTo>
                      <a:pt x="275717" y="292862"/>
                    </a:moveTo>
                    <a:cubicBezTo>
                      <a:pt x="157290" y="220155"/>
                      <a:pt x="68517" y="120840"/>
                      <a:pt x="0" y="762"/>
                    </a:cubicBezTo>
                    <a:cubicBezTo>
                      <a:pt x="1912" y="408"/>
                      <a:pt x="3840" y="154"/>
                      <a:pt x="5779" y="0"/>
                    </a:cubicBezTo>
                    <a:cubicBezTo>
                      <a:pt x="25654" y="0"/>
                      <a:pt x="45593" y="0"/>
                      <a:pt x="65532" y="0"/>
                    </a:cubicBezTo>
                    <a:cubicBezTo>
                      <a:pt x="68552" y="194"/>
                      <a:pt x="71325" y="1732"/>
                      <a:pt x="73089" y="4191"/>
                    </a:cubicBezTo>
                    <a:cubicBezTo>
                      <a:pt x="105855" y="66230"/>
                      <a:pt x="150940" y="118491"/>
                      <a:pt x="202629" y="164973"/>
                    </a:cubicBezTo>
                    <a:cubicBezTo>
                      <a:pt x="256618" y="212664"/>
                      <a:pt x="315344" y="254708"/>
                      <a:pt x="377889" y="290449"/>
                    </a:cubicBezTo>
                    <a:lnTo>
                      <a:pt x="381318" y="292481"/>
                    </a:lnTo>
                    <a:cubicBezTo>
                      <a:pt x="367221" y="301180"/>
                      <a:pt x="353568" y="309372"/>
                      <a:pt x="340043" y="317881"/>
                    </a:cubicBezTo>
                    <a:cubicBezTo>
                      <a:pt x="260224" y="368681"/>
                      <a:pt x="186246" y="426593"/>
                      <a:pt x="126238" y="500698"/>
                    </a:cubicBezTo>
                    <a:cubicBezTo>
                      <a:pt x="106331" y="525012"/>
                      <a:pt x="88949" y="551288"/>
                      <a:pt x="74358" y="579120"/>
                    </a:cubicBezTo>
                    <a:cubicBezTo>
                      <a:pt x="72939" y="582938"/>
                      <a:pt x="69060" y="585261"/>
                      <a:pt x="65024" y="584708"/>
                    </a:cubicBezTo>
                    <a:cubicBezTo>
                      <a:pt x="43879" y="584391"/>
                      <a:pt x="22733" y="584708"/>
                      <a:pt x="0" y="584708"/>
                    </a:cubicBezTo>
                    <a:cubicBezTo>
                      <a:pt x="68517" y="464693"/>
                      <a:pt x="157862" y="365951"/>
                      <a:pt x="275717" y="292862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</p:grpSp>
      <p:sp>
        <p:nvSpPr>
          <p:cNvPr id="11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242034"/>
            <a:ext cx="3694112" cy="2917842"/>
          </a:xfrm>
        </p:spPr>
        <p:txBody>
          <a:bodyPr anchor="b"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edit slide title</a:t>
            </a:r>
          </a:p>
        </p:txBody>
      </p:sp>
      <p:sp>
        <p:nvSpPr>
          <p:cNvPr id="18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8146" y="579549"/>
            <a:ext cx="5718225" cy="589903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000"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2"/>
            <a:r>
              <a:rPr lang="en-GB" dirty="0"/>
              <a:t>Fourth level</a:t>
            </a:r>
          </a:p>
          <a:p>
            <a:pPr lvl="2"/>
            <a:r>
              <a:rPr lang="en-GB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221067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xt and Image (half scree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73063" y="1892635"/>
            <a:ext cx="614348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85650" y="1147572"/>
            <a:ext cx="5123903" cy="520262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edit slide title</a:t>
            </a: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3229535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28CFF9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47252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Activity 1">
    <p:bg>
      <p:bgPr>
        <a:solidFill>
          <a:srgbClr val="28CF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56887D20-DCD6-8E49-BF31-8F4C2FCCD421}"/>
              </a:ext>
            </a:extLst>
          </p:cNvPr>
          <p:cNvSpPr/>
          <p:nvPr userDrawn="1"/>
        </p:nvSpPr>
        <p:spPr>
          <a:xfrm>
            <a:off x="487005" y="518307"/>
            <a:ext cx="3525956" cy="4061544"/>
          </a:xfrm>
          <a:custGeom>
            <a:avLst/>
            <a:gdLst>
              <a:gd name="connsiteX0" fmla="*/ 1008895 w 1003300"/>
              <a:gd name="connsiteY0" fmla="*/ 731076 h 1155700"/>
              <a:gd name="connsiteX1" fmla="*/ 581921 w 1003300"/>
              <a:gd name="connsiteY1" fmla="*/ 1157986 h 1155700"/>
              <a:gd name="connsiteX2" fmla="*/ 581921 w 1003300"/>
              <a:gd name="connsiteY2" fmla="*/ 932371 h 1155700"/>
              <a:gd name="connsiteX3" fmla="*/ 565728 w 1003300"/>
              <a:gd name="connsiteY3" fmla="*/ 932371 h 1155700"/>
              <a:gd name="connsiteX4" fmla="*/ 485337 w 1003300"/>
              <a:gd name="connsiteY4" fmla="*/ 923163 h 1155700"/>
              <a:gd name="connsiteX5" fmla="*/ 405454 w 1003300"/>
              <a:gd name="connsiteY5" fmla="*/ 877824 h 1155700"/>
              <a:gd name="connsiteX6" fmla="*/ 306585 w 1003300"/>
              <a:gd name="connsiteY6" fmla="*/ 784035 h 1155700"/>
              <a:gd name="connsiteX7" fmla="*/ 114497 w 1003300"/>
              <a:gd name="connsiteY7" fmla="*/ 591312 h 1155700"/>
              <a:gd name="connsiteX8" fmla="*/ 29534 w 1003300"/>
              <a:gd name="connsiteY8" fmla="*/ 484251 h 1155700"/>
              <a:gd name="connsiteX9" fmla="*/ 7500 w 1003300"/>
              <a:gd name="connsiteY9" fmla="*/ 408051 h 1155700"/>
              <a:gd name="connsiteX10" fmla="*/ 452 w 1003300"/>
              <a:gd name="connsiteY10" fmla="*/ 282766 h 1155700"/>
              <a:gd name="connsiteX11" fmla="*/ 452 w 1003300"/>
              <a:gd name="connsiteY11" fmla="*/ 10668 h 1155700"/>
              <a:gd name="connsiteX12" fmla="*/ 452 w 1003300"/>
              <a:gd name="connsiteY12" fmla="*/ 1333 h 1155700"/>
              <a:gd name="connsiteX13" fmla="*/ 201937 w 1003300"/>
              <a:gd name="connsiteY13" fmla="*/ 203200 h 1155700"/>
              <a:gd name="connsiteX14" fmla="*/ 405137 w 1003300"/>
              <a:gd name="connsiteY14" fmla="*/ 0 h 1155700"/>
              <a:gd name="connsiteX15" fmla="*/ 405137 w 1003300"/>
              <a:gd name="connsiteY15" fmla="*/ 527876 h 1155700"/>
              <a:gd name="connsiteX16" fmla="*/ 573221 w 1003300"/>
              <a:gd name="connsiteY16" fmla="*/ 527876 h 1155700"/>
              <a:gd name="connsiteX17" fmla="*/ 581984 w 1003300"/>
              <a:gd name="connsiteY17" fmla="*/ 518732 h 1155700"/>
              <a:gd name="connsiteX18" fmla="*/ 581984 w 1003300"/>
              <a:gd name="connsiteY18" fmla="*/ 303975 h 1155700"/>
              <a:gd name="connsiteX19" fmla="*/ 1008895 w 1003300"/>
              <a:gd name="connsiteY19" fmla="*/ 731076 h 1155700"/>
              <a:gd name="connsiteX20" fmla="*/ 649929 w 1003300"/>
              <a:gd name="connsiteY20" fmla="*/ 864426 h 1155700"/>
              <a:gd name="connsiteX21" fmla="*/ 649929 w 1003300"/>
              <a:gd name="connsiteY21" fmla="*/ 991807 h 1155700"/>
              <a:gd name="connsiteX22" fmla="*/ 911359 w 1003300"/>
              <a:gd name="connsiteY22" fmla="*/ 730568 h 1155700"/>
              <a:gd name="connsiteX23" fmla="*/ 649231 w 1003300"/>
              <a:gd name="connsiteY23" fmla="*/ 468376 h 1155700"/>
              <a:gd name="connsiteX24" fmla="*/ 649231 w 1003300"/>
              <a:gd name="connsiteY24" fmla="*/ 595693 h 1155700"/>
              <a:gd name="connsiteX25" fmla="*/ 216732 w 1003300"/>
              <a:gd name="connsiteY25" fmla="*/ 595693 h 1155700"/>
              <a:gd name="connsiteX26" fmla="*/ 221558 w 1003300"/>
              <a:gd name="connsiteY26" fmla="*/ 601091 h 1155700"/>
              <a:gd name="connsiteX27" fmla="*/ 427870 w 1003300"/>
              <a:gd name="connsiteY27" fmla="*/ 807720 h 1155700"/>
              <a:gd name="connsiteX28" fmla="*/ 542170 w 1003300"/>
              <a:gd name="connsiteY28" fmla="*/ 862457 h 1155700"/>
              <a:gd name="connsiteX29" fmla="*/ 624720 w 1003300"/>
              <a:gd name="connsiteY29" fmla="*/ 864426 h 1155700"/>
              <a:gd name="connsiteX30" fmla="*/ 649929 w 1003300"/>
              <a:gd name="connsiteY30" fmla="*/ 864426 h 1155700"/>
              <a:gd name="connsiteX31" fmla="*/ 68523 w 1003300"/>
              <a:gd name="connsiteY31" fmla="*/ 162941 h 1155700"/>
              <a:gd name="connsiteX32" fmla="*/ 68142 w 1003300"/>
              <a:gd name="connsiteY32" fmla="*/ 168275 h 1155700"/>
              <a:gd name="connsiteX33" fmla="*/ 68460 w 1003300"/>
              <a:gd name="connsiteY33" fmla="*/ 339725 h 1155700"/>
              <a:gd name="connsiteX34" fmla="*/ 75318 w 1003300"/>
              <a:gd name="connsiteY34" fmla="*/ 411162 h 1155700"/>
              <a:gd name="connsiteX35" fmla="*/ 127325 w 1003300"/>
              <a:gd name="connsiteY35" fmla="*/ 494665 h 1155700"/>
              <a:gd name="connsiteX36" fmla="*/ 203207 w 1003300"/>
              <a:gd name="connsiteY36" fmla="*/ 521780 h 1155700"/>
              <a:gd name="connsiteX37" fmla="*/ 333889 w 1003300"/>
              <a:gd name="connsiteY37" fmla="*/ 527558 h 1155700"/>
              <a:gd name="connsiteX38" fmla="*/ 336937 w 1003300"/>
              <a:gd name="connsiteY38" fmla="*/ 526732 h 1155700"/>
              <a:gd name="connsiteX39" fmla="*/ 336938 w 1003300"/>
              <a:gd name="connsiteY39" fmla="*/ 162243 h 1155700"/>
              <a:gd name="connsiteX40" fmla="*/ 202508 w 1003300"/>
              <a:gd name="connsiteY40" fmla="*/ 295021 h 1155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003300" h="1155700">
                <a:moveTo>
                  <a:pt x="1008895" y="731076"/>
                </a:moveTo>
                <a:lnTo>
                  <a:pt x="581921" y="1157986"/>
                </a:lnTo>
                <a:lnTo>
                  <a:pt x="581921" y="932371"/>
                </a:lnTo>
                <a:lnTo>
                  <a:pt x="565728" y="932371"/>
                </a:lnTo>
                <a:cubicBezTo>
                  <a:pt x="538636" y="932998"/>
                  <a:pt x="511586" y="929900"/>
                  <a:pt x="485337" y="923163"/>
                </a:cubicBezTo>
                <a:cubicBezTo>
                  <a:pt x="455495" y="914588"/>
                  <a:pt x="428116" y="899048"/>
                  <a:pt x="405454" y="877824"/>
                </a:cubicBezTo>
                <a:cubicBezTo>
                  <a:pt x="371736" y="847407"/>
                  <a:pt x="338843" y="815975"/>
                  <a:pt x="306585" y="784035"/>
                </a:cubicBezTo>
                <a:cubicBezTo>
                  <a:pt x="242111" y="720238"/>
                  <a:pt x="178082" y="655997"/>
                  <a:pt x="114497" y="591312"/>
                </a:cubicBezTo>
                <a:cubicBezTo>
                  <a:pt x="82430" y="558737"/>
                  <a:pt x="52140" y="524510"/>
                  <a:pt x="29534" y="484251"/>
                </a:cubicBezTo>
                <a:cubicBezTo>
                  <a:pt x="16810" y="460725"/>
                  <a:pt x="9295" y="434737"/>
                  <a:pt x="7500" y="408051"/>
                </a:cubicBezTo>
                <a:cubicBezTo>
                  <a:pt x="3944" y="366395"/>
                  <a:pt x="1150" y="324548"/>
                  <a:pt x="452" y="282766"/>
                </a:cubicBezTo>
                <a:cubicBezTo>
                  <a:pt x="-565" y="192087"/>
                  <a:pt x="452" y="101346"/>
                  <a:pt x="452" y="10668"/>
                </a:cubicBezTo>
                <a:lnTo>
                  <a:pt x="452" y="1333"/>
                </a:lnTo>
                <a:cubicBezTo>
                  <a:pt x="67952" y="68961"/>
                  <a:pt x="134817" y="135890"/>
                  <a:pt x="201937" y="203200"/>
                </a:cubicBezTo>
                <a:lnTo>
                  <a:pt x="405137" y="0"/>
                </a:lnTo>
                <a:lnTo>
                  <a:pt x="405137" y="527876"/>
                </a:lnTo>
                <a:cubicBezTo>
                  <a:pt x="408185" y="527876"/>
                  <a:pt x="519818" y="527876"/>
                  <a:pt x="573221" y="527876"/>
                </a:cubicBezTo>
                <a:cubicBezTo>
                  <a:pt x="580524" y="527876"/>
                  <a:pt x="581984" y="525463"/>
                  <a:pt x="581984" y="518732"/>
                </a:cubicBezTo>
                <a:cubicBezTo>
                  <a:pt x="581984" y="449516"/>
                  <a:pt x="581984" y="305435"/>
                  <a:pt x="581984" y="303975"/>
                </a:cubicBezTo>
                <a:cubicBezTo>
                  <a:pt x="580778" y="304292"/>
                  <a:pt x="1010038" y="732028"/>
                  <a:pt x="1008895" y="731076"/>
                </a:cubicBezTo>
                <a:close/>
                <a:moveTo>
                  <a:pt x="649929" y="864426"/>
                </a:moveTo>
                <a:lnTo>
                  <a:pt x="649929" y="991807"/>
                </a:lnTo>
                <a:cubicBezTo>
                  <a:pt x="737601" y="904092"/>
                  <a:pt x="824745" y="817012"/>
                  <a:pt x="911359" y="730568"/>
                </a:cubicBezTo>
                <a:lnTo>
                  <a:pt x="649231" y="468376"/>
                </a:lnTo>
                <a:lnTo>
                  <a:pt x="649231" y="595693"/>
                </a:lnTo>
                <a:lnTo>
                  <a:pt x="216732" y="595693"/>
                </a:lnTo>
                <a:cubicBezTo>
                  <a:pt x="218955" y="598170"/>
                  <a:pt x="220162" y="599757"/>
                  <a:pt x="221558" y="601091"/>
                </a:cubicBezTo>
                <a:cubicBezTo>
                  <a:pt x="290265" y="669967"/>
                  <a:pt x="359036" y="738844"/>
                  <a:pt x="427870" y="807720"/>
                </a:cubicBezTo>
                <a:cubicBezTo>
                  <a:pt x="459620" y="839470"/>
                  <a:pt x="496894" y="859473"/>
                  <a:pt x="542170" y="862457"/>
                </a:cubicBezTo>
                <a:cubicBezTo>
                  <a:pt x="569665" y="864235"/>
                  <a:pt x="597288" y="863854"/>
                  <a:pt x="624720" y="864426"/>
                </a:cubicBezTo>
                <a:cubicBezTo>
                  <a:pt x="632721" y="864553"/>
                  <a:pt x="640404" y="864426"/>
                  <a:pt x="649929" y="864426"/>
                </a:cubicBezTo>
                <a:close/>
                <a:moveTo>
                  <a:pt x="68523" y="162941"/>
                </a:moveTo>
                <a:cubicBezTo>
                  <a:pt x="68523" y="164402"/>
                  <a:pt x="68142" y="166370"/>
                  <a:pt x="68142" y="168275"/>
                </a:cubicBezTo>
                <a:cubicBezTo>
                  <a:pt x="68142" y="225425"/>
                  <a:pt x="67507" y="282575"/>
                  <a:pt x="68460" y="339725"/>
                </a:cubicBezTo>
                <a:cubicBezTo>
                  <a:pt x="68770" y="363686"/>
                  <a:pt x="71064" y="387580"/>
                  <a:pt x="75318" y="411162"/>
                </a:cubicBezTo>
                <a:cubicBezTo>
                  <a:pt x="81668" y="445326"/>
                  <a:pt x="97289" y="474662"/>
                  <a:pt x="127325" y="494665"/>
                </a:cubicBezTo>
                <a:cubicBezTo>
                  <a:pt x="150463" y="508873"/>
                  <a:pt x="176305" y="518107"/>
                  <a:pt x="203207" y="521780"/>
                </a:cubicBezTo>
                <a:cubicBezTo>
                  <a:pt x="246514" y="529273"/>
                  <a:pt x="290265" y="527621"/>
                  <a:pt x="333889" y="527558"/>
                </a:cubicBezTo>
                <a:cubicBezTo>
                  <a:pt x="334936" y="527411"/>
                  <a:pt x="335960" y="527133"/>
                  <a:pt x="336937" y="526732"/>
                </a:cubicBezTo>
                <a:lnTo>
                  <a:pt x="336938" y="162243"/>
                </a:lnTo>
                <a:lnTo>
                  <a:pt x="202508" y="295021"/>
                </a:lnTo>
                <a:close/>
              </a:path>
            </a:pathLst>
          </a:custGeom>
          <a:solidFill>
            <a:schemeClr val="accent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27302" y="344971"/>
            <a:ext cx="7475232" cy="285887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>
                <a:solidFill>
                  <a:srgbClr val="004050"/>
                </a:solidFill>
              </a:defRPr>
            </a:lvl1pPr>
          </a:lstStyle>
          <a:p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ACTIVITY: </a:t>
            </a:r>
            <a:br>
              <a:rPr lang="en-US" noProof="0" dirty="0"/>
            </a:br>
            <a:r>
              <a:rPr lang="en-US" noProof="0" dirty="0"/>
              <a:t>CLICK TO EDIT TITLE</a:t>
            </a:r>
            <a:endParaRPr lang="en-GB" noProof="0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327303" y="3525004"/>
            <a:ext cx="7475230" cy="2791976"/>
          </a:xfrm>
        </p:spPr>
        <p:txBody>
          <a:bodyPr/>
          <a:lstStyle>
            <a:lvl1pPr>
              <a:lnSpc>
                <a:spcPct val="100000"/>
              </a:lnSpc>
              <a:defRPr b="0" baseline="0"/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</p:spTree>
    <p:extLst>
      <p:ext uri="{BB962C8B-B14F-4D97-AF65-F5344CB8AC3E}">
        <p14:creationId xmlns:p14="http://schemas.microsoft.com/office/powerpoint/2010/main" val="19289476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03 Section Divider">
    <p:bg>
      <p:bgPr>
        <a:solidFill>
          <a:srgbClr val="F36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 userDrawn="1"/>
        </p:nvSpPr>
        <p:spPr>
          <a:xfrm>
            <a:off x="760859" y="768561"/>
            <a:ext cx="379608" cy="110490"/>
          </a:xfrm>
          <a:prstGeom prst="rect">
            <a:avLst/>
          </a:prstGeom>
          <a:solidFill>
            <a:srgbClr val="F362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1C13B23-0164-1C4E-9E7A-3F1ECA7824F7}"/>
              </a:ext>
            </a:extLst>
          </p:cNvPr>
          <p:cNvGrpSpPr/>
          <p:nvPr userDrawn="1"/>
        </p:nvGrpSpPr>
        <p:grpSpPr>
          <a:xfrm>
            <a:off x="3297651" y="2366578"/>
            <a:ext cx="7767721" cy="4491421"/>
            <a:chOff x="7799133" y="1870745"/>
            <a:chExt cx="1010349" cy="584292"/>
          </a:xfrm>
          <a:solidFill>
            <a:srgbClr val="F8D237"/>
          </a:solidFill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/>
          </p:nvSpPr>
          <p:spPr>
            <a:xfrm>
              <a:off x="7799260" y="1870745"/>
              <a:ext cx="749300" cy="247650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9300" h="247650">
                  <a:moveTo>
                    <a:pt x="749871" y="248186"/>
                  </a:moveTo>
                  <a:lnTo>
                    <a:pt x="0" y="248186"/>
                  </a:lnTo>
                  <a:lnTo>
                    <a:pt x="0" y="192497"/>
                  </a:lnTo>
                  <a:lnTo>
                    <a:pt x="603885" y="192497"/>
                  </a:lnTo>
                  <a:cubicBezTo>
                    <a:pt x="546036" y="134140"/>
                    <a:pt x="492760" y="74768"/>
                    <a:pt x="457200" y="219"/>
                  </a:cubicBezTo>
                  <a:cubicBezTo>
                    <a:pt x="477583" y="219"/>
                    <a:pt x="496443" y="854"/>
                    <a:pt x="515239" y="219"/>
                  </a:cubicBezTo>
                  <a:cubicBezTo>
                    <a:pt x="524031" y="-1141"/>
                    <a:pt x="532543" y="3956"/>
                    <a:pt x="535495" y="12347"/>
                  </a:cubicBezTo>
                  <a:cubicBezTo>
                    <a:pt x="553057" y="45816"/>
                    <a:pt x="574730" y="76961"/>
                    <a:pt x="600011" y="105057"/>
                  </a:cubicBezTo>
                  <a:cubicBezTo>
                    <a:pt x="643639" y="155126"/>
                    <a:pt x="691855" y="201004"/>
                    <a:pt x="744030" y="242090"/>
                  </a:cubicBezTo>
                  <a:cubicBezTo>
                    <a:pt x="745808" y="243551"/>
                    <a:pt x="747585" y="245011"/>
                    <a:pt x="749236" y="246535"/>
                  </a:cubicBezTo>
                  <a:cubicBezTo>
                    <a:pt x="749554" y="246599"/>
                    <a:pt x="749554" y="247170"/>
                    <a:pt x="749871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9B9C1B07-7BAD-DD4F-97E1-2FD89B2D1C40}"/>
                </a:ext>
              </a:extLst>
            </p:cNvPr>
            <p:cNvSpPr/>
            <p:nvPr/>
          </p:nvSpPr>
          <p:spPr>
            <a:xfrm>
              <a:off x="7799133" y="2208657"/>
              <a:ext cx="749300" cy="241300"/>
            </a:xfrm>
            <a:custGeom>
              <a:avLst/>
              <a:gdLst>
                <a:gd name="connsiteX0" fmla="*/ 601091 w 749300"/>
                <a:gd name="connsiteY0" fmla="*/ 55689 h 241300"/>
                <a:gd name="connsiteX1" fmla="*/ 0 w 749300"/>
                <a:gd name="connsiteY1" fmla="*/ 55689 h 241300"/>
                <a:gd name="connsiteX2" fmla="*/ 0 w 749300"/>
                <a:gd name="connsiteY2" fmla="*/ 0 h 241300"/>
                <a:gd name="connsiteX3" fmla="*/ 751269 w 749300"/>
                <a:gd name="connsiteY3" fmla="*/ 0 h 241300"/>
                <a:gd name="connsiteX4" fmla="*/ 720598 w 749300"/>
                <a:gd name="connsiteY4" fmla="*/ 25845 h 241300"/>
                <a:gd name="connsiteX5" fmla="*/ 586550 w 749300"/>
                <a:gd name="connsiteY5" fmla="*/ 159893 h 241300"/>
                <a:gd name="connsiteX6" fmla="*/ 531813 w 749300"/>
                <a:gd name="connsiteY6" fmla="*/ 241871 h 241300"/>
                <a:gd name="connsiteX7" fmla="*/ 524701 w 749300"/>
                <a:gd name="connsiteY7" fmla="*/ 246824 h 241300"/>
                <a:gd name="connsiteX8" fmla="*/ 461835 w 749300"/>
                <a:gd name="connsiteY8" fmla="*/ 246824 h 241300"/>
                <a:gd name="connsiteX9" fmla="*/ 458216 w 749300"/>
                <a:gd name="connsiteY9" fmla="*/ 246317 h 241300"/>
                <a:gd name="connsiteX10" fmla="*/ 522478 w 749300"/>
                <a:gd name="connsiteY10" fmla="*/ 144717 h 241300"/>
                <a:gd name="connsiteX11" fmla="*/ 601091 w 749300"/>
                <a:gd name="connsiteY11" fmla="*/ 55689 h 241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49300" h="241300">
                  <a:moveTo>
                    <a:pt x="601091" y="55689"/>
                  </a:moveTo>
                  <a:lnTo>
                    <a:pt x="0" y="55689"/>
                  </a:lnTo>
                  <a:lnTo>
                    <a:pt x="0" y="0"/>
                  </a:lnTo>
                  <a:lnTo>
                    <a:pt x="751269" y="0"/>
                  </a:lnTo>
                  <a:cubicBezTo>
                    <a:pt x="740220" y="9335"/>
                    <a:pt x="730377" y="17526"/>
                    <a:pt x="720598" y="25845"/>
                  </a:cubicBezTo>
                  <a:cubicBezTo>
                    <a:pt x="672008" y="66441"/>
                    <a:pt x="627146" y="111303"/>
                    <a:pt x="586550" y="159893"/>
                  </a:cubicBezTo>
                  <a:cubicBezTo>
                    <a:pt x="565442" y="185196"/>
                    <a:pt x="547093" y="212678"/>
                    <a:pt x="531813" y="241871"/>
                  </a:cubicBezTo>
                  <a:cubicBezTo>
                    <a:pt x="530328" y="244527"/>
                    <a:pt x="527706" y="246353"/>
                    <a:pt x="524701" y="246824"/>
                  </a:cubicBezTo>
                  <a:cubicBezTo>
                    <a:pt x="503746" y="247205"/>
                    <a:pt x="482791" y="246824"/>
                    <a:pt x="461835" y="246824"/>
                  </a:cubicBezTo>
                  <a:cubicBezTo>
                    <a:pt x="460621" y="246721"/>
                    <a:pt x="459412" y="246551"/>
                    <a:pt x="458216" y="246317"/>
                  </a:cubicBezTo>
                  <a:cubicBezTo>
                    <a:pt x="475005" y="209733"/>
                    <a:pt x="496619" y="175563"/>
                    <a:pt x="522478" y="144717"/>
                  </a:cubicBezTo>
                  <a:cubicBezTo>
                    <a:pt x="547751" y="114554"/>
                    <a:pt x="574802" y="85471"/>
                    <a:pt x="601091" y="55689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428482" y="1870837"/>
              <a:ext cx="381000" cy="584200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2" name="Rectangle 1"/>
          <p:cNvSpPr/>
          <p:nvPr userDrawn="1"/>
        </p:nvSpPr>
        <p:spPr>
          <a:xfrm>
            <a:off x="-1" y="3841786"/>
            <a:ext cx="8212667" cy="432000"/>
          </a:xfrm>
          <a:prstGeom prst="rect">
            <a:avLst/>
          </a:prstGeom>
          <a:solidFill>
            <a:srgbClr val="F8D2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/>
          <p:cNvSpPr/>
          <p:nvPr userDrawn="1"/>
        </p:nvSpPr>
        <p:spPr>
          <a:xfrm>
            <a:off x="-10132" y="4965471"/>
            <a:ext cx="8146316" cy="432000"/>
          </a:xfrm>
          <a:prstGeom prst="rect">
            <a:avLst/>
          </a:prstGeom>
          <a:solidFill>
            <a:srgbClr val="F8D2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6239" y="1556247"/>
            <a:ext cx="581025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90000"/>
              </a:lnSpc>
              <a:defRPr sz="3600" spc="60" baseline="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TO EDIT </a:t>
            </a:r>
            <a:br>
              <a:rPr lang="en-US" noProof="0" dirty="0"/>
            </a:br>
            <a:r>
              <a:rPr lang="en-US" noProof="0" dirty="0"/>
              <a:t>MASTER TITLE STYLE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22356146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ext Slide - With side bar C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F362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349984"/>
            <a:ext cx="3443732" cy="2751998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all" spc="60" baseline="0">
                <a:solidFill>
                  <a:schemeClr val="bg1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slide title to sit here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8" y="1349984"/>
            <a:ext cx="5803900" cy="409416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magna.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4" name="Rectangle 13"/>
          <p:cNvSpPr/>
          <p:nvPr userDrawn="1"/>
        </p:nvSpPr>
        <p:spPr>
          <a:xfrm>
            <a:off x="0" y="5030515"/>
            <a:ext cx="2361189" cy="132089"/>
          </a:xfrm>
          <a:prstGeom prst="rect">
            <a:avLst/>
          </a:prstGeom>
          <a:solidFill>
            <a:srgbClr val="F8D2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/>
          <p:cNvSpPr/>
          <p:nvPr userDrawn="1"/>
        </p:nvSpPr>
        <p:spPr>
          <a:xfrm>
            <a:off x="0" y="5379138"/>
            <a:ext cx="2746241" cy="133200"/>
          </a:xfrm>
          <a:prstGeom prst="rect">
            <a:avLst/>
          </a:prstGeom>
          <a:solidFill>
            <a:srgbClr val="F8D2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1C13B23-0164-1C4E-9E7A-3F1ECA7824F7}"/>
              </a:ext>
            </a:extLst>
          </p:cNvPr>
          <p:cNvGrpSpPr/>
          <p:nvPr userDrawn="1"/>
        </p:nvGrpSpPr>
        <p:grpSpPr>
          <a:xfrm>
            <a:off x="2203017" y="4568506"/>
            <a:ext cx="2424152" cy="1401684"/>
            <a:chOff x="7799133" y="1870745"/>
            <a:chExt cx="1010349" cy="584292"/>
          </a:xfrm>
          <a:solidFill>
            <a:srgbClr val="F8D237"/>
          </a:solidFill>
        </p:grpSpPr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/>
          </p:nvSpPr>
          <p:spPr>
            <a:xfrm>
              <a:off x="7799260" y="1870745"/>
              <a:ext cx="749300" cy="247650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9300" h="247650">
                  <a:moveTo>
                    <a:pt x="749871" y="248186"/>
                  </a:moveTo>
                  <a:lnTo>
                    <a:pt x="0" y="248186"/>
                  </a:lnTo>
                  <a:lnTo>
                    <a:pt x="0" y="192497"/>
                  </a:lnTo>
                  <a:lnTo>
                    <a:pt x="603885" y="192497"/>
                  </a:lnTo>
                  <a:cubicBezTo>
                    <a:pt x="546036" y="134140"/>
                    <a:pt x="492760" y="74768"/>
                    <a:pt x="457200" y="219"/>
                  </a:cubicBezTo>
                  <a:cubicBezTo>
                    <a:pt x="477583" y="219"/>
                    <a:pt x="496443" y="854"/>
                    <a:pt x="515239" y="219"/>
                  </a:cubicBezTo>
                  <a:cubicBezTo>
                    <a:pt x="524031" y="-1141"/>
                    <a:pt x="532543" y="3956"/>
                    <a:pt x="535495" y="12347"/>
                  </a:cubicBezTo>
                  <a:cubicBezTo>
                    <a:pt x="553057" y="45816"/>
                    <a:pt x="574730" y="76961"/>
                    <a:pt x="600011" y="105057"/>
                  </a:cubicBezTo>
                  <a:cubicBezTo>
                    <a:pt x="643639" y="155126"/>
                    <a:pt x="691855" y="201004"/>
                    <a:pt x="744030" y="242090"/>
                  </a:cubicBezTo>
                  <a:cubicBezTo>
                    <a:pt x="745808" y="243551"/>
                    <a:pt x="747585" y="245011"/>
                    <a:pt x="749236" y="246535"/>
                  </a:cubicBezTo>
                  <a:cubicBezTo>
                    <a:pt x="749554" y="246599"/>
                    <a:pt x="749554" y="247170"/>
                    <a:pt x="749871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9B9C1B07-7BAD-DD4F-97E1-2FD89B2D1C40}"/>
                </a:ext>
              </a:extLst>
            </p:cNvPr>
            <p:cNvSpPr/>
            <p:nvPr/>
          </p:nvSpPr>
          <p:spPr>
            <a:xfrm>
              <a:off x="7799133" y="2208657"/>
              <a:ext cx="749300" cy="241300"/>
            </a:xfrm>
            <a:custGeom>
              <a:avLst/>
              <a:gdLst>
                <a:gd name="connsiteX0" fmla="*/ 601091 w 749300"/>
                <a:gd name="connsiteY0" fmla="*/ 55689 h 241300"/>
                <a:gd name="connsiteX1" fmla="*/ 0 w 749300"/>
                <a:gd name="connsiteY1" fmla="*/ 55689 h 241300"/>
                <a:gd name="connsiteX2" fmla="*/ 0 w 749300"/>
                <a:gd name="connsiteY2" fmla="*/ 0 h 241300"/>
                <a:gd name="connsiteX3" fmla="*/ 751269 w 749300"/>
                <a:gd name="connsiteY3" fmla="*/ 0 h 241300"/>
                <a:gd name="connsiteX4" fmla="*/ 720598 w 749300"/>
                <a:gd name="connsiteY4" fmla="*/ 25845 h 241300"/>
                <a:gd name="connsiteX5" fmla="*/ 586550 w 749300"/>
                <a:gd name="connsiteY5" fmla="*/ 159893 h 241300"/>
                <a:gd name="connsiteX6" fmla="*/ 531813 w 749300"/>
                <a:gd name="connsiteY6" fmla="*/ 241871 h 241300"/>
                <a:gd name="connsiteX7" fmla="*/ 524701 w 749300"/>
                <a:gd name="connsiteY7" fmla="*/ 246824 h 241300"/>
                <a:gd name="connsiteX8" fmla="*/ 461835 w 749300"/>
                <a:gd name="connsiteY8" fmla="*/ 246824 h 241300"/>
                <a:gd name="connsiteX9" fmla="*/ 458216 w 749300"/>
                <a:gd name="connsiteY9" fmla="*/ 246317 h 241300"/>
                <a:gd name="connsiteX10" fmla="*/ 522478 w 749300"/>
                <a:gd name="connsiteY10" fmla="*/ 144717 h 241300"/>
                <a:gd name="connsiteX11" fmla="*/ 601091 w 749300"/>
                <a:gd name="connsiteY11" fmla="*/ 55689 h 241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49300" h="241300">
                  <a:moveTo>
                    <a:pt x="601091" y="55689"/>
                  </a:moveTo>
                  <a:lnTo>
                    <a:pt x="0" y="55689"/>
                  </a:lnTo>
                  <a:lnTo>
                    <a:pt x="0" y="0"/>
                  </a:lnTo>
                  <a:lnTo>
                    <a:pt x="751269" y="0"/>
                  </a:lnTo>
                  <a:cubicBezTo>
                    <a:pt x="740220" y="9335"/>
                    <a:pt x="730377" y="17526"/>
                    <a:pt x="720598" y="25845"/>
                  </a:cubicBezTo>
                  <a:cubicBezTo>
                    <a:pt x="672008" y="66441"/>
                    <a:pt x="627146" y="111303"/>
                    <a:pt x="586550" y="159893"/>
                  </a:cubicBezTo>
                  <a:cubicBezTo>
                    <a:pt x="565442" y="185196"/>
                    <a:pt x="547093" y="212678"/>
                    <a:pt x="531813" y="241871"/>
                  </a:cubicBezTo>
                  <a:cubicBezTo>
                    <a:pt x="530328" y="244527"/>
                    <a:pt x="527706" y="246353"/>
                    <a:pt x="524701" y="246824"/>
                  </a:cubicBezTo>
                  <a:cubicBezTo>
                    <a:pt x="503746" y="247205"/>
                    <a:pt x="482791" y="246824"/>
                    <a:pt x="461835" y="246824"/>
                  </a:cubicBezTo>
                  <a:cubicBezTo>
                    <a:pt x="460621" y="246721"/>
                    <a:pt x="459412" y="246551"/>
                    <a:pt x="458216" y="246317"/>
                  </a:cubicBezTo>
                  <a:cubicBezTo>
                    <a:pt x="475005" y="209733"/>
                    <a:pt x="496619" y="175563"/>
                    <a:pt x="522478" y="144717"/>
                  </a:cubicBezTo>
                  <a:cubicBezTo>
                    <a:pt x="547751" y="114554"/>
                    <a:pt x="574802" y="85471"/>
                    <a:pt x="601091" y="55689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428482" y="1870837"/>
              <a:ext cx="381000" cy="584200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9989189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ext Slid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 userDrawn="1"/>
        </p:nvGrpSpPr>
        <p:grpSpPr>
          <a:xfrm>
            <a:off x="-6058" y="3516217"/>
            <a:ext cx="5797612" cy="2396903"/>
            <a:chOff x="1320045" y="4580698"/>
            <a:chExt cx="3312434" cy="1370734"/>
          </a:xfrm>
          <a:solidFill>
            <a:srgbClr val="F3622C"/>
          </a:solidFill>
        </p:grpSpPr>
        <p:sp>
          <p:nvSpPr>
            <p:cNvPr id="9" name="Rectangle 8"/>
            <p:cNvSpPr/>
            <p:nvPr userDrawn="1"/>
          </p:nvSpPr>
          <p:spPr>
            <a:xfrm>
              <a:off x="1320045" y="5031740"/>
              <a:ext cx="1234104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Rectangle 9"/>
            <p:cNvSpPr/>
            <p:nvPr userDrawn="1"/>
          </p:nvSpPr>
          <p:spPr>
            <a:xfrm>
              <a:off x="1320046" y="5373431"/>
              <a:ext cx="1234104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51C13B23-0164-1C4E-9E7A-3F1ECA7824F7}"/>
                </a:ext>
              </a:extLst>
            </p:cNvPr>
            <p:cNvGrpSpPr/>
            <p:nvPr userDrawn="1"/>
          </p:nvGrpSpPr>
          <p:grpSpPr>
            <a:xfrm>
              <a:off x="2227580" y="4580698"/>
              <a:ext cx="2404899" cy="1370734"/>
              <a:chOff x="7799133" y="1870745"/>
              <a:chExt cx="1010349" cy="584292"/>
            </a:xfrm>
            <a:grpFill/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2F450B4C-241D-A544-BBEF-175E01D6A139}"/>
                  </a:ext>
                </a:extLst>
              </p:cNvPr>
              <p:cNvSpPr/>
              <p:nvPr/>
            </p:nvSpPr>
            <p:spPr>
              <a:xfrm>
                <a:off x="7799260" y="1870745"/>
                <a:ext cx="749300" cy="247650"/>
              </a:xfrm>
              <a:custGeom>
                <a:avLst/>
                <a:gdLst>
                  <a:gd name="connsiteX0" fmla="*/ 749871 w 749300"/>
                  <a:gd name="connsiteY0" fmla="*/ 248186 h 247650"/>
                  <a:gd name="connsiteX1" fmla="*/ 0 w 749300"/>
                  <a:gd name="connsiteY1" fmla="*/ 248186 h 247650"/>
                  <a:gd name="connsiteX2" fmla="*/ 0 w 749300"/>
                  <a:gd name="connsiteY2" fmla="*/ 192497 h 247650"/>
                  <a:gd name="connsiteX3" fmla="*/ 603885 w 749300"/>
                  <a:gd name="connsiteY3" fmla="*/ 192497 h 247650"/>
                  <a:gd name="connsiteX4" fmla="*/ 457200 w 749300"/>
                  <a:gd name="connsiteY4" fmla="*/ 219 h 247650"/>
                  <a:gd name="connsiteX5" fmla="*/ 515239 w 749300"/>
                  <a:gd name="connsiteY5" fmla="*/ 219 h 247650"/>
                  <a:gd name="connsiteX6" fmla="*/ 535495 w 749300"/>
                  <a:gd name="connsiteY6" fmla="*/ 12347 h 247650"/>
                  <a:gd name="connsiteX7" fmla="*/ 600011 w 749300"/>
                  <a:gd name="connsiteY7" fmla="*/ 105057 h 247650"/>
                  <a:gd name="connsiteX8" fmla="*/ 744030 w 749300"/>
                  <a:gd name="connsiteY8" fmla="*/ 242090 h 247650"/>
                  <a:gd name="connsiteX9" fmla="*/ 749236 w 749300"/>
                  <a:gd name="connsiteY9" fmla="*/ 246535 h 247650"/>
                  <a:gd name="connsiteX10" fmla="*/ 749871 w 749300"/>
                  <a:gd name="connsiteY10" fmla="*/ 248186 h 247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49300" h="247650">
                    <a:moveTo>
                      <a:pt x="749871" y="248186"/>
                    </a:moveTo>
                    <a:lnTo>
                      <a:pt x="0" y="248186"/>
                    </a:lnTo>
                    <a:lnTo>
                      <a:pt x="0" y="192497"/>
                    </a:lnTo>
                    <a:lnTo>
                      <a:pt x="603885" y="192497"/>
                    </a:lnTo>
                    <a:cubicBezTo>
                      <a:pt x="546036" y="134140"/>
                      <a:pt x="492760" y="74768"/>
                      <a:pt x="457200" y="219"/>
                    </a:cubicBezTo>
                    <a:cubicBezTo>
                      <a:pt x="477583" y="219"/>
                      <a:pt x="496443" y="854"/>
                      <a:pt x="515239" y="219"/>
                    </a:cubicBezTo>
                    <a:cubicBezTo>
                      <a:pt x="524031" y="-1141"/>
                      <a:pt x="532543" y="3956"/>
                      <a:pt x="535495" y="12347"/>
                    </a:cubicBezTo>
                    <a:cubicBezTo>
                      <a:pt x="553057" y="45816"/>
                      <a:pt x="574730" y="76961"/>
                      <a:pt x="600011" y="105057"/>
                    </a:cubicBezTo>
                    <a:cubicBezTo>
                      <a:pt x="643639" y="155126"/>
                      <a:pt x="691855" y="201004"/>
                      <a:pt x="744030" y="242090"/>
                    </a:cubicBezTo>
                    <a:cubicBezTo>
                      <a:pt x="745808" y="243551"/>
                      <a:pt x="747585" y="245011"/>
                      <a:pt x="749236" y="246535"/>
                    </a:cubicBezTo>
                    <a:cubicBezTo>
                      <a:pt x="749554" y="246599"/>
                      <a:pt x="749554" y="247170"/>
                      <a:pt x="749871" y="248186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9B9C1B07-7BAD-DD4F-97E1-2FD89B2D1C40}"/>
                  </a:ext>
                </a:extLst>
              </p:cNvPr>
              <p:cNvSpPr/>
              <p:nvPr/>
            </p:nvSpPr>
            <p:spPr>
              <a:xfrm>
                <a:off x="7799133" y="2208657"/>
                <a:ext cx="749300" cy="241300"/>
              </a:xfrm>
              <a:custGeom>
                <a:avLst/>
                <a:gdLst>
                  <a:gd name="connsiteX0" fmla="*/ 601091 w 749300"/>
                  <a:gd name="connsiteY0" fmla="*/ 55689 h 241300"/>
                  <a:gd name="connsiteX1" fmla="*/ 0 w 749300"/>
                  <a:gd name="connsiteY1" fmla="*/ 55689 h 241300"/>
                  <a:gd name="connsiteX2" fmla="*/ 0 w 749300"/>
                  <a:gd name="connsiteY2" fmla="*/ 0 h 241300"/>
                  <a:gd name="connsiteX3" fmla="*/ 751269 w 749300"/>
                  <a:gd name="connsiteY3" fmla="*/ 0 h 241300"/>
                  <a:gd name="connsiteX4" fmla="*/ 720598 w 749300"/>
                  <a:gd name="connsiteY4" fmla="*/ 25845 h 241300"/>
                  <a:gd name="connsiteX5" fmla="*/ 586550 w 749300"/>
                  <a:gd name="connsiteY5" fmla="*/ 159893 h 241300"/>
                  <a:gd name="connsiteX6" fmla="*/ 531813 w 749300"/>
                  <a:gd name="connsiteY6" fmla="*/ 241871 h 241300"/>
                  <a:gd name="connsiteX7" fmla="*/ 524701 w 749300"/>
                  <a:gd name="connsiteY7" fmla="*/ 246824 h 241300"/>
                  <a:gd name="connsiteX8" fmla="*/ 461835 w 749300"/>
                  <a:gd name="connsiteY8" fmla="*/ 246824 h 241300"/>
                  <a:gd name="connsiteX9" fmla="*/ 458216 w 749300"/>
                  <a:gd name="connsiteY9" fmla="*/ 246317 h 241300"/>
                  <a:gd name="connsiteX10" fmla="*/ 522478 w 749300"/>
                  <a:gd name="connsiteY10" fmla="*/ 144717 h 241300"/>
                  <a:gd name="connsiteX11" fmla="*/ 601091 w 749300"/>
                  <a:gd name="connsiteY11" fmla="*/ 55689 h 241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49300" h="241300">
                    <a:moveTo>
                      <a:pt x="601091" y="55689"/>
                    </a:moveTo>
                    <a:lnTo>
                      <a:pt x="0" y="55689"/>
                    </a:lnTo>
                    <a:lnTo>
                      <a:pt x="0" y="0"/>
                    </a:lnTo>
                    <a:lnTo>
                      <a:pt x="751269" y="0"/>
                    </a:lnTo>
                    <a:cubicBezTo>
                      <a:pt x="740220" y="9335"/>
                      <a:pt x="730377" y="17526"/>
                      <a:pt x="720598" y="25845"/>
                    </a:cubicBezTo>
                    <a:cubicBezTo>
                      <a:pt x="672008" y="66441"/>
                      <a:pt x="627146" y="111303"/>
                      <a:pt x="586550" y="159893"/>
                    </a:cubicBezTo>
                    <a:cubicBezTo>
                      <a:pt x="565442" y="185196"/>
                      <a:pt x="547093" y="212678"/>
                      <a:pt x="531813" y="241871"/>
                    </a:cubicBezTo>
                    <a:cubicBezTo>
                      <a:pt x="530328" y="244527"/>
                      <a:pt x="527706" y="246353"/>
                      <a:pt x="524701" y="246824"/>
                    </a:cubicBezTo>
                    <a:cubicBezTo>
                      <a:pt x="503746" y="247205"/>
                      <a:pt x="482791" y="246824"/>
                      <a:pt x="461835" y="246824"/>
                    </a:cubicBezTo>
                    <a:cubicBezTo>
                      <a:pt x="460621" y="246721"/>
                      <a:pt x="459412" y="246551"/>
                      <a:pt x="458216" y="246317"/>
                    </a:cubicBezTo>
                    <a:cubicBezTo>
                      <a:pt x="475005" y="209733"/>
                      <a:pt x="496619" y="175563"/>
                      <a:pt x="522478" y="144717"/>
                    </a:cubicBezTo>
                    <a:cubicBezTo>
                      <a:pt x="547751" y="114554"/>
                      <a:pt x="574802" y="85471"/>
                      <a:pt x="601091" y="55689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17BA7C41-EA1C-2F4D-90C7-EC472AB85B8A}"/>
                  </a:ext>
                </a:extLst>
              </p:cNvPr>
              <p:cNvSpPr/>
              <p:nvPr/>
            </p:nvSpPr>
            <p:spPr>
              <a:xfrm>
                <a:off x="8428482" y="1870837"/>
                <a:ext cx="381000" cy="584200"/>
              </a:xfrm>
              <a:custGeom>
                <a:avLst/>
                <a:gdLst>
                  <a:gd name="connsiteX0" fmla="*/ 275717 w 381000"/>
                  <a:gd name="connsiteY0" fmla="*/ 292862 h 584200"/>
                  <a:gd name="connsiteX1" fmla="*/ 0 w 381000"/>
                  <a:gd name="connsiteY1" fmla="*/ 762 h 584200"/>
                  <a:gd name="connsiteX2" fmla="*/ 5779 w 381000"/>
                  <a:gd name="connsiteY2" fmla="*/ 0 h 584200"/>
                  <a:gd name="connsiteX3" fmla="*/ 65532 w 381000"/>
                  <a:gd name="connsiteY3" fmla="*/ 0 h 584200"/>
                  <a:gd name="connsiteX4" fmla="*/ 73089 w 381000"/>
                  <a:gd name="connsiteY4" fmla="*/ 4191 h 584200"/>
                  <a:gd name="connsiteX5" fmla="*/ 202629 w 381000"/>
                  <a:gd name="connsiteY5" fmla="*/ 164973 h 584200"/>
                  <a:gd name="connsiteX6" fmla="*/ 377889 w 381000"/>
                  <a:gd name="connsiteY6" fmla="*/ 290449 h 584200"/>
                  <a:gd name="connsiteX7" fmla="*/ 381318 w 381000"/>
                  <a:gd name="connsiteY7" fmla="*/ 292481 h 584200"/>
                  <a:gd name="connsiteX8" fmla="*/ 340043 w 381000"/>
                  <a:gd name="connsiteY8" fmla="*/ 317881 h 584200"/>
                  <a:gd name="connsiteX9" fmla="*/ 126238 w 381000"/>
                  <a:gd name="connsiteY9" fmla="*/ 500698 h 584200"/>
                  <a:gd name="connsiteX10" fmla="*/ 74358 w 381000"/>
                  <a:gd name="connsiteY10" fmla="*/ 579120 h 584200"/>
                  <a:gd name="connsiteX11" fmla="*/ 65024 w 381000"/>
                  <a:gd name="connsiteY11" fmla="*/ 584708 h 584200"/>
                  <a:gd name="connsiteX12" fmla="*/ 0 w 381000"/>
                  <a:gd name="connsiteY12" fmla="*/ 584708 h 584200"/>
                  <a:gd name="connsiteX13" fmla="*/ 275717 w 381000"/>
                  <a:gd name="connsiteY13" fmla="*/ 292862 h 584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81000" h="584200">
                    <a:moveTo>
                      <a:pt x="275717" y="292862"/>
                    </a:moveTo>
                    <a:cubicBezTo>
                      <a:pt x="157290" y="220155"/>
                      <a:pt x="68517" y="120840"/>
                      <a:pt x="0" y="762"/>
                    </a:cubicBezTo>
                    <a:cubicBezTo>
                      <a:pt x="1912" y="408"/>
                      <a:pt x="3840" y="154"/>
                      <a:pt x="5779" y="0"/>
                    </a:cubicBezTo>
                    <a:cubicBezTo>
                      <a:pt x="25654" y="0"/>
                      <a:pt x="45593" y="0"/>
                      <a:pt x="65532" y="0"/>
                    </a:cubicBezTo>
                    <a:cubicBezTo>
                      <a:pt x="68552" y="194"/>
                      <a:pt x="71325" y="1732"/>
                      <a:pt x="73089" y="4191"/>
                    </a:cubicBezTo>
                    <a:cubicBezTo>
                      <a:pt x="105855" y="66230"/>
                      <a:pt x="150940" y="118491"/>
                      <a:pt x="202629" y="164973"/>
                    </a:cubicBezTo>
                    <a:cubicBezTo>
                      <a:pt x="256618" y="212664"/>
                      <a:pt x="315344" y="254708"/>
                      <a:pt x="377889" y="290449"/>
                    </a:cubicBezTo>
                    <a:lnTo>
                      <a:pt x="381318" y="292481"/>
                    </a:lnTo>
                    <a:cubicBezTo>
                      <a:pt x="367221" y="301180"/>
                      <a:pt x="353568" y="309372"/>
                      <a:pt x="340043" y="317881"/>
                    </a:cubicBezTo>
                    <a:cubicBezTo>
                      <a:pt x="260224" y="368681"/>
                      <a:pt x="186246" y="426593"/>
                      <a:pt x="126238" y="500698"/>
                    </a:cubicBezTo>
                    <a:cubicBezTo>
                      <a:pt x="106331" y="525012"/>
                      <a:pt x="88949" y="551288"/>
                      <a:pt x="74358" y="579120"/>
                    </a:cubicBezTo>
                    <a:cubicBezTo>
                      <a:pt x="72939" y="582938"/>
                      <a:pt x="69060" y="585261"/>
                      <a:pt x="65024" y="584708"/>
                    </a:cubicBezTo>
                    <a:cubicBezTo>
                      <a:pt x="43879" y="584391"/>
                      <a:pt x="22733" y="584708"/>
                      <a:pt x="0" y="584708"/>
                    </a:cubicBezTo>
                    <a:cubicBezTo>
                      <a:pt x="68517" y="464693"/>
                      <a:pt x="157862" y="365951"/>
                      <a:pt x="275717" y="292862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</p:grpSp>
      <p:sp>
        <p:nvSpPr>
          <p:cNvPr id="1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242034"/>
            <a:ext cx="3694112" cy="2917842"/>
          </a:xfrm>
        </p:spPr>
        <p:txBody>
          <a:bodyPr anchor="b"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edit slide title</a:t>
            </a:r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8146" y="579549"/>
            <a:ext cx="5718225" cy="589903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000"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2"/>
            <a:r>
              <a:rPr lang="en-GB" dirty="0"/>
              <a:t>Fourth level</a:t>
            </a:r>
          </a:p>
          <a:p>
            <a:pPr lvl="2"/>
            <a:r>
              <a:rPr lang="en-GB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161484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ext and Image (half scree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73063" y="1892635"/>
            <a:ext cx="614348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85650" y="1147572"/>
            <a:ext cx="5123903" cy="520262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edit slide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3229535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F1612C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08657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Activity 1">
    <p:bg>
      <p:bgPr>
        <a:solidFill>
          <a:srgbClr val="F36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56887D20-DCD6-8E49-BF31-8F4C2FCCD421}"/>
              </a:ext>
            </a:extLst>
          </p:cNvPr>
          <p:cNvSpPr/>
          <p:nvPr userDrawn="1"/>
        </p:nvSpPr>
        <p:spPr>
          <a:xfrm>
            <a:off x="487005" y="518307"/>
            <a:ext cx="3525956" cy="4061544"/>
          </a:xfrm>
          <a:custGeom>
            <a:avLst/>
            <a:gdLst>
              <a:gd name="connsiteX0" fmla="*/ 1008895 w 1003300"/>
              <a:gd name="connsiteY0" fmla="*/ 731076 h 1155700"/>
              <a:gd name="connsiteX1" fmla="*/ 581921 w 1003300"/>
              <a:gd name="connsiteY1" fmla="*/ 1157986 h 1155700"/>
              <a:gd name="connsiteX2" fmla="*/ 581921 w 1003300"/>
              <a:gd name="connsiteY2" fmla="*/ 932371 h 1155700"/>
              <a:gd name="connsiteX3" fmla="*/ 565728 w 1003300"/>
              <a:gd name="connsiteY3" fmla="*/ 932371 h 1155700"/>
              <a:gd name="connsiteX4" fmla="*/ 485337 w 1003300"/>
              <a:gd name="connsiteY4" fmla="*/ 923163 h 1155700"/>
              <a:gd name="connsiteX5" fmla="*/ 405454 w 1003300"/>
              <a:gd name="connsiteY5" fmla="*/ 877824 h 1155700"/>
              <a:gd name="connsiteX6" fmla="*/ 306585 w 1003300"/>
              <a:gd name="connsiteY6" fmla="*/ 784035 h 1155700"/>
              <a:gd name="connsiteX7" fmla="*/ 114497 w 1003300"/>
              <a:gd name="connsiteY7" fmla="*/ 591312 h 1155700"/>
              <a:gd name="connsiteX8" fmla="*/ 29534 w 1003300"/>
              <a:gd name="connsiteY8" fmla="*/ 484251 h 1155700"/>
              <a:gd name="connsiteX9" fmla="*/ 7500 w 1003300"/>
              <a:gd name="connsiteY9" fmla="*/ 408051 h 1155700"/>
              <a:gd name="connsiteX10" fmla="*/ 452 w 1003300"/>
              <a:gd name="connsiteY10" fmla="*/ 282766 h 1155700"/>
              <a:gd name="connsiteX11" fmla="*/ 452 w 1003300"/>
              <a:gd name="connsiteY11" fmla="*/ 10668 h 1155700"/>
              <a:gd name="connsiteX12" fmla="*/ 452 w 1003300"/>
              <a:gd name="connsiteY12" fmla="*/ 1333 h 1155700"/>
              <a:gd name="connsiteX13" fmla="*/ 201937 w 1003300"/>
              <a:gd name="connsiteY13" fmla="*/ 203200 h 1155700"/>
              <a:gd name="connsiteX14" fmla="*/ 405137 w 1003300"/>
              <a:gd name="connsiteY14" fmla="*/ 0 h 1155700"/>
              <a:gd name="connsiteX15" fmla="*/ 405137 w 1003300"/>
              <a:gd name="connsiteY15" fmla="*/ 527876 h 1155700"/>
              <a:gd name="connsiteX16" fmla="*/ 573221 w 1003300"/>
              <a:gd name="connsiteY16" fmla="*/ 527876 h 1155700"/>
              <a:gd name="connsiteX17" fmla="*/ 581984 w 1003300"/>
              <a:gd name="connsiteY17" fmla="*/ 518732 h 1155700"/>
              <a:gd name="connsiteX18" fmla="*/ 581984 w 1003300"/>
              <a:gd name="connsiteY18" fmla="*/ 303975 h 1155700"/>
              <a:gd name="connsiteX19" fmla="*/ 1008895 w 1003300"/>
              <a:gd name="connsiteY19" fmla="*/ 731076 h 1155700"/>
              <a:gd name="connsiteX20" fmla="*/ 649929 w 1003300"/>
              <a:gd name="connsiteY20" fmla="*/ 864426 h 1155700"/>
              <a:gd name="connsiteX21" fmla="*/ 649929 w 1003300"/>
              <a:gd name="connsiteY21" fmla="*/ 991807 h 1155700"/>
              <a:gd name="connsiteX22" fmla="*/ 911359 w 1003300"/>
              <a:gd name="connsiteY22" fmla="*/ 730568 h 1155700"/>
              <a:gd name="connsiteX23" fmla="*/ 649231 w 1003300"/>
              <a:gd name="connsiteY23" fmla="*/ 468376 h 1155700"/>
              <a:gd name="connsiteX24" fmla="*/ 649231 w 1003300"/>
              <a:gd name="connsiteY24" fmla="*/ 595693 h 1155700"/>
              <a:gd name="connsiteX25" fmla="*/ 216732 w 1003300"/>
              <a:gd name="connsiteY25" fmla="*/ 595693 h 1155700"/>
              <a:gd name="connsiteX26" fmla="*/ 221558 w 1003300"/>
              <a:gd name="connsiteY26" fmla="*/ 601091 h 1155700"/>
              <a:gd name="connsiteX27" fmla="*/ 427870 w 1003300"/>
              <a:gd name="connsiteY27" fmla="*/ 807720 h 1155700"/>
              <a:gd name="connsiteX28" fmla="*/ 542170 w 1003300"/>
              <a:gd name="connsiteY28" fmla="*/ 862457 h 1155700"/>
              <a:gd name="connsiteX29" fmla="*/ 624720 w 1003300"/>
              <a:gd name="connsiteY29" fmla="*/ 864426 h 1155700"/>
              <a:gd name="connsiteX30" fmla="*/ 649929 w 1003300"/>
              <a:gd name="connsiteY30" fmla="*/ 864426 h 1155700"/>
              <a:gd name="connsiteX31" fmla="*/ 68523 w 1003300"/>
              <a:gd name="connsiteY31" fmla="*/ 162941 h 1155700"/>
              <a:gd name="connsiteX32" fmla="*/ 68142 w 1003300"/>
              <a:gd name="connsiteY32" fmla="*/ 168275 h 1155700"/>
              <a:gd name="connsiteX33" fmla="*/ 68460 w 1003300"/>
              <a:gd name="connsiteY33" fmla="*/ 339725 h 1155700"/>
              <a:gd name="connsiteX34" fmla="*/ 75318 w 1003300"/>
              <a:gd name="connsiteY34" fmla="*/ 411162 h 1155700"/>
              <a:gd name="connsiteX35" fmla="*/ 127325 w 1003300"/>
              <a:gd name="connsiteY35" fmla="*/ 494665 h 1155700"/>
              <a:gd name="connsiteX36" fmla="*/ 203207 w 1003300"/>
              <a:gd name="connsiteY36" fmla="*/ 521780 h 1155700"/>
              <a:gd name="connsiteX37" fmla="*/ 333889 w 1003300"/>
              <a:gd name="connsiteY37" fmla="*/ 527558 h 1155700"/>
              <a:gd name="connsiteX38" fmla="*/ 336937 w 1003300"/>
              <a:gd name="connsiteY38" fmla="*/ 526732 h 1155700"/>
              <a:gd name="connsiteX39" fmla="*/ 336938 w 1003300"/>
              <a:gd name="connsiteY39" fmla="*/ 162243 h 1155700"/>
              <a:gd name="connsiteX40" fmla="*/ 202508 w 1003300"/>
              <a:gd name="connsiteY40" fmla="*/ 295021 h 1155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003300" h="1155700">
                <a:moveTo>
                  <a:pt x="1008895" y="731076"/>
                </a:moveTo>
                <a:lnTo>
                  <a:pt x="581921" y="1157986"/>
                </a:lnTo>
                <a:lnTo>
                  <a:pt x="581921" y="932371"/>
                </a:lnTo>
                <a:lnTo>
                  <a:pt x="565728" y="932371"/>
                </a:lnTo>
                <a:cubicBezTo>
                  <a:pt x="538636" y="932998"/>
                  <a:pt x="511586" y="929900"/>
                  <a:pt x="485337" y="923163"/>
                </a:cubicBezTo>
                <a:cubicBezTo>
                  <a:pt x="455495" y="914588"/>
                  <a:pt x="428116" y="899048"/>
                  <a:pt x="405454" y="877824"/>
                </a:cubicBezTo>
                <a:cubicBezTo>
                  <a:pt x="371736" y="847407"/>
                  <a:pt x="338843" y="815975"/>
                  <a:pt x="306585" y="784035"/>
                </a:cubicBezTo>
                <a:cubicBezTo>
                  <a:pt x="242111" y="720238"/>
                  <a:pt x="178082" y="655997"/>
                  <a:pt x="114497" y="591312"/>
                </a:cubicBezTo>
                <a:cubicBezTo>
                  <a:pt x="82430" y="558737"/>
                  <a:pt x="52140" y="524510"/>
                  <a:pt x="29534" y="484251"/>
                </a:cubicBezTo>
                <a:cubicBezTo>
                  <a:pt x="16810" y="460725"/>
                  <a:pt x="9295" y="434737"/>
                  <a:pt x="7500" y="408051"/>
                </a:cubicBezTo>
                <a:cubicBezTo>
                  <a:pt x="3944" y="366395"/>
                  <a:pt x="1150" y="324548"/>
                  <a:pt x="452" y="282766"/>
                </a:cubicBezTo>
                <a:cubicBezTo>
                  <a:pt x="-565" y="192087"/>
                  <a:pt x="452" y="101346"/>
                  <a:pt x="452" y="10668"/>
                </a:cubicBezTo>
                <a:lnTo>
                  <a:pt x="452" y="1333"/>
                </a:lnTo>
                <a:cubicBezTo>
                  <a:pt x="67952" y="68961"/>
                  <a:pt x="134817" y="135890"/>
                  <a:pt x="201937" y="203200"/>
                </a:cubicBezTo>
                <a:lnTo>
                  <a:pt x="405137" y="0"/>
                </a:lnTo>
                <a:lnTo>
                  <a:pt x="405137" y="527876"/>
                </a:lnTo>
                <a:cubicBezTo>
                  <a:pt x="408185" y="527876"/>
                  <a:pt x="519818" y="527876"/>
                  <a:pt x="573221" y="527876"/>
                </a:cubicBezTo>
                <a:cubicBezTo>
                  <a:pt x="580524" y="527876"/>
                  <a:pt x="581984" y="525463"/>
                  <a:pt x="581984" y="518732"/>
                </a:cubicBezTo>
                <a:cubicBezTo>
                  <a:pt x="581984" y="449516"/>
                  <a:pt x="581984" y="305435"/>
                  <a:pt x="581984" y="303975"/>
                </a:cubicBezTo>
                <a:cubicBezTo>
                  <a:pt x="580778" y="304292"/>
                  <a:pt x="1010038" y="732028"/>
                  <a:pt x="1008895" y="731076"/>
                </a:cubicBezTo>
                <a:close/>
                <a:moveTo>
                  <a:pt x="649929" y="864426"/>
                </a:moveTo>
                <a:lnTo>
                  <a:pt x="649929" y="991807"/>
                </a:lnTo>
                <a:cubicBezTo>
                  <a:pt x="737601" y="904092"/>
                  <a:pt x="824745" y="817012"/>
                  <a:pt x="911359" y="730568"/>
                </a:cubicBezTo>
                <a:lnTo>
                  <a:pt x="649231" y="468376"/>
                </a:lnTo>
                <a:lnTo>
                  <a:pt x="649231" y="595693"/>
                </a:lnTo>
                <a:lnTo>
                  <a:pt x="216732" y="595693"/>
                </a:lnTo>
                <a:cubicBezTo>
                  <a:pt x="218955" y="598170"/>
                  <a:pt x="220162" y="599757"/>
                  <a:pt x="221558" y="601091"/>
                </a:cubicBezTo>
                <a:cubicBezTo>
                  <a:pt x="290265" y="669967"/>
                  <a:pt x="359036" y="738844"/>
                  <a:pt x="427870" y="807720"/>
                </a:cubicBezTo>
                <a:cubicBezTo>
                  <a:pt x="459620" y="839470"/>
                  <a:pt x="496894" y="859473"/>
                  <a:pt x="542170" y="862457"/>
                </a:cubicBezTo>
                <a:cubicBezTo>
                  <a:pt x="569665" y="864235"/>
                  <a:pt x="597288" y="863854"/>
                  <a:pt x="624720" y="864426"/>
                </a:cubicBezTo>
                <a:cubicBezTo>
                  <a:pt x="632721" y="864553"/>
                  <a:pt x="640404" y="864426"/>
                  <a:pt x="649929" y="864426"/>
                </a:cubicBezTo>
                <a:close/>
                <a:moveTo>
                  <a:pt x="68523" y="162941"/>
                </a:moveTo>
                <a:cubicBezTo>
                  <a:pt x="68523" y="164402"/>
                  <a:pt x="68142" y="166370"/>
                  <a:pt x="68142" y="168275"/>
                </a:cubicBezTo>
                <a:cubicBezTo>
                  <a:pt x="68142" y="225425"/>
                  <a:pt x="67507" y="282575"/>
                  <a:pt x="68460" y="339725"/>
                </a:cubicBezTo>
                <a:cubicBezTo>
                  <a:pt x="68770" y="363686"/>
                  <a:pt x="71064" y="387580"/>
                  <a:pt x="75318" y="411162"/>
                </a:cubicBezTo>
                <a:cubicBezTo>
                  <a:pt x="81668" y="445326"/>
                  <a:pt x="97289" y="474662"/>
                  <a:pt x="127325" y="494665"/>
                </a:cubicBezTo>
                <a:cubicBezTo>
                  <a:pt x="150463" y="508873"/>
                  <a:pt x="176305" y="518107"/>
                  <a:pt x="203207" y="521780"/>
                </a:cubicBezTo>
                <a:cubicBezTo>
                  <a:pt x="246514" y="529273"/>
                  <a:pt x="290265" y="527621"/>
                  <a:pt x="333889" y="527558"/>
                </a:cubicBezTo>
                <a:cubicBezTo>
                  <a:pt x="334936" y="527411"/>
                  <a:pt x="335960" y="527133"/>
                  <a:pt x="336937" y="526732"/>
                </a:cubicBezTo>
                <a:lnTo>
                  <a:pt x="336938" y="162243"/>
                </a:lnTo>
                <a:lnTo>
                  <a:pt x="202508" y="295021"/>
                </a:lnTo>
                <a:close/>
              </a:path>
            </a:pathLst>
          </a:custGeom>
          <a:solidFill>
            <a:schemeClr val="accent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27302" y="344971"/>
            <a:ext cx="7475232" cy="285887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>
                <a:solidFill>
                  <a:srgbClr val="004050"/>
                </a:solidFill>
              </a:defRPr>
            </a:lvl1pPr>
          </a:lstStyle>
          <a:p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ACTIVITY: </a:t>
            </a:r>
            <a:br>
              <a:rPr lang="en-US" noProof="0" dirty="0"/>
            </a:br>
            <a:r>
              <a:rPr lang="en-US" noProof="0" dirty="0"/>
              <a:t>CLICK TO EDIT TITLE</a:t>
            </a:r>
            <a:endParaRPr lang="en-GB" noProof="0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327303" y="3525004"/>
            <a:ext cx="7475230" cy="2791976"/>
          </a:xfrm>
        </p:spPr>
        <p:txBody>
          <a:bodyPr/>
          <a:lstStyle>
            <a:lvl1pPr>
              <a:lnSpc>
                <a:spcPct val="100000"/>
              </a:lnSpc>
              <a:defRPr b="0" baseline="0"/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</p:spTree>
    <p:extLst>
      <p:ext uri="{BB962C8B-B14F-4D97-AF65-F5344CB8AC3E}">
        <p14:creationId xmlns:p14="http://schemas.microsoft.com/office/powerpoint/2010/main" val="19377112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02 Section Divider">
    <p:bg>
      <p:bgPr>
        <a:solidFill>
          <a:srgbClr val="7E007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A0DD6AED-2202-DD48-A2D6-60CCC5F07320}"/>
              </a:ext>
            </a:extLst>
          </p:cNvPr>
          <p:cNvSpPr/>
          <p:nvPr userDrawn="1"/>
        </p:nvSpPr>
        <p:spPr>
          <a:xfrm>
            <a:off x="-609" y="2116538"/>
            <a:ext cx="11411496" cy="5526322"/>
          </a:xfrm>
          <a:custGeom>
            <a:avLst/>
            <a:gdLst>
              <a:gd name="connsiteX0" fmla="*/ 676275 w 1009650"/>
              <a:gd name="connsiteY0" fmla="*/ 287331 h 488950"/>
              <a:gd name="connsiteX1" fmla="*/ 7684 w 1009650"/>
              <a:gd name="connsiteY1" fmla="*/ 287331 h 488950"/>
              <a:gd name="connsiteX2" fmla="*/ 0 w 1009650"/>
              <a:gd name="connsiteY2" fmla="*/ 279838 h 488950"/>
              <a:gd name="connsiteX3" fmla="*/ 0 w 1009650"/>
              <a:gd name="connsiteY3" fmla="*/ 210877 h 488950"/>
              <a:gd name="connsiteX4" fmla="*/ 6350 w 1009650"/>
              <a:gd name="connsiteY4" fmla="*/ 204527 h 488950"/>
              <a:gd name="connsiteX5" fmla="*/ 666750 w 1009650"/>
              <a:gd name="connsiteY5" fmla="*/ 204527 h 488950"/>
              <a:gd name="connsiteX6" fmla="*/ 676212 w 1009650"/>
              <a:gd name="connsiteY6" fmla="*/ 195002 h 488950"/>
              <a:gd name="connsiteX7" fmla="*/ 676212 w 1009650"/>
              <a:gd name="connsiteY7" fmla="*/ 10852 h 488950"/>
              <a:gd name="connsiteX8" fmla="*/ 681800 w 1009650"/>
              <a:gd name="connsiteY8" fmla="*/ 2661 h 488950"/>
              <a:gd name="connsiteX9" fmla="*/ 684975 w 1009650"/>
              <a:gd name="connsiteY9" fmla="*/ 1137 h 488950"/>
              <a:gd name="connsiteX10" fmla="*/ 690245 w 1009650"/>
              <a:gd name="connsiteY10" fmla="*/ 1835 h 488950"/>
              <a:gd name="connsiteX11" fmla="*/ 729552 w 1009650"/>
              <a:gd name="connsiteY11" fmla="*/ 43428 h 488950"/>
              <a:gd name="connsiteX12" fmla="*/ 770319 w 1009650"/>
              <a:gd name="connsiteY12" fmla="*/ 82036 h 488950"/>
              <a:gd name="connsiteX13" fmla="*/ 827469 w 1009650"/>
              <a:gd name="connsiteY13" fmla="*/ 129788 h 488950"/>
              <a:gd name="connsiteX14" fmla="*/ 873506 w 1009650"/>
              <a:gd name="connsiteY14" fmla="*/ 162681 h 488950"/>
              <a:gd name="connsiteX15" fmla="*/ 907415 w 1009650"/>
              <a:gd name="connsiteY15" fmla="*/ 185350 h 488950"/>
              <a:gd name="connsiteX16" fmla="*/ 935673 w 1009650"/>
              <a:gd name="connsiteY16" fmla="*/ 201670 h 488950"/>
              <a:gd name="connsiteX17" fmla="*/ 967804 w 1009650"/>
              <a:gd name="connsiteY17" fmla="*/ 218942 h 488950"/>
              <a:gd name="connsiteX18" fmla="*/ 997903 w 1009650"/>
              <a:gd name="connsiteY18" fmla="*/ 232848 h 488950"/>
              <a:gd name="connsiteX19" fmla="*/ 1010031 w 1009650"/>
              <a:gd name="connsiteY19" fmla="*/ 238436 h 488950"/>
              <a:gd name="connsiteX20" fmla="*/ 1011428 w 1009650"/>
              <a:gd name="connsiteY20" fmla="*/ 241294 h 488950"/>
              <a:gd name="connsiteX21" fmla="*/ 1011428 w 1009650"/>
              <a:gd name="connsiteY21" fmla="*/ 248914 h 488950"/>
              <a:gd name="connsiteX22" fmla="*/ 1008189 w 1009650"/>
              <a:gd name="connsiteY22" fmla="*/ 253422 h 488950"/>
              <a:gd name="connsiteX23" fmla="*/ 952183 w 1009650"/>
              <a:gd name="connsiteY23" fmla="*/ 281045 h 488950"/>
              <a:gd name="connsiteX24" fmla="*/ 906145 w 1009650"/>
              <a:gd name="connsiteY24" fmla="*/ 306953 h 488950"/>
              <a:gd name="connsiteX25" fmla="*/ 872236 w 1009650"/>
              <a:gd name="connsiteY25" fmla="*/ 329622 h 488950"/>
              <a:gd name="connsiteX26" fmla="*/ 835406 w 1009650"/>
              <a:gd name="connsiteY26" fmla="*/ 355467 h 488950"/>
              <a:gd name="connsiteX27" fmla="*/ 796100 w 1009650"/>
              <a:gd name="connsiteY27" fmla="*/ 386455 h 488950"/>
              <a:gd name="connsiteX28" fmla="*/ 760730 w 1009650"/>
              <a:gd name="connsiteY28" fmla="*/ 416998 h 488950"/>
              <a:gd name="connsiteX29" fmla="*/ 716280 w 1009650"/>
              <a:gd name="connsiteY29" fmla="*/ 460686 h 488950"/>
              <a:gd name="connsiteX30" fmla="*/ 690880 w 1009650"/>
              <a:gd name="connsiteY30" fmla="*/ 488563 h 488950"/>
              <a:gd name="connsiteX31" fmla="*/ 685292 w 1009650"/>
              <a:gd name="connsiteY31" fmla="*/ 489642 h 488950"/>
              <a:gd name="connsiteX32" fmla="*/ 678942 w 1009650"/>
              <a:gd name="connsiteY32" fmla="*/ 486404 h 488950"/>
              <a:gd name="connsiteX33" fmla="*/ 676402 w 1009650"/>
              <a:gd name="connsiteY33" fmla="*/ 480054 h 488950"/>
              <a:gd name="connsiteX34" fmla="*/ 676402 w 1009650"/>
              <a:gd name="connsiteY34" fmla="*/ 378454 h 488950"/>
              <a:gd name="connsiteX35" fmla="*/ 676402 w 1009650"/>
              <a:gd name="connsiteY35" fmla="*/ 287331 h 488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09650" h="488950">
                <a:moveTo>
                  <a:pt x="676275" y="287331"/>
                </a:moveTo>
                <a:lnTo>
                  <a:pt x="7684" y="287331"/>
                </a:lnTo>
                <a:cubicBezTo>
                  <a:pt x="0" y="287331"/>
                  <a:pt x="0" y="287331"/>
                  <a:pt x="0" y="279838"/>
                </a:cubicBezTo>
                <a:cubicBezTo>
                  <a:pt x="0" y="256851"/>
                  <a:pt x="0" y="233864"/>
                  <a:pt x="0" y="210877"/>
                </a:cubicBezTo>
                <a:cubicBezTo>
                  <a:pt x="0" y="205543"/>
                  <a:pt x="1524" y="204527"/>
                  <a:pt x="6350" y="204527"/>
                </a:cubicBezTo>
                <a:cubicBezTo>
                  <a:pt x="226483" y="204527"/>
                  <a:pt x="446617" y="204527"/>
                  <a:pt x="666750" y="204527"/>
                </a:cubicBezTo>
                <a:cubicBezTo>
                  <a:pt x="677228" y="204527"/>
                  <a:pt x="676212" y="205988"/>
                  <a:pt x="676212" y="195002"/>
                </a:cubicBezTo>
                <a:cubicBezTo>
                  <a:pt x="676212" y="133661"/>
                  <a:pt x="676212" y="72278"/>
                  <a:pt x="676212" y="10852"/>
                </a:cubicBezTo>
                <a:cubicBezTo>
                  <a:pt x="675743" y="7103"/>
                  <a:pt x="678138" y="3592"/>
                  <a:pt x="681800" y="2661"/>
                </a:cubicBezTo>
                <a:cubicBezTo>
                  <a:pt x="682942" y="2349"/>
                  <a:pt x="684018" y="1833"/>
                  <a:pt x="684975" y="1137"/>
                </a:cubicBezTo>
                <a:cubicBezTo>
                  <a:pt x="687070" y="-451"/>
                  <a:pt x="688150" y="-514"/>
                  <a:pt x="690245" y="1835"/>
                </a:cubicBezTo>
                <a:cubicBezTo>
                  <a:pt x="702945" y="15932"/>
                  <a:pt x="716090" y="29966"/>
                  <a:pt x="729552" y="43428"/>
                </a:cubicBezTo>
                <a:cubicBezTo>
                  <a:pt x="743014" y="56890"/>
                  <a:pt x="756222" y="69780"/>
                  <a:pt x="770319" y="82036"/>
                </a:cubicBezTo>
                <a:cubicBezTo>
                  <a:pt x="789051" y="98419"/>
                  <a:pt x="808419" y="114421"/>
                  <a:pt x="827469" y="129788"/>
                </a:cubicBezTo>
                <a:cubicBezTo>
                  <a:pt x="842328" y="141408"/>
                  <a:pt x="858012" y="151886"/>
                  <a:pt x="873506" y="162681"/>
                </a:cubicBezTo>
                <a:cubicBezTo>
                  <a:pt x="884682" y="170428"/>
                  <a:pt x="895922" y="178111"/>
                  <a:pt x="907415" y="185350"/>
                </a:cubicBezTo>
                <a:cubicBezTo>
                  <a:pt x="916623" y="191192"/>
                  <a:pt x="926148" y="196399"/>
                  <a:pt x="935673" y="201670"/>
                </a:cubicBezTo>
                <a:cubicBezTo>
                  <a:pt x="946277" y="207575"/>
                  <a:pt x="956945" y="213481"/>
                  <a:pt x="967804" y="218942"/>
                </a:cubicBezTo>
                <a:cubicBezTo>
                  <a:pt x="977710" y="223895"/>
                  <a:pt x="987870" y="228213"/>
                  <a:pt x="997903" y="232848"/>
                </a:cubicBezTo>
                <a:cubicBezTo>
                  <a:pt x="1001967" y="234690"/>
                  <a:pt x="1006094" y="236404"/>
                  <a:pt x="1010031" y="238436"/>
                </a:cubicBezTo>
                <a:cubicBezTo>
                  <a:pt x="1010884" y="239145"/>
                  <a:pt x="1011393" y="240185"/>
                  <a:pt x="1011428" y="241294"/>
                </a:cubicBezTo>
                <a:cubicBezTo>
                  <a:pt x="1011811" y="243819"/>
                  <a:pt x="1011811" y="246388"/>
                  <a:pt x="1011428" y="248914"/>
                </a:cubicBezTo>
                <a:cubicBezTo>
                  <a:pt x="1010997" y="250790"/>
                  <a:pt x="1009830" y="252415"/>
                  <a:pt x="1008189" y="253422"/>
                </a:cubicBezTo>
                <a:cubicBezTo>
                  <a:pt x="989584" y="262693"/>
                  <a:pt x="970661" y="271456"/>
                  <a:pt x="952183" y="281045"/>
                </a:cubicBezTo>
                <a:cubicBezTo>
                  <a:pt x="936562" y="289173"/>
                  <a:pt x="921195" y="297872"/>
                  <a:pt x="906145" y="306953"/>
                </a:cubicBezTo>
                <a:cubicBezTo>
                  <a:pt x="894525" y="313938"/>
                  <a:pt x="883412" y="321939"/>
                  <a:pt x="872236" y="329622"/>
                </a:cubicBezTo>
                <a:cubicBezTo>
                  <a:pt x="859854" y="338131"/>
                  <a:pt x="847408" y="346513"/>
                  <a:pt x="835406" y="355467"/>
                </a:cubicBezTo>
                <a:cubicBezTo>
                  <a:pt x="822071" y="365500"/>
                  <a:pt x="808969" y="375829"/>
                  <a:pt x="796100" y="386455"/>
                </a:cubicBezTo>
                <a:cubicBezTo>
                  <a:pt x="784035" y="396297"/>
                  <a:pt x="772097" y="406330"/>
                  <a:pt x="760730" y="416998"/>
                </a:cubicBezTo>
                <a:cubicBezTo>
                  <a:pt x="745554" y="431159"/>
                  <a:pt x="730822" y="445827"/>
                  <a:pt x="716280" y="460686"/>
                </a:cubicBezTo>
                <a:cubicBezTo>
                  <a:pt x="707454" y="469640"/>
                  <a:pt x="699516" y="479419"/>
                  <a:pt x="690880" y="488563"/>
                </a:cubicBezTo>
                <a:cubicBezTo>
                  <a:pt x="689269" y="489731"/>
                  <a:pt x="687223" y="490126"/>
                  <a:pt x="685292" y="489642"/>
                </a:cubicBezTo>
                <a:cubicBezTo>
                  <a:pt x="682920" y="489162"/>
                  <a:pt x="680724" y="488042"/>
                  <a:pt x="678942" y="486404"/>
                </a:cubicBezTo>
                <a:cubicBezTo>
                  <a:pt x="677383" y="484647"/>
                  <a:pt x="676484" y="482402"/>
                  <a:pt x="676402" y="480054"/>
                </a:cubicBezTo>
                <a:cubicBezTo>
                  <a:pt x="676402" y="446208"/>
                  <a:pt x="676402" y="412299"/>
                  <a:pt x="676402" y="378454"/>
                </a:cubicBezTo>
                <a:lnTo>
                  <a:pt x="676402" y="287331"/>
                </a:lnTo>
                <a:close/>
              </a:path>
            </a:pathLst>
          </a:custGeom>
          <a:solidFill>
            <a:srgbClr val="F91258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6238" y="2067007"/>
            <a:ext cx="5627171" cy="2353439"/>
          </a:xfrm>
        </p:spPr>
        <p:txBody>
          <a:bodyPr anchor="b" anchorCtr="0">
            <a:noAutofit/>
          </a:bodyPr>
          <a:lstStyle>
            <a:lvl1pPr algn="l">
              <a:lnSpc>
                <a:spcPts val="6000"/>
              </a:lnSpc>
              <a:defRPr sz="3600" spc="60" baseline="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TO EDIT MASTER TITLE STYLE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967457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Text Slide - With side bar C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7E007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349984"/>
            <a:ext cx="3443732" cy="2751998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all" spc="60" baseline="0">
                <a:solidFill>
                  <a:schemeClr val="bg1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slide title to sit here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8" y="1349984"/>
            <a:ext cx="5803900" cy="409416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magna.</a:t>
            </a:r>
          </a:p>
          <a:p>
            <a:pPr lvl="1"/>
            <a:r>
              <a:rPr lang="en-US" dirty="0"/>
              <a:t>Second level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1C13B23-0164-1C4E-9E7A-3F1ECA7824F7}"/>
              </a:ext>
            </a:extLst>
          </p:cNvPr>
          <p:cNvGrpSpPr/>
          <p:nvPr userDrawn="1"/>
        </p:nvGrpSpPr>
        <p:grpSpPr>
          <a:xfrm>
            <a:off x="2327195" y="4606108"/>
            <a:ext cx="2293146" cy="1326143"/>
            <a:chOff x="7799133" y="1870745"/>
            <a:chExt cx="1010349" cy="584292"/>
          </a:xfrm>
          <a:solidFill>
            <a:srgbClr val="FF004C"/>
          </a:solidFill>
        </p:grpSpPr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/>
          </p:nvSpPr>
          <p:spPr>
            <a:xfrm>
              <a:off x="7799260" y="1870745"/>
              <a:ext cx="749300" cy="247650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9300" h="247650">
                  <a:moveTo>
                    <a:pt x="749871" y="248186"/>
                  </a:moveTo>
                  <a:lnTo>
                    <a:pt x="0" y="248186"/>
                  </a:lnTo>
                  <a:lnTo>
                    <a:pt x="0" y="192497"/>
                  </a:lnTo>
                  <a:lnTo>
                    <a:pt x="603885" y="192497"/>
                  </a:lnTo>
                  <a:cubicBezTo>
                    <a:pt x="546036" y="134140"/>
                    <a:pt x="492760" y="74768"/>
                    <a:pt x="457200" y="219"/>
                  </a:cubicBezTo>
                  <a:cubicBezTo>
                    <a:pt x="477583" y="219"/>
                    <a:pt x="496443" y="854"/>
                    <a:pt x="515239" y="219"/>
                  </a:cubicBezTo>
                  <a:cubicBezTo>
                    <a:pt x="524031" y="-1141"/>
                    <a:pt x="532543" y="3956"/>
                    <a:pt x="535495" y="12347"/>
                  </a:cubicBezTo>
                  <a:cubicBezTo>
                    <a:pt x="553057" y="45816"/>
                    <a:pt x="574730" y="76961"/>
                    <a:pt x="600011" y="105057"/>
                  </a:cubicBezTo>
                  <a:cubicBezTo>
                    <a:pt x="643639" y="155126"/>
                    <a:pt x="691855" y="201004"/>
                    <a:pt x="744030" y="242090"/>
                  </a:cubicBezTo>
                  <a:cubicBezTo>
                    <a:pt x="745808" y="243551"/>
                    <a:pt x="747585" y="245011"/>
                    <a:pt x="749236" y="246535"/>
                  </a:cubicBezTo>
                  <a:cubicBezTo>
                    <a:pt x="749554" y="246599"/>
                    <a:pt x="749554" y="247170"/>
                    <a:pt x="749871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9B9C1B07-7BAD-DD4F-97E1-2FD89B2D1C40}"/>
                </a:ext>
              </a:extLst>
            </p:cNvPr>
            <p:cNvSpPr/>
            <p:nvPr/>
          </p:nvSpPr>
          <p:spPr>
            <a:xfrm>
              <a:off x="7799133" y="2208657"/>
              <a:ext cx="749300" cy="241300"/>
            </a:xfrm>
            <a:custGeom>
              <a:avLst/>
              <a:gdLst>
                <a:gd name="connsiteX0" fmla="*/ 601091 w 749300"/>
                <a:gd name="connsiteY0" fmla="*/ 55689 h 241300"/>
                <a:gd name="connsiteX1" fmla="*/ 0 w 749300"/>
                <a:gd name="connsiteY1" fmla="*/ 55689 h 241300"/>
                <a:gd name="connsiteX2" fmla="*/ 0 w 749300"/>
                <a:gd name="connsiteY2" fmla="*/ 0 h 241300"/>
                <a:gd name="connsiteX3" fmla="*/ 751269 w 749300"/>
                <a:gd name="connsiteY3" fmla="*/ 0 h 241300"/>
                <a:gd name="connsiteX4" fmla="*/ 720598 w 749300"/>
                <a:gd name="connsiteY4" fmla="*/ 25845 h 241300"/>
                <a:gd name="connsiteX5" fmla="*/ 586550 w 749300"/>
                <a:gd name="connsiteY5" fmla="*/ 159893 h 241300"/>
                <a:gd name="connsiteX6" fmla="*/ 531813 w 749300"/>
                <a:gd name="connsiteY6" fmla="*/ 241871 h 241300"/>
                <a:gd name="connsiteX7" fmla="*/ 524701 w 749300"/>
                <a:gd name="connsiteY7" fmla="*/ 246824 h 241300"/>
                <a:gd name="connsiteX8" fmla="*/ 461835 w 749300"/>
                <a:gd name="connsiteY8" fmla="*/ 246824 h 241300"/>
                <a:gd name="connsiteX9" fmla="*/ 458216 w 749300"/>
                <a:gd name="connsiteY9" fmla="*/ 246317 h 241300"/>
                <a:gd name="connsiteX10" fmla="*/ 522478 w 749300"/>
                <a:gd name="connsiteY10" fmla="*/ 144717 h 241300"/>
                <a:gd name="connsiteX11" fmla="*/ 601091 w 749300"/>
                <a:gd name="connsiteY11" fmla="*/ 55689 h 241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49300" h="241300">
                  <a:moveTo>
                    <a:pt x="601091" y="55689"/>
                  </a:moveTo>
                  <a:lnTo>
                    <a:pt x="0" y="55689"/>
                  </a:lnTo>
                  <a:lnTo>
                    <a:pt x="0" y="0"/>
                  </a:lnTo>
                  <a:lnTo>
                    <a:pt x="751269" y="0"/>
                  </a:lnTo>
                  <a:cubicBezTo>
                    <a:pt x="740220" y="9335"/>
                    <a:pt x="730377" y="17526"/>
                    <a:pt x="720598" y="25845"/>
                  </a:cubicBezTo>
                  <a:cubicBezTo>
                    <a:pt x="672008" y="66441"/>
                    <a:pt x="627146" y="111303"/>
                    <a:pt x="586550" y="159893"/>
                  </a:cubicBezTo>
                  <a:cubicBezTo>
                    <a:pt x="565442" y="185196"/>
                    <a:pt x="547093" y="212678"/>
                    <a:pt x="531813" y="241871"/>
                  </a:cubicBezTo>
                  <a:cubicBezTo>
                    <a:pt x="530328" y="244527"/>
                    <a:pt x="527706" y="246353"/>
                    <a:pt x="524701" y="246824"/>
                  </a:cubicBezTo>
                  <a:cubicBezTo>
                    <a:pt x="503746" y="247205"/>
                    <a:pt x="482791" y="246824"/>
                    <a:pt x="461835" y="246824"/>
                  </a:cubicBezTo>
                  <a:cubicBezTo>
                    <a:pt x="460621" y="246721"/>
                    <a:pt x="459412" y="246551"/>
                    <a:pt x="458216" y="246317"/>
                  </a:cubicBezTo>
                  <a:cubicBezTo>
                    <a:pt x="475005" y="209733"/>
                    <a:pt x="496619" y="175563"/>
                    <a:pt x="522478" y="144717"/>
                  </a:cubicBezTo>
                  <a:cubicBezTo>
                    <a:pt x="547751" y="114554"/>
                    <a:pt x="574802" y="85471"/>
                    <a:pt x="601091" y="55689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428482" y="1870837"/>
              <a:ext cx="381000" cy="584200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3" name="Rectangle 2"/>
          <p:cNvSpPr/>
          <p:nvPr userDrawn="1"/>
        </p:nvSpPr>
        <p:spPr>
          <a:xfrm>
            <a:off x="-11069" y="5042941"/>
            <a:ext cx="2506981" cy="126517"/>
          </a:xfrm>
          <a:prstGeom prst="rect">
            <a:avLst/>
          </a:prstGeom>
          <a:solidFill>
            <a:srgbClr val="FF004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/>
          <p:cNvSpPr/>
          <p:nvPr userDrawn="1"/>
        </p:nvSpPr>
        <p:spPr>
          <a:xfrm>
            <a:off x="0" y="5374222"/>
            <a:ext cx="2506981" cy="126000"/>
          </a:xfrm>
          <a:prstGeom prst="rect">
            <a:avLst/>
          </a:prstGeom>
          <a:solidFill>
            <a:srgbClr val="FF004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57880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ext Slid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 userDrawn="1"/>
        </p:nvGrpSpPr>
        <p:grpSpPr>
          <a:xfrm>
            <a:off x="-6058" y="3516217"/>
            <a:ext cx="5797612" cy="2396903"/>
            <a:chOff x="1320045" y="4580698"/>
            <a:chExt cx="3312434" cy="1370734"/>
          </a:xfrm>
          <a:solidFill>
            <a:srgbClr val="7E007C"/>
          </a:solidFill>
        </p:grpSpPr>
        <p:sp>
          <p:nvSpPr>
            <p:cNvPr id="16" name="Rectangle 15"/>
            <p:cNvSpPr/>
            <p:nvPr userDrawn="1"/>
          </p:nvSpPr>
          <p:spPr>
            <a:xfrm>
              <a:off x="1320045" y="5031740"/>
              <a:ext cx="1234104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Rectangle 16"/>
            <p:cNvSpPr/>
            <p:nvPr userDrawn="1"/>
          </p:nvSpPr>
          <p:spPr>
            <a:xfrm>
              <a:off x="1320046" y="5373431"/>
              <a:ext cx="1234104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51C13B23-0164-1C4E-9E7A-3F1ECA7824F7}"/>
                </a:ext>
              </a:extLst>
            </p:cNvPr>
            <p:cNvGrpSpPr/>
            <p:nvPr userDrawn="1"/>
          </p:nvGrpSpPr>
          <p:grpSpPr>
            <a:xfrm>
              <a:off x="2227580" y="4580698"/>
              <a:ext cx="2404899" cy="1370734"/>
              <a:chOff x="7799133" y="1870745"/>
              <a:chExt cx="1010349" cy="584292"/>
            </a:xfrm>
            <a:grpFill/>
          </p:grpSpPr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2F450B4C-241D-A544-BBEF-175E01D6A139}"/>
                  </a:ext>
                </a:extLst>
              </p:cNvPr>
              <p:cNvSpPr/>
              <p:nvPr/>
            </p:nvSpPr>
            <p:spPr>
              <a:xfrm>
                <a:off x="7799260" y="1870745"/>
                <a:ext cx="749300" cy="247650"/>
              </a:xfrm>
              <a:custGeom>
                <a:avLst/>
                <a:gdLst>
                  <a:gd name="connsiteX0" fmla="*/ 749871 w 749300"/>
                  <a:gd name="connsiteY0" fmla="*/ 248186 h 247650"/>
                  <a:gd name="connsiteX1" fmla="*/ 0 w 749300"/>
                  <a:gd name="connsiteY1" fmla="*/ 248186 h 247650"/>
                  <a:gd name="connsiteX2" fmla="*/ 0 w 749300"/>
                  <a:gd name="connsiteY2" fmla="*/ 192497 h 247650"/>
                  <a:gd name="connsiteX3" fmla="*/ 603885 w 749300"/>
                  <a:gd name="connsiteY3" fmla="*/ 192497 h 247650"/>
                  <a:gd name="connsiteX4" fmla="*/ 457200 w 749300"/>
                  <a:gd name="connsiteY4" fmla="*/ 219 h 247650"/>
                  <a:gd name="connsiteX5" fmla="*/ 515239 w 749300"/>
                  <a:gd name="connsiteY5" fmla="*/ 219 h 247650"/>
                  <a:gd name="connsiteX6" fmla="*/ 535495 w 749300"/>
                  <a:gd name="connsiteY6" fmla="*/ 12347 h 247650"/>
                  <a:gd name="connsiteX7" fmla="*/ 600011 w 749300"/>
                  <a:gd name="connsiteY7" fmla="*/ 105057 h 247650"/>
                  <a:gd name="connsiteX8" fmla="*/ 744030 w 749300"/>
                  <a:gd name="connsiteY8" fmla="*/ 242090 h 247650"/>
                  <a:gd name="connsiteX9" fmla="*/ 749236 w 749300"/>
                  <a:gd name="connsiteY9" fmla="*/ 246535 h 247650"/>
                  <a:gd name="connsiteX10" fmla="*/ 749871 w 749300"/>
                  <a:gd name="connsiteY10" fmla="*/ 248186 h 247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49300" h="247650">
                    <a:moveTo>
                      <a:pt x="749871" y="248186"/>
                    </a:moveTo>
                    <a:lnTo>
                      <a:pt x="0" y="248186"/>
                    </a:lnTo>
                    <a:lnTo>
                      <a:pt x="0" y="192497"/>
                    </a:lnTo>
                    <a:lnTo>
                      <a:pt x="603885" y="192497"/>
                    </a:lnTo>
                    <a:cubicBezTo>
                      <a:pt x="546036" y="134140"/>
                      <a:pt x="492760" y="74768"/>
                      <a:pt x="457200" y="219"/>
                    </a:cubicBezTo>
                    <a:cubicBezTo>
                      <a:pt x="477583" y="219"/>
                      <a:pt x="496443" y="854"/>
                      <a:pt x="515239" y="219"/>
                    </a:cubicBezTo>
                    <a:cubicBezTo>
                      <a:pt x="524031" y="-1141"/>
                      <a:pt x="532543" y="3956"/>
                      <a:pt x="535495" y="12347"/>
                    </a:cubicBezTo>
                    <a:cubicBezTo>
                      <a:pt x="553057" y="45816"/>
                      <a:pt x="574730" y="76961"/>
                      <a:pt x="600011" y="105057"/>
                    </a:cubicBezTo>
                    <a:cubicBezTo>
                      <a:pt x="643639" y="155126"/>
                      <a:pt x="691855" y="201004"/>
                      <a:pt x="744030" y="242090"/>
                    </a:cubicBezTo>
                    <a:cubicBezTo>
                      <a:pt x="745808" y="243551"/>
                      <a:pt x="747585" y="245011"/>
                      <a:pt x="749236" y="246535"/>
                    </a:cubicBezTo>
                    <a:cubicBezTo>
                      <a:pt x="749554" y="246599"/>
                      <a:pt x="749554" y="247170"/>
                      <a:pt x="749871" y="248186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0" name="Freeform 19">
                <a:extLst>
                  <a:ext uri="{FF2B5EF4-FFF2-40B4-BE49-F238E27FC236}">
                    <a16:creationId xmlns:a16="http://schemas.microsoft.com/office/drawing/2014/main" id="{9B9C1B07-7BAD-DD4F-97E1-2FD89B2D1C40}"/>
                  </a:ext>
                </a:extLst>
              </p:cNvPr>
              <p:cNvSpPr/>
              <p:nvPr/>
            </p:nvSpPr>
            <p:spPr>
              <a:xfrm>
                <a:off x="7799133" y="2208657"/>
                <a:ext cx="749300" cy="241300"/>
              </a:xfrm>
              <a:custGeom>
                <a:avLst/>
                <a:gdLst>
                  <a:gd name="connsiteX0" fmla="*/ 601091 w 749300"/>
                  <a:gd name="connsiteY0" fmla="*/ 55689 h 241300"/>
                  <a:gd name="connsiteX1" fmla="*/ 0 w 749300"/>
                  <a:gd name="connsiteY1" fmla="*/ 55689 h 241300"/>
                  <a:gd name="connsiteX2" fmla="*/ 0 w 749300"/>
                  <a:gd name="connsiteY2" fmla="*/ 0 h 241300"/>
                  <a:gd name="connsiteX3" fmla="*/ 751269 w 749300"/>
                  <a:gd name="connsiteY3" fmla="*/ 0 h 241300"/>
                  <a:gd name="connsiteX4" fmla="*/ 720598 w 749300"/>
                  <a:gd name="connsiteY4" fmla="*/ 25845 h 241300"/>
                  <a:gd name="connsiteX5" fmla="*/ 586550 w 749300"/>
                  <a:gd name="connsiteY5" fmla="*/ 159893 h 241300"/>
                  <a:gd name="connsiteX6" fmla="*/ 531813 w 749300"/>
                  <a:gd name="connsiteY6" fmla="*/ 241871 h 241300"/>
                  <a:gd name="connsiteX7" fmla="*/ 524701 w 749300"/>
                  <a:gd name="connsiteY7" fmla="*/ 246824 h 241300"/>
                  <a:gd name="connsiteX8" fmla="*/ 461835 w 749300"/>
                  <a:gd name="connsiteY8" fmla="*/ 246824 h 241300"/>
                  <a:gd name="connsiteX9" fmla="*/ 458216 w 749300"/>
                  <a:gd name="connsiteY9" fmla="*/ 246317 h 241300"/>
                  <a:gd name="connsiteX10" fmla="*/ 522478 w 749300"/>
                  <a:gd name="connsiteY10" fmla="*/ 144717 h 241300"/>
                  <a:gd name="connsiteX11" fmla="*/ 601091 w 749300"/>
                  <a:gd name="connsiteY11" fmla="*/ 55689 h 241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49300" h="241300">
                    <a:moveTo>
                      <a:pt x="601091" y="55689"/>
                    </a:moveTo>
                    <a:lnTo>
                      <a:pt x="0" y="55689"/>
                    </a:lnTo>
                    <a:lnTo>
                      <a:pt x="0" y="0"/>
                    </a:lnTo>
                    <a:lnTo>
                      <a:pt x="751269" y="0"/>
                    </a:lnTo>
                    <a:cubicBezTo>
                      <a:pt x="740220" y="9335"/>
                      <a:pt x="730377" y="17526"/>
                      <a:pt x="720598" y="25845"/>
                    </a:cubicBezTo>
                    <a:cubicBezTo>
                      <a:pt x="672008" y="66441"/>
                      <a:pt x="627146" y="111303"/>
                      <a:pt x="586550" y="159893"/>
                    </a:cubicBezTo>
                    <a:cubicBezTo>
                      <a:pt x="565442" y="185196"/>
                      <a:pt x="547093" y="212678"/>
                      <a:pt x="531813" y="241871"/>
                    </a:cubicBezTo>
                    <a:cubicBezTo>
                      <a:pt x="530328" y="244527"/>
                      <a:pt x="527706" y="246353"/>
                      <a:pt x="524701" y="246824"/>
                    </a:cubicBezTo>
                    <a:cubicBezTo>
                      <a:pt x="503746" y="247205"/>
                      <a:pt x="482791" y="246824"/>
                      <a:pt x="461835" y="246824"/>
                    </a:cubicBezTo>
                    <a:cubicBezTo>
                      <a:pt x="460621" y="246721"/>
                      <a:pt x="459412" y="246551"/>
                      <a:pt x="458216" y="246317"/>
                    </a:cubicBezTo>
                    <a:cubicBezTo>
                      <a:pt x="475005" y="209733"/>
                      <a:pt x="496619" y="175563"/>
                      <a:pt x="522478" y="144717"/>
                    </a:cubicBezTo>
                    <a:cubicBezTo>
                      <a:pt x="547751" y="114554"/>
                      <a:pt x="574802" y="85471"/>
                      <a:pt x="601091" y="55689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17BA7C41-EA1C-2F4D-90C7-EC472AB85B8A}"/>
                  </a:ext>
                </a:extLst>
              </p:cNvPr>
              <p:cNvSpPr/>
              <p:nvPr userDrawn="1"/>
            </p:nvSpPr>
            <p:spPr>
              <a:xfrm>
                <a:off x="8428482" y="1870837"/>
                <a:ext cx="381000" cy="584200"/>
              </a:xfrm>
              <a:custGeom>
                <a:avLst/>
                <a:gdLst>
                  <a:gd name="connsiteX0" fmla="*/ 275717 w 381000"/>
                  <a:gd name="connsiteY0" fmla="*/ 292862 h 584200"/>
                  <a:gd name="connsiteX1" fmla="*/ 0 w 381000"/>
                  <a:gd name="connsiteY1" fmla="*/ 762 h 584200"/>
                  <a:gd name="connsiteX2" fmla="*/ 5779 w 381000"/>
                  <a:gd name="connsiteY2" fmla="*/ 0 h 584200"/>
                  <a:gd name="connsiteX3" fmla="*/ 65532 w 381000"/>
                  <a:gd name="connsiteY3" fmla="*/ 0 h 584200"/>
                  <a:gd name="connsiteX4" fmla="*/ 73089 w 381000"/>
                  <a:gd name="connsiteY4" fmla="*/ 4191 h 584200"/>
                  <a:gd name="connsiteX5" fmla="*/ 202629 w 381000"/>
                  <a:gd name="connsiteY5" fmla="*/ 164973 h 584200"/>
                  <a:gd name="connsiteX6" fmla="*/ 377889 w 381000"/>
                  <a:gd name="connsiteY6" fmla="*/ 290449 h 584200"/>
                  <a:gd name="connsiteX7" fmla="*/ 381318 w 381000"/>
                  <a:gd name="connsiteY7" fmla="*/ 292481 h 584200"/>
                  <a:gd name="connsiteX8" fmla="*/ 340043 w 381000"/>
                  <a:gd name="connsiteY8" fmla="*/ 317881 h 584200"/>
                  <a:gd name="connsiteX9" fmla="*/ 126238 w 381000"/>
                  <a:gd name="connsiteY9" fmla="*/ 500698 h 584200"/>
                  <a:gd name="connsiteX10" fmla="*/ 74358 w 381000"/>
                  <a:gd name="connsiteY10" fmla="*/ 579120 h 584200"/>
                  <a:gd name="connsiteX11" fmla="*/ 65024 w 381000"/>
                  <a:gd name="connsiteY11" fmla="*/ 584708 h 584200"/>
                  <a:gd name="connsiteX12" fmla="*/ 0 w 381000"/>
                  <a:gd name="connsiteY12" fmla="*/ 584708 h 584200"/>
                  <a:gd name="connsiteX13" fmla="*/ 275717 w 381000"/>
                  <a:gd name="connsiteY13" fmla="*/ 292862 h 584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81000" h="584200">
                    <a:moveTo>
                      <a:pt x="275717" y="292862"/>
                    </a:moveTo>
                    <a:cubicBezTo>
                      <a:pt x="157290" y="220155"/>
                      <a:pt x="68517" y="120840"/>
                      <a:pt x="0" y="762"/>
                    </a:cubicBezTo>
                    <a:cubicBezTo>
                      <a:pt x="1912" y="408"/>
                      <a:pt x="3840" y="154"/>
                      <a:pt x="5779" y="0"/>
                    </a:cubicBezTo>
                    <a:cubicBezTo>
                      <a:pt x="25654" y="0"/>
                      <a:pt x="45593" y="0"/>
                      <a:pt x="65532" y="0"/>
                    </a:cubicBezTo>
                    <a:cubicBezTo>
                      <a:pt x="68552" y="194"/>
                      <a:pt x="71325" y="1732"/>
                      <a:pt x="73089" y="4191"/>
                    </a:cubicBezTo>
                    <a:cubicBezTo>
                      <a:pt x="105855" y="66230"/>
                      <a:pt x="150940" y="118491"/>
                      <a:pt x="202629" y="164973"/>
                    </a:cubicBezTo>
                    <a:cubicBezTo>
                      <a:pt x="256618" y="212664"/>
                      <a:pt x="315344" y="254708"/>
                      <a:pt x="377889" y="290449"/>
                    </a:cubicBezTo>
                    <a:lnTo>
                      <a:pt x="381318" y="292481"/>
                    </a:lnTo>
                    <a:cubicBezTo>
                      <a:pt x="367221" y="301180"/>
                      <a:pt x="353568" y="309372"/>
                      <a:pt x="340043" y="317881"/>
                    </a:cubicBezTo>
                    <a:cubicBezTo>
                      <a:pt x="260224" y="368681"/>
                      <a:pt x="186246" y="426593"/>
                      <a:pt x="126238" y="500698"/>
                    </a:cubicBezTo>
                    <a:cubicBezTo>
                      <a:pt x="106331" y="525012"/>
                      <a:pt x="88949" y="551288"/>
                      <a:pt x="74358" y="579120"/>
                    </a:cubicBezTo>
                    <a:cubicBezTo>
                      <a:pt x="72939" y="582938"/>
                      <a:pt x="69060" y="585261"/>
                      <a:pt x="65024" y="584708"/>
                    </a:cubicBezTo>
                    <a:cubicBezTo>
                      <a:pt x="43879" y="584391"/>
                      <a:pt x="22733" y="584708"/>
                      <a:pt x="0" y="584708"/>
                    </a:cubicBezTo>
                    <a:cubicBezTo>
                      <a:pt x="68517" y="464693"/>
                      <a:pt x="157862" y="365951"/>
                      <a:pt x="275717" y="292862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</p:grpSp>
      <p:sp>
        <p:nvSpPr>
          <p:cNvPr id="11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242034"/>
            <a:ext cx="3694112" cy="2917842"/>
          </a:xfrm>
        </p:spPr>
        <p:txBody>
          <a:bodyPr anchor="b"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edit slide title</a:t>
            </a:r>
          </a:p>
        </p:txBody>
      </p:sp>
      <p:sp>
        <p:nvSpPr>
          <p:cNvPr id="12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8146" y="579549"/>
            <a:ext cx="5718225" cy="589903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000"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2"/>
            <a:r>
              <a:rPr lang="en-GB" dirty="0"/>
              <a:t>Fourth level</a:t>
            </a:r>
          </a:p>
          <a:p>
            <a:pPr lvl="2"/>
            <a:r>
              <a:rPr lang="en-GB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961484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ext and Image (half scree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73063" y="1892635"/>
            <a:ext cx="614348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85650" y="1147572"/>
            <a:ext cx="5123903" cy="520262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edit slide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3229535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7E007C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4640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Activity 1">
    <p:bg>
      <p:bgPr>
        <a:solidFill>
          <a:srgbClr val="7E007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56887D20-DCD6-8E49-BF31-8F4C2FCCD421}"/>
              </a:ext>
            </a:extLst>
          </p:cNvPr>
          <p:cNvSpPr/>
          <p:nvPr userDrawn="1"/>
        </p:nvSpPr>
        <p:spPr>
          <a:xfrm>
            <a:off x="487005" y="518307"/>
            <a:ext cx="3525956" cy="4061544"/>
          </a:xfrm>
          <a:custGeom>
            <a:avLst/>
            <a:gdLst>
              <a:gd name="connsiteX0" fmla="*/ 1008895 w 1003300"/>
              <a:gd name="connsiteY0" fmla="*/ 731076 h 1155700"/>
              <a:gd name="connsiteX1" fmla="*/ 581921 w 1003300"/>
              <a:gd name="connsiteY1" fmla="*/ 1157986 h 1155700"/>
              <a:gd name="connsiteX2" fmla="*/ 581921 w 1003300"/>
              <a:gd name="connsiteY2" fmla="*/ 932371 h 1155700"/>
              <a:gd name="connsiteX3" fmla="*/ 565728 w 1003300"/>
              <a:gd name="connsiteY3" fmla="*/ 932371 h 1155700"/>
              <a:gd name="connsiteX4" fmla="*/ 485337 w 1003300"/>
              <a:gd name="connsiteY4" fmla="*/ 923163 h 1155700"/>
              <a:gd name="connsiteX5" fmla="*/ 405454 w 1003300"/>
              <a:gd name="connsiteY5" fmla="*/ 877824 h 1155700"/>
              <a:gd name="connsiteX6" fmla="*/ 306585 w 1003300"/>
              <a:gd name="connsiteY6" fmla="*/ 784035 h 1155700"/>
              <a:gd name="connsiteX7" fmla="*/ 114497 w 1003300"/>
              <a:gd name="connsiteY7" fmla="*/ 591312 h 1155700"/>
              <a:gd name="connsiteX8" fmla="*/ 29534 w 1003300"/>
              <a:gd name="connsiteY8" fmla="*/ 484251 h 1155700"/>
              <a:gd name="connsiteX9" fmla="*/ 7500 w 1003300"/>
              <a:gd name="connsiteY9" fmla="*/ 408051 h 1155700"/>
              <a:gd name="connsiteX10" fmla="*/ 452 w 1003300"/>
              <a:gd name="connsiteY10" fmla="*/ 282766 h 1155700"/>
              <a:gd name="connsiteX11" fmla="*/ 452 w 1003300"/>
              <a:gd name="connsiteY11" fmla="*/ 10668 h 1155700"/>
              <a:gd name="connsiteX12" fmla="*/ 452 w 1003300"/>
              <a:gd name="connsiteY12" fmla="*/ 1333 h 1155700"/>
              <a:gd name="connsiteX13" fmla="*/ 201937 w 1003300"/>
              <a:gd name="connsiteY13" fmla="*/ 203200 h 1155700"/>
              <a:gd name="connsiteX14" fmla="*/ 405137 w 1003300"/>
              <a:gd name="connsiteY14" fmla="*/ 0 h 1155700"/>
              <a:gd name="connsiteX15" fmla="*/ 405137 w 1003300"/>
              <a:gd name="connsiteY15" fmla="*/ 527876 h 1155700"/>
              <a:gd name="connsiteX16" fmla="*/ 573221 w 1003300"/>
              <a:gd name="connsiteY16" fmla="*/ 527876 h 1155700"/>
              <a:gd name="connsiteX17" fmla="*/ 581984 w 1003300"/>
              <a:gd name="connsiteY17" fmla="*/ 518732 h 1155700"/>
              <a:gd name="connsiteX18" fmla="*/ 581984 w 1003300"/>
              <a:gd name="connsiteY18" fmla="*/ 303975 h 1155700"/>
              <a:gd name="connsiteX19" fmla="*/ 1008895 w 1003300"/>
              <a:gd name="connsiteY19" fmla="*/ 731076 h 1155700"/>
              <a:gd name="connsiteX20" fmla="*/ 649929 w 1003300"/>
              <a:gd name="connsiteY20" fmla="*/ 864426 h 1155700"/>
              <a:gd name="connsiteX21" fmla="*/ 649929 w 1003300"/>
              <a:gd name="connsiteY21" fmla="*/ 991807 h 1155700"/>
              <a:gd name="connsiteX22" fmla="*/ 911359 w 1003300"/>
              <a:gd name="connsiteY22" fmla="*/ 730568 h 1155700"/>
              <a:gd name="connsiteX23" fmla="*/ 649231 w 1003300"/>
              <a:gd name="connsiteY23" fmla="*/ 468376 h 1155700"/>
              <a:gd name="connsiteX24" fmla="*/ 649231 w 1003300"/>
              <a:gd name="connsiteY24" fmla="*/ 595693 h 1155700"/>
              <a:gd name="connsiteX25" fmla="*/ 216732 w 1003300"/>
              <a:gd name="connsiteY25" fmla="*/ 595693 h 1155700"/>
              <a:gd name="connsiteX26" fmla="*/ 221558 w 1003300"/>
              <a:gd name="connsiteY26" fmla="*/ 601091 h 1155700"/>
              <a:gd name="connsiteX27" fmla="*/ 427870 w 1003300"/>
              <a:gd name="connsiteY27" fmla="*/ 807720 h 1155700"/>
              <a:gd name="connsiteX28" fmla="*/ 542170 w 1003300"/>
              <a:gd name="connsiteY28" fmla="*/ 862457 h 1155700"/>
              <a:gd name="connsiteX29" fmla="*/ 624720 w 1003300"/>
              <a:gd name="connsiteY29" fmla="*/ 864426 h 1155700"/>
              <a:gd name="connsiteX30" fmla="*/ 649929 w 1003300"/>
              <a:gd name="connsiteY30" fmla="*/ 864426 h 1155700"/>
              <a:gd name="connsiteX31" fmla="*/ 68523 w 1003300"/>
              <a:gd name="connsiteY31" fmla="*/ 162941 h 1155700"/>
              <a:gd name="connsiteX32" fmla="*/ 68142 w 1003300"/>
              <a:gd name="connsiteY32" fmla="*/ 168275 h 1155700"/>
              <a:gd name="connsiteX33" fmla="*/ 68460 w 1003300"/>
              <a:gd name="connsiteY33" fmla="*/ 339725 h 1155700"/>
              <a:gd name="connsiteX34" fmla="*/ 75318 w 1003300"/>
              <a:gd name="connsiteY34" fmla="*/ 411162 h 1155700"/>
              <a:gd name="connsiteX35" fmla="*/ 127325 w 1003300"/>
              <a:gd name="connsiteY35" fmla="*/ 494665 h 1155700"/>
              <a:gd name="connsiteX36" fmla="*/ 203207 w 1003300"/>
              <a:gd name="connsiteY36" fmla="*/ 521780 h 1155700"/>
              <a:gd name="connsiteX37" fmla="*/ 333889 w 1003300"/>
              <a:gd name="connsiteY37" fmla="*/ 527558 h 1155700"/>
              <a:gd name="connsiteX38" fmla="*/ 336937 w 1003300"/>
              <a:gd name="connsiteY38" fmla="*/ 526732 h 1155700"/>
              <a:gd name="connsiteX39" fmla="*/ 336938 w 1003300"/>
              <a:gd name="connsiteY39" fmla="*/ 162243 h 1155700"/>
              <a:gd name="connsiteX40" fmla="*/ 202508 w 1003300"/>
              <a:gd name="connsiteY40" fmla="*/ 295021 h 1155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003300" h="1155700">
                <a:moveTo>
                  <a:pt x="1008895" y="731076"/>
                </a:moveTo>
                <a:lnTo>
                  <a:pt x="581921" y="1157986"/>
                </a:lnTo>
                <a:lnTo>
                  <a:pt x="581921" y="932371"/>
                </a:lnTo>
                <a:lnTo>
                  <a:pt x="565728" y="932371"/>
                </a:lnTo>
                <a:cubicBezTo>
                  <a:pt x="538636" y="932998"/>
                  <a:pt x="511586" y="929900"/>
                  <a:pt x="485337" y="923163"/>
                </a:cubicBezTo>
                <a:cubicBezTo>
                  <a:pt x="455495" y="914588"/>
                  <a:pt x="428116" y="899048"/>
                  <a:pt x="405454" y="877824"/>
                </a:cubicBezTo>
                <a:cubicBezTo>
                  <a:pt x="371736" y="847407"/>
                  <a:pt x="338843" y="815975"/>
                  <a:pt x="306585" y="784035"/>
                </a:cubicBezTo>
                <a:cubicBezTo>
                  <a:pt x="242111" y="720238"/>
                  <a:pt x="178082" y="655997"/>
                  <a:pt x="114497" y="591312"/>
                </a:cubicBezTo>
                <a:cubicBezTo>
                  <a:pt x="82430" y="558737"/>
                  <a:pt x="52140" y="524510"/>
                  <a:pt x="29534" y="484251"/>
                </a:cubicBezTo>
                <a:cubicBezTo>
                  <a:pt x="16810" y="460725"/>
                  <a:pt x="9295" y="434737"/>
                  <a:pt x="7500" y="408051"/>
                </a:cubicBezTo>
                <a:cubicBezTo>
                  <a:pt x="3944" y="366395"/>
                  <a:pt x="1150" y="324548"/>
                  <a:pt x="452" y="282766"/>
                </a:cubicBezTo>
                <a:cubicBezTo>
                  <a:pt x="-565" y="192087"/>
                  <a:pt x="452" y="101346"/>
                  <a:pt x="452" y="10668"/>
                </a:cubicBezTo>
                <a:lnTo>
                  <a:pt x="452" y="1333"/>
                </a:lnTo>
                <a:cubicBezTo>
                  <a:pt x="67952" y="68961"/>
                  <a:pt x="134817" y="135890"/>
                  <a:pt x="201937" y="203200"/>
                </a:cubicBezTo>
                <a:lnTo>
                  <a:pt x="405137" y="0"/>
                </a:lnTo>
                <a:lnTo>
                  <a:pt x="405137" y="527876"/>
                </a:lnTo>
                <a:cubicBezTo>
                  <a:pt x="408185" y="527876"/>
                  <a:pt x="519818" y="527876"/>
                  <a:pt x="573221" y="527876"/>
                </a:cubicBezTo>
                <a:cubicBezTo>
                  <a:pt x="580524" y="527876"/>
                  <a:pt x="581984" y="525463"/>
                  <a:pt x="581984" y="518732"/>
                </a:cubicBezTo>
                <a:cubicBezTo>
                  <a:pt x="581984" y="449516"/>
                  <a:pt x="581984" y="305435"/>
                  <a:pt x="581984" y="303975"/>
                </a:cubicBezTo>
                <a:cubicBezTo>
                  <a:pt x="580778" y="304292"/>
                  <a:pt x="1010038" y="732028"/>
                  <a:pt x="1008895" y="731076"/>
                </a:cubicBezTo>
                <a:close/>
                <a:moveTo>
                  <a:pt x="649929" y="864426"/>
                </a:moveTo>
                <a:lnTo>
                  <a:pt x="649929" y="991807"/>
                </a:lnTo>
                <a:cubicBezTo>
                  <a:pt x="737601" y="904092"/>
                  <a:pt x="824745" y="817012"/>
                  <a:pt x="911359" y="730568"/>
                </a:cubicBezTo>
                <a:lnTo>
                  <a:pt x="649231" y="468376"/>
                </a:lnTo>
                <a:lnTo>
                  <a:pt x="649231" y="595693"/>
                </a:lnTo>
                <a:lnTo>
                  <a:pt x="216732" y="595693"/>
                </a:lnTo>
                <a:cubicBezTo>
                  <a:pt x="218955" y="598170"/>
                  <a:pt x="220162" y="599757"/>
                  <a:pt x="221558" y="601091"/>
                </a:cubicBezTo>
                <a:cubicBezTo>
                  <a:pt x="290265" y="669967"/>
                  <a:pt x="359036" y="738844"/>
                  <a:pt x="427870" y="807720"/>
                </a:cubicBezTo>
                <a:cubicBezTo>
                  <a:pt x="459620" y="839470"/>
                  <a:pt x="496894" y="859473"/>
                  <a:pt x="542170" y="862457"/>
                </a:cubicBezTo>
                <a:cubicBezTo>
                  <a:pt x="569665" y="864235"/>
                  <a:pt x="597288" y="863854"/>
                  <a:pt x="624720" y="864426"/>
                </a:cubicBezTo>
                <a:cubicBezTo>
                  <a:pt x="632721" y="864553"/>
                  <a:pt x="640404" y="864426"/>
                  <a:pt x="649929" y="864426"/>
                </a:cubicBezTo>
                <a:close/>
                <a:moveTo>
                  <a:pt x="68523" y="162941"/>
                </a:moveTo>
                <a:cubicBezTo>
                  <a:pt x="68523" y="164402"/>
                  <a:pt x="68142" y="166370"/>
                  <a:pt x="68142" y="168275"/>
                </a:cubicBezTo>
                <a:cubicBezTo>
                  <a:pt x="68142" y="225425"/>
                  <a:pt x="67507" y="282575"/>
                  <a:pt x="68460" y="339725"/>
                </a:cubicBezTo>
                <a:cubicBezTo>
                  <a:pt x="68770" y="363686"/>
                  <a:pt x="71064" y="387580"/>
                  <a:pt x="75318" y="411162"/>
                </a:cubicBezTo>
                <a:cubicBezTo>
                  <a:pt x="81668" y="445326"/>
                  <a:pt x="97289" y="474662"/>
                  <a:pt x="127325" y="494665"/>
                </a:cubicBezTo>
                <a:cubicBezTo>
                  <a:pt x="150463" y="508873"/>
                  <a:pt x="176305" y="518107"/>
                  <a:pt x="203207" y="521780"/>
                </a:cubicBezTo>
                <a:cubicBezTo>
                  <a:pt x="246514" y="529273"/>
                  <a:pt x="290265" y="527621"/>
                  <a:pt x="333889" y="527558"/>
                </a:cubicBezTo>
                <a:cubicBezTo>
                  <a:pt x="334936" y="527411"/>
                  <a:pt x="335960" y="527133"/>
                  <a:pt x="336937" y="526732"/>
                </a:cubicBezTo>
                <a:lnTo>
                  <a:pt x="336938" y="162243"/>
                </a:lnTo>
                <a:lnTo>
                  <a:pt x="202508" y="295021"/>
                </a:lnTo>
                <a:close/>
              </a:path>
            </a:pathLst>
          </a:custGeom>
          <a:solidFill>
            <a:schemeClr val="bg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solidFill>
                <a:schemeClr val="bg1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27302" y="344971"/>
            <a:ext cx="7475232" cy="285887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>
                <a:solidFill>
                  <a:schemeClr val="bg1"/>
                </a:solidFill>
              </a:defRPr>
            </a:lvl1pPr>
          </a:lstStyle>
          <a:p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ACTIVITY: </a:t>
            </a:r>
            <a:br>
              <a:rPr lang="en-US" noProof="0" dirty="0"/>
            </a:br>
            <a:r>
              <a:rPr lang="en-US" noProof="0" dirty="0"/>
              <a:t>CLICK TO EDIT TITLE</a:t>
            </a:r>
            <a:endParaRPr lang="en-GB" noProof="0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327303" y="3525004"/>
            <a:ext cx="7475230" cy="2791976"/>
          </a:xfrm>
        </p:spPr>
        <p:txBody>
          <a:bodyPr/>
          <a:lstStyle>
            <a:lvl1pPr>
              <a:lnSpc>
                <a:spcPct val="100000"/>
              </a:lnSpc>
              <a:defRPr b="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</p:spTree>
    <p:extLst>
      <p:ext uri="{BB962C8B-B14F-4D97-AF65-F5344CB8AC3E}">
        <p14:creationId xmlns:p14="http://schemas.microsoft.com/office/powerpoint/2010/main" val="31756808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B623AAC1-38C0-EC41-AF66-7EC76ACCB8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272" y="1368256"/>
            <a:ext cx="11516239" cy="4955354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2pPr marL="355600" indent="-266700">
              <a:buFont typeface="Arial" panose="020B0604020202020204" pitchFamily="34" charset="0"/>
              <a:buChar char="•"/>
              <a:defRPr/>
            </a:lvl2pPr>
            <a:lvl3pPr marL="355600" indent="-266700">
              <a:buFont typeface="Arial" panose="020B0604020202020204" pitchFamily="34" charset="0"/>
              <a:buChar char="•"/>
              <a:defRPr/>
            </a:lvl3pPr>
            <a:lvl4pPr marL="355600" indent="-266700">
              <a:buFont typeface="Arial" panose="020B0604020202020204" pitchFamily="34" charset="0"/>
              <a:buChar char="•"/>
              <a:defRPr/>
            </a:lvl4pPr>
            <a:lvl5pPr marL="355600" indent="-2667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125889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orient="horz" pos="216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3940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Rectangle 1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154460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cons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1059427" y="3673998"/>
            <a:ext cx="2124159" cy="2749952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0" indent="0">
              <a:buFont typeface="Arial" panose="020B0604020202020204" pitchFamily="34" charset="0"/>
              <a:buNone/>
              <a:defRPr sz="18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4" name="Text Placeholder 4"/>
          <p:cNvSpPr>
            <a:spLocks noGrp="1"/>
          </p:cNvSpPr>
          <p:nvPr>
            <p:ph type="body" sz="quarter" idx="16" hasCustomPrompt="1"/>
          </p:nvPr>
        </p:nvSpPr>
        <p:spPr>
          <a:xfrm>
            <a:off x="3639645" y="3673998"/>
            <a:ext cx="2068065" cy="2749952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18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6149996" y="3673998"/>
            <a:ext cx="2130523" cy="2749952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18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7" name="Picture Placeholder 21"/>
          <p:cNvSpPr>
            <a:spLocks noGrp="1"/>
          </p:cNvSpPr>
          <p:nvPr>
            <p:ph type="pic" sz="quarter" idx="18" hasCustomPrompt="1"/>
          </p:nvPr>
        </p:nvSpPr>
        <p:spPr>
          <a:xfrm>
            <a:off x="1059428" y="1993484"/>
            <a:ext cx="1437932" cy="143793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icon</a:t>
            </a:r>
          </a:p>
        </p:txBody>
      </p:sp>
      <p:sp>
        <p:nvSpPr>
          <p:cNvPr id="8" name="Picture Placeholder 21"/>
          <p:cNvSpPr>
            <a:spLocks noGrp="1"/>
          </p:cNvSpPr>
          <p:nvPr>
            <p:ph type="pic" sz="quarter" idx="19" hasCustomPrompt="1"/>
          </p:nvPr>
        </p:nvSpPr>
        <p:spPr>
          <a:xfrm>
            <a:off x="3639646" y="1986408"/>
            <a:ext cx="1437932" cy="143793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icon</a:t>
            </a:r>
          </a:p>
        </p:txBody>
      </p:sp>
      <p:sp>
        <p:nvSpPr>
          <p:cNvPr id="9" name="Picture Placeholder 21"/>
          <p:cNvSpPr>
            <a:spLocks noGrp="1"/>
          </p:cNvSpPr>
          <p:nvPr>
            <p:ph type="pic" sz="quarter" idx="20" hasCustomPrompt="1"/>
          </p:nvPr>
        </p:nvSpPr>
        <p:spPr>
          <a:xfrm>
            <a:off x="6149997" y="1993484"/>
            <a:ext cx="1437932" cy="143793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icon</a:t>
            </a:r>
          </a:p>
        </p:txBody>
      </p:sp>
      <p:sp>
        <p:nvSpPr>
          <p:cNvPr id="10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8637070" y="3688989"/>
            <a:ext cx="2183449" cy="2749952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18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1" name="Picture Placeholder 21"/>
          <p:cNvSpPr>
            <a:spLocks noGrp="1"/>
          </p:cNvSpPr>
          <p:nvPr>
            <p:ph type="pic" sz="quarter" idx="22" hasCustomPrompt="1"/>
          </p:nvPr>
        </p:nvSpPr>
        <p:spPr>
          <a:xfrm>
            <a:off x="8637071" y="2008475"/>
            <a:ext cx="1437932" cy="143793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icon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3" name="Rectangle 12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389683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text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1065907" y="1986354"/>
            <a:ext cx="2153905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511826" y="1986354"/>
            <a:ext cx="2153905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6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5957745" y="1986353"/>
            <a:ext cx="2153905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Text Placeholder 7"/>
          <p:cNvSpPr>
            <a:spLocks noGrp="1"/>
          </p:cNvSpPr>
          <p:nvPr>
            <p:ph type="body" sz="quarter" idx="15" hasCustomPrompt="1"/>
          </p:nvPr>
        </p:nvSpPr>
        <p:spPr>
          <a:xfrm>
            <a:off x="8403664" y="1986352"/>
            <a:ext cx="2153905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271956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ext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915467" y="1992793"/>
            <a:ext cx="464600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lang="en-US" sz="2000" b="0" i="0" kern="1200" dirty="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marL="342900" lvl="1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50"/>
              </a:spcAft>
              <a:buSzPct val="115000"/>
              <a:buFont typeface="Arial" panose="020B0604020202020204" pitchFamily="34" charset="0"/>
              <a:buChar char="•"/>
              <a:tabLst/>
            </a:pPr>
            <a:r>
              <a:rPr lang="en-US" dirty="0"/>
              <a:t>Second level</a:t>
            </a:r>
          </a:p>
          <a:p>
            <a:pPr marL="342900" lvl="1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50"/>
              </a:spcAft>
              <a:buSzPct val="115000"/>
              <a:buFont typeface="Arial" panose="020B0604020202020204" pitchFamily="34" charset="0"/>
              <a:buChar char="•"/>
              <a:tabLst/>
            </a:pPr>
            <a:r>
              <a:rPr lang="en-US" dirty="0"/>
              <a:t>Third level</a:t>
            </a:r>
          </a:p>
          <a:p>
            <a:pPr marL="342900" lvl="1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50"/>
              </a:spcAft>
              <a:buSzPct val="115000"/>
              <a:buFont typeface="Arial" panose="020B0604020202020204" pitchFamily="34" charset="0"/>
              <a:buChar char="•"/>
              <a:tabLst/>
            </a:pPr>
            <a:r>
              <a:rPr lang="en-US" dirty="0"/>
              <a:t>Fourth level</a:t>
            </a:r>
          </a:p>
          <a:p>
            <a:pPr marL="342900" lvl="1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50"/>
              </a:spcAft>
              <a:buSzPct val="115000"/>
              <a:buFont typeface="Arial" panose="020B0604020202020204" pitchFamily="34" charset="0"/>
              <a:buChar char="•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069809" y="1992792"/>
            <a:ext cx="464600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3429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50"/>
              </a:spcAft>
              <a:buSzPct val="115000"/>
              <a:buFont typeface="Arial" panose="020B0604020202020204" pitchFamily="34" charset="0"/>
              <a:buChar char="•"/>
              <a:defRPr lang="en-US" sz="2000" b="0" i="0" kern="1200" dirty="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Rectangle 6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36117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Imag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7"/>
          <p:cNvSpPr>
            <a:spLocks noGrp="1"/>
          </p:cNvSpPr>
          <p:nvPr>
            <p:ph type="body" sz="quarter" idx="17" hasCustomPrompt="1"/>
          </p:nvPr>
        </p:nvSpPr>
        <p:spPr>
          <a:xfrm>
            <a:off x="1080209" y="4307356"/>
            <a:ext cx="4646004" cy="2072171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buFont typeface="Arial" panose="020B0604020202020204" pitchFamily="34" charset="0"/>
              <a:buChar char="•"/>
              <a:defRPr sz="1800"/>
            </a:lvl2pPr>
            <a:lvl3pPr marL="0" indent="0">
              <a:buNone/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80209" y="2003204"/>
            <a:ext cx="4645958" cy="20721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925914" y="2003203"/>
            <a:ext cx="4645958" cy="20721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925868" y="4307356"/>
            <a:ext cx="4646004" cy="2072171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buFont typeface="Arial" panose="020B0604020202020204" pitchFamily="34" charset="0"/>
              <a:buChar char="•"/>
              <a:defRPr/>
            </a:lvl2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Rectangle 11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625944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Rectangle 2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7913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Hope you enjoyed">
    <p:bg>
      <p:bgPr>
        <a:solidFill>
          <a:srgbClr val="09EDB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0" y="2311970"/>
            <a:ext cx="3138017" cy="1908338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/>
            </a:lvl1pPr>
          </a:lstStyle>
          <a:p>
            <a:r>
              <a:rPr lang="en-US" noProof="0" dirty="0"/>
              <a:t>THANK YOU</a:t>
            </a:r>
            <a:endParaRPr lang="en-GB" noProof="0" dirty="0"/>
          </a:p>
        </p:txBody>
      </p:sp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8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1" y="5306004"/>
            <a:ext cx="4269826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b="0" baseline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Hope you enjoyed this learning journey.</a:t>
            </a:r>
          </a:p>
        </p:txBody>
      </p:sp>
      <p:grpSp>
        <p:nvGrpSpPr>
          <p:cNvPr id="7" name="Group 6"/>
          <p:cNvGrpSpPr/>
          <p:nvPr userDrawn="1"/>
        </p:nvGrpSpPr>
        <p:grpSpPr>
          <a:xfrm>
            <a:off x="-1" y="3516594"/>
            <a:ext cx="7016814" cy="2396903"/>
            <a:chOff x="623461" y="4580698"/>
            <a:chExt cx="4009018" cy="1370734"/>
          </a:xfrm>
          <a:solidFill>
            <a:srgbClr val="004050"/>
          </a:solidFill>
        </p:grpSpPr>
        <p:sp>
          <p:nvSpPr>
            <p:cNvPr id="9" name="Rectangle 8"/>
            <p:cNvSpPr/>
            <p:nvPr userDrawn="1"/>
          </p:nvSpPr>
          <p:spPr>
            <a:xfrm>
              <a:off x="623462" y="5031740"/>
              <a:ext cx="1930687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Rectangle 9"/>
            <p:cNvSpPr/>
            <p:nvPr userDrawn="1"/>
          </p:nvSpPr>
          <p:spPr>
            <a:xfrm>
              <a:off x="623461" y="5373431"/>
              <a:ext cx="1930689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51C13B23-0164-1C4E-9E7A-3F1ECA7824F7}"/>
                </a:ext>
              </a:extLst>
            </p:cNvPr>
            <p:cNvGrpSpPr/>
            <p:nvPr userDrawn="1"/>
          </p:nvGrpSpPr>
          <p:grpSpPr>
            <a:xfrm>
              <a:off x="2227580" y="4580698"/>
              <a:ext cx="2404899" cy="1370734"/>
              <a:chOff x="7799133" y="1870745"/>
              <a:chExt cx="1010349" cy="584292"/>
            </a:xfrm>
            <a:grpFill/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2F450B4C-241D-A544-BBEF-175E01D6A139}"/>
                  </a:ext>
                </a:extLst>
              </p:cNvPr>
              <p:cNvSpPr/>
              <p:nvPr/>
            </p:nvSpPr>
            <p:spPr>
              <a:xfrm>
                <a:off x="7799260" y="1870745"/>
                <a:ext cx="749300" cy="247650"/>
              </a:xfrm>
              <a:custGeom>
                <a:avLst/>
                <a:gdLst>
                  <a:gd name="connsiteX0" fmla="*/ 749871 w 749300"/>
                  <a:gd name="connsiteY0" fmla="*/ 248186 h 247650"/>
                  <a:gd name="connsiteX1" fmla="*/ 0 w 749300"/>
                  <a:gd name="connsiteY1" fmla="*/ 248186 h 247650"/>
                  <a:gd name="connsiteX2" fmla="*/ 0 w 749300"/>
                  <a:gd name="connsiteY2" fmla="*/ 192497 h 247650"/>
                  <a:gd name="connsiteX3" fmla="*/ 603885 w 749300"/>
                  <a:gd name="connsiteY3" fmla="*/ 192497 h 247650"/>
                  <a:gd name="connsiteX4" fmla="*/ 457200 w 749300"/>
                  <a:gd name="connsiteY4" fmla="*/ 219 h 247650"/>
                  <a:gd name="connsiteX5" fmla="*/ 515239 w 749300"/>
                  <a:gd name="connsiteY5" fmla="*/ 219 h 247650"/>
                  <a:gd name="connsiteX6" fmla="*/ 535495 w 749300"/>
                  <a:gd name="connsiteY6" fmla="*/ 12347 h 247650"/>
                  <a:gd name="connsiteX7" fmla="*/ 600011 w 749300"/>
                  <a:gd name="connsiteY7" fmla="*/ 105057 h 247650"/>
                  <a:gd name="connsiteX8" fmla="*/ 744030 w 749300"/>
                  <a:gd name="connsiteY8" fmla="*/ 242090 h 247650"/>
                  <a:gd name="connsiteX9" fmla="*/ 749236 w 749300"/>
                  <a:gd name="connsiteY9" fmla="*/ 246535 h 247650"/>
                  <a:gd name="connsiteX10" fmla="*/ 749871 w 749300"/>
                  <a:gd name="connsiteY10" fmla="*/ 248186 h 247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49300" h="247650">
                    <a:moveTo>
                      <a:pt x="749871" y="248186"/>
                    </a:moveTo>
                    <a:lnTo>
                      <a:pt x="0" y="248186"/>
                    </a:lnTo>
                    <a:lnTo>
                      <a:pt x="0" y="192497"/>
                    </a:lnTo>
                    <a:lnTo>
                      <a:pt x="603885" y="192497"/>
                    </a:lnTo>
                    <a:cubicBezTo>
                      <a:pt x="546036" y="134140"/>
                      <a:pt x="492760" y="74768"/>
                      <a:pt x="457200" y="219"/>
                    </a:cubicBezTo>
                    <a:cubicBezTo>
                      <a:pt x="477583" y="219"/>
                      <a:pt x="496443" y="854"/>
                      <a:pt x="515239" y="219"/>
                    </a:cubicBezTo>
                    <a:cubicBezTo>
                      <a:pt x="524031" y="-1141"/>
                      <a:pt x="532543" y="3956"/>
                      <a:pt x="535495" y="12347"/>
                    </a:cubicBezTo>
                    <a:cubicBezTo>
                      <a:pt x="553057" y="45816"/>
                      <a:pt x="574730" y="76961"/>
                      <a:pt x="600011" y="105057"/>
                    </a:cubicBezTo>
                    <a:cubicBezTo>
                      <a:pt x="643639" y="155126"/>
                      <a:pt x="691855" y="201004"/>
                      <a:pt x="744030" y="242090"/>
                    </a:cubicBezTo>
                    <a:cubicBezTo>
                      <a:pt x="745808" y="243551"/>
                      <a:pt x="747585" y="245011"/>
                      <a:pt x="749236" y="246535"/>
                    </a:cubicBezTo>
                    <a:cubicBezTo>
                      <a:pt x="749554" y="246599"/>
                      <a:pt x="749554" y="247170"/>
                      <a:pt x="749871" y="248186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9B9C1B07-7BAD-DD4F-97E1-2FD89B2D1C40}"/>
                  </a:ext>
                </a:extLst>
              </p:cNvPr>
              <p:cNvSpPr/>
              <p:nvPr/>
            </p:nvSpPr>
            <p:spPr>
              <a:xfrm>
                <a:off x="7799133" y="2208657"/>
                <a:ext cx="749300" cy="241300"/>
              </a:xfrm>
              <a:custGeom>
                <a:avLst/>
                <a:gdLst>
                  <a:gd name="connsiteX0" fmla="*/ 601091 w 749300"/>
                  <a:gd name="connsiteY0" fmla="*/ 55689 h 241300"/>
                  <a:gd name="connsiteX1" fmla="*/ 0 w 749300"/>
                  <a:gd name="connsiteY1" fmla="*/ 55689 h 241300"/>
                  <a:gd name="connsiteX2" fmla="*/ 0 w 749300"/>
                  <a:gd name="connsiteY2" fmla="*/ 0 h 241300"/>
                  <a:gd name="connsiteX3" fmla="*/ 751269 w 749300"/>
                  <a:gd name="connsiteY3" fmla="*/ 0 h 241300"/>
                  <a:gd name="connsiteX4" fmla="*/ 720598 w 749300"/>
                  <a:gd name="connsiteY4" fmla="*/ 25845 h 241300"/>
                  <a:gd name="connsiteX5" fmla="*/ 586550 w 749300"/>
                  <a:gd name="connsiteY5" fmla="*/ 159893 h 241300"/>
                  <a:gd name="connsiteX6" fmla="*/ 531813 w 749300"/>
                  <a:gd name="connsiteY6" fmla="*/ 241871 h 241300"/>
                  <a:gd name="connsiteX7" fmla="*/ 524701 w 749300"/>
                  <a:gd name="connsiteY7" fmla="*/ 246824 h 241300"/>
                  <a:gd name="connsiteX8" fmla="*/ 461835 w 749300"/>
                  <a:gd name="connsiteY8" fmla="*/ 246824 h 241300"/>
                  <a:gd name="connsiteX9" fmla="*/ 458216 w 749300"/>
                  <a:gd name="connsiteY9" fmla="*/ 246317 h 241300"/>
                  <a:gd name="connsiteX10" fmla="*/ 522478 w 749300"/>
                  <a:gd name="connsiteY10" fmla="*/ 144717 h 241300"/>
                  <a:gd name="connsiteX11" fmla="*/ 601091 w 749300"/>
                  <a:gd name="connsiteY11" fmla="*/ 55689 h 241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49300" h="241300">
                    <a:moveTo>
                      <a:pt x="601091" y="55689"/>
                    </a:moveTo>
                    <a:lnTo>
                      <a:pt x="0" y="55689"/>
                    </a:lnTo>
                    <a:lnTo>
                      <a:pt x="0" y="0"/>
                    </a:lnTo>
                    <a:lnTo>
                      <a:pt x="751269" y="0"/>
                    </a:lnTo>
                    <a:cubicBezTo>
                      <a:pt x="740220" y="9335"/>
                      <a:pt x="730377" y="17526"/>
                      <a:pt x="720598" y="25845"/>
                    </a:cubicBezTo>
                    <a:cubicBezTo>
                      <a:pt x="672008" y="66441"/>
                      <a:pt x="627146" y="111303"/>
                      <a:pt x="586550" y="159893"/>
                    </a:cubicBezTo>
                    <a:cubicBezTo>
                      <a:pt x="565442" y="185196"/>
                      <a:pt x="547093" y="212678"/>
                      <a:pt x="531813" y="241871"/>
                    </a:cubicBezTo>
                    <a:cubicBezTo>
                      <a:pt x="530328" y="244527"/>
                      <a:pt x="527706" y="246353"/>
                      <a:pt x="524701" y="246824"/>
                    </a:cubicBezTo>
                    <a:cubicBezTo>
                      <a:pt x="503746" y="247205"/>
                      <a:pt x="482791" y="246824"/>
                      <a:pt x="461835" y="246824"/>
                    </a:cubicBezTo>
                    <a:cubicBezTo>
                      <a:pt x="460621" y="246721"/>
                      <a:pt x="459412" y="246551"/>
                      <a:pt x="458216" y="246317"/>
                    </a:cubicBezTo>
                    <a:cubicBezTo>
                      <a:pt x="475005" y="209733"/>
                      <a:pt x="496619" y="175563"/>
                      <a:pt x="522478" y="144717"/>
                    </a:cubicBezTo>
                    <a:cubicBezTo>
                      <a:pt x="547751" y="114554"/>
                      <a:pt x="574802" y="85471"/>
                      <a:pt x="601091" y="55689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17BA7C41-EA1C-2F4D-90C7-EC472AB85B8A}"/>
                  </a:ext>
                </a:extLst>
              </p:cNvPr>
              <p:cNvSpPr/>
              <p:nvPr userDrawn="1"/>
            </p:nvSpPr>
            <p:spPr>
              <a:xfrm>
                <a:off x="8428482" y="1870837"/>
                <a:ext cx="381000" cy="584200"/>
              </a:xfrm>
              <a:custGeom>
                <a:avLst/>
                <a:gdLst>
                  <a:gd name="connsiteX0" fmla="*/ 275717 w 381000"/>
                  <a:gd name="connsiteY0" fmla="*/ 292862 h 584200"/>
                  <a:gd name="connsiteX1" fmla="*/ 0 w 381000"/>
                  <a:gd name="connsiteY1" fmla="*/ 762 h 584200"/>
                  <a:gd name="connsiteX2" fmla="*/ 5779 w 381000"/>
                  <a:gd name="connsiteY2" fmla="*/ 0 h 584200"/>
                  <a:gd name="connsiteX3" fmla="*/ 65532 w 381000"/>
                  <a:gd name="connsiteY3" fmla="*/ 0 h 584200"/>
                  <a:gd name="connsiteX4" fmla="*/ 73089 w 381000"/>
                  <a:gd name="connsiteY4" fmla="*/ 4191 h 584200"/>
                  <a:gd name="connsiteX5" fmla="*/ 202629 w 381000"/>
                  <a:gd name="connsiteY5" fmla="*/ 164973 h 584200"/>
                  <a:gd name="connsiteX6" fmla="*/ 377889 w 381000"/>
                  <a:gd name="connsiteY6" fmla="*/ 290449 h 584200"/>
                  <a:gd name="connsiteX7" fmla="*/ 381318 w 381000"/>
                  <a:gd name="connsiteY7" fmla="*/ 292481 h 584200"/>
                  <a:gd name="connsiteX8" fmla="*/ 340043 w 381000"/>
                  <a:gd name="connsiteY8" fmla="*/ 317881 h 584200"/>
                  <a:gd name="connsiteX9" fmla="*/ 126238 w 381000"/>
                  <a:gd name="connsiteY9" fmla="*/ 500698 h 584200"/>
                  <a:gd name="connsiteX10" fmla="*/ 74358 w 381000"/>
                  <a:gd name="connsiteY10" fmla="*/ 579120 h 584200"/>
                  <a:gd name="connsiteX11" fmla="*/ 65024 w 381000"/>
                  <a:gd name="connsiteY11" fmla="*/ 584708 h 584200"/>
                  <a:gd name="connsiteX12" fmla="*/ 0 w 381000"/>
                  <a:gd name="connsiteY12" fmla="*/ 584708 h 584200"/>
                  <a:gd name="connsiteX13" fmla="*/ 275717 w 381000"/>
                  <a:gd name="connsiteY13" fmla="*/ 292862 h 584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81000" h="584200">
                    <a:moveTo>
                      <a:pt x="275717" y="292862"/>
                    </a:moveTo>
                    <a:cubicBezTo>
                      <a:pt x="157290" y="220155"/>
                      <a:pt x="68517" y="120840"/>
                      <a:pt x="0" y="762"/>
                    </a:cubicBezTo>
                    <a:cubicBezTo>
                      <a:pt x="1912" y="408"/>
                      <a:pt x="3840" y="154"/>
                      <a:pt x="5779" y="0"/>
                    </a:cubicBezTo>
                    <a:cubicBezTo>
                      <a:pt x="25654" y="0"/>
                      <a:pt x="45593" y="0"/>
                      <a:pt x="65532" y="0"/>
                    </a:cubicBezTo>
                    <a:cubicBezTo>
                      <a:pt x="68552" y="194"/>
                      <a:pt x="71325" y="1732"/>
                      <a:pt x="73089" y="4191"/>
                    </a:cubicBezTo>
                    <a:cubicBezTo>
                      <a:pt x="105855" y="66230"/>
                      <a:pt x="150940" y="118491"/>
                      <a:pt x="202629" y="164973"/>
                    </a:cubicBezTo>
                    <a:cubicBezTo>
                      <a:pt x="256618" y="212664"/>
                      <a:pt x="315344" y="254708"/>
                      <a:pt x="377889" y="290449"/>
                    </a:cubicBezTo>
                    <a:lnTo>
                      <a:pt x="381318" y="292481"/>
                    </a:lnTo>
                    <a:cubicBezTo>
                      <a:pt x="367221" y="301180"/>
                      <a:pt x="353568" y="309372"/>
                      <a:pt x="340043" y="317881"/>
                    </a:cubicBezTo>
                    <a:cubicBezTo>
                      <a:pt x="260224" y="368681"/>
                      <a:pt x="186246" y="426593"/>
                      <a:pt x="126238" y="500698"/>
                    </a:cubicBezTo>
                    <a:cubicBezTo>
                      <a:pt x="106331" y="525012"/>
                      <a:pt x="88949" y="551288"/>
                      <a:pt x="74358" y="579120"/>
                    </a:cubicBezTo>
                    <a:cubicBezTo>
                      <a:pt x="72939" y="582938"/>
                      <a:pt x="69060" y="585261"/>
                      <a:pt x="65024" y="584708"/>
                    </a:cubicBezTo>
                    <a:cubicBezTo>
                      <a:pt x="43879" y="584391"/>
                      <a:pt x="22733" y="584708"/>
                      <a:pt x="0" y="584708"/>
                    </a:cubicBezTo>
                    <a:cubicBezTo>
                      <a:pt x="68517" y="464693"/>
                      <a:pt x="157862" y="365951"/>
                      <a:pt x="275717" y="292862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878496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A Template_Mai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5"/>
          </p:nvPr>
        </p:nvSpPr>
        <p:spPr>
          <a:xfrm>
            <a:off x="190463" y="928670"/>
            <a:ext cx="11715792" cy="5214974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190459" y="357166"/>
            <a:ext cx="11715832" cy="5004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GB" sz="2400" b="1" kern="1200" baseline="0" dirty="0" smtClean="0">
                <a:solidFill>
                  <a:srgbClr val="0070C0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pPr marL="342900" lvl="0" indent="-3429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None/>
            </a:pPr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9061491" y="6492906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518ABFB6-A9C6-4619-9721-3B608E8ED143}" type="slidenum">
              <a:rPr kumimoji="0" lang="en-GB" sz="1000" b="0" i="0" u="none" strike="noStrike" kern="1200" cap="none" spc="0" normalizeH="0" baseline="0" noProof="0" smtClean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GB" sz="1000" b="0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145290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Purple_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B0B8D50-2C63-2F2E-599F-E921BF1F75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898802"/>
            <a:ext cx="8062294" cy="16848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09D855A-1A49-ADBE-89C8-65ECAFD2AA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3406" y="1118152"/>
            <a:ext cx="6777996" cy="1247916"/>
          </a:xfrm>
          <a:prstGeom prst="rect">
            <a:avLst/>
          </a:prstGeom>
          <a:ln>
            <a:noFill/>
          </a:ln>
        </p:spPr>
        <p:txBody>
          <a:bodyPr lIns="0" rIns="0" anchor="ctr"/>
          <a:lstStyle>
            <a:lvl1pPr algn="l">
              <a:lnSpc>
                <a:spcPct val="100000"/>
              </a:lnSpc>
              <a:defRPr sz="3600"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4AF8D4-DACD-9AF9-364C-02C474BC6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3406" y="2902689"/>
            <a:ext cx="6150678" cy="863600"/>
          </a:xfrm>
          <a:prstGeom prst="rect">
            <a:avLst/>
          </a:prstGeom>
          <a:ln>
            <a:noFill/>
          </a:ln>
        </p:spPr>
        <p:txBody>
          <a:bodyPr lIns="0" rIns="0" anchor="t"/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en-GB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DC96ABF-C649-123E-FBF1-598689C3D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73406" y="5650088"/>
            <a:ext cx="1972082" cy="650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1103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1.png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23AAC1-38C0-EC41-AF66-7EC76ACCB83E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>
          <a:xfrm>
            <a:off x="341272" y="1368256"/>
            <a:ext cx="11516239" cy="4955354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 dirty="0"/>
              <a:t>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98754" y="6584738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 b="1" i="0">
                <a:solidFill>
                  <a:schemeClr val="bg1">
                    <a:lumMod val="50000"/>
                  </a:schemeClr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0464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1" r:id="rId1"/>
    <p:sldLayoutId id="2147483902" r:id="rId2"/>
    <p:sldLayoutId id="2147483812" r:id="rId3"/>
    <p:sldLayoutId id="2147483813" r:id="rId4"/>
    <p:sldLayoutId id="2147483798" r:id="rId5"/>
    <p:sldLayoutId id="2147483806" r:id="rId6"/>
    <p:sldLayoutId id="2147483709" r:id="rId7"/>
    <p:sldLayoutId id="2147483822" r:id="rId8"/>
    <p:sldLayoutId id="2147483802" r:id="rId9"/>
    <p:sldLayoutId id="2147483792" r:id="rId10"/>
    <p:sldLayoutId id="2147483810" r:id="rId11"/>
    <p:sldLayoutId id="2147483804" r:id="rId12"/>
    <p:sldLayoutId id="2147483821" r:id="rId13"/>
    <p:sldLayoutId id="2147483824" r:id="rId14"/>
    <p:sldLayoutId id="2147483828" r:id="rId15"/>
    <p:sldLayoutId id="2147483853" r:id="rId16"/>
    <p:sldLayoutId id="2147483899" r:id="rId17"/>
    <p:sldLayoutId id="2147483832" r:id="rId18"/>
    <p:sldLayoutId id="2147483833" r:id="rId19"/>
    <p:sldLayoutId id="2147483836" r:id="rId20"/>
    <p:sldLayoutId id="2147483852" r:id="rId21"/>
    <p:sldLayoutId id="2147483900" r:id="rId22"/>
    <p:sldLayoutId id="2147483820" r:id="rId23"/>
    <p:sldLayoutId id="2147483842" r:id="rId24"/>
    <p:sldLayoutId id="2147483845" r:id="rId25"/>
    <p:sldLayoutId id="2147483851" r:id="rId26"/>
    <p:sldLayoutId id="2147483901" r:id="rId27"/>
    <p:sldLayoutId id="2147483650" r:id="rId28"/>
    <p:sldLayoutId id="2147483734" r:id="rId29"/>
    <p:sldLayoutId id="2147483796" r:id="rId30"/>
    <p:sldLayoutId id="2147483719" r:id="rId31"/>
    <p:sldLayoutId id="2147483721" r:id="rId32"/>
    <p:sldLayoutId id="2147483724" r:id="rId33"/>
    <p:sldLayoutId id="2147483797" r:id="rId34"/>
    <p:sldLayoutId id="2147483814" r:id="rId35"/>
    <p:sldLayoutId id="2147483906" r:id="rId36"/>
    <p:sldLayoutId id="2147483907" r:id="rId37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600" b="0" i="0" kern="1200" cap="none" baseline="0">
          <a:solidFill>
            <a:schemeClr val="tx1"/>
          </a:solidFill>
          <a:latin typeface="Krana Fat B" panose="00000B00000000000000" pitchFamily="50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15000"/>
        <a:buFontTx/>
        <a:buNone/>
        <a:defRPr sz="2000" b="0" i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1pPr>
      <a:lvl2pPr marL="355600" indent="-26670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25000"/>
        <a:buFontTx/>
        <a:buBlip>
          <a:blip r:embed="rId39"/>
        </a:buBlip>
        <a:tabLst/>
        <a:defRPr sz="2000" b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2pPr>
      <a:lvl3pPr marL="355600" indent="-26670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20000"/>
        <a:buFontTx/>
        <a:buBlip>
          <a:blip r:embed="rId39"/>
        </a:buBlip>
        <a:tabLst/>
        <a:defRPr sz="2000" b="0" i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3pPr>
      <a:lvl4pPr marL="355600" indent="-26670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20000"/>
        <a:buFontTx/>
        <a:buBlip>
          <a:blip r:embed="rId39"/>
        </a:buBlip>
        <a:tabLst/>
        <a:defRPr sz="2000" b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4pPr>
      <a:lvl5pPr marL="355600" indent="-26670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25000"/>
        <a:buFontTx/>
        <a:buBlip>
          <a:blip r:embed="rId39"/>
        </a:buBlip>
        <a:tabLst/>
        <a:defRPr sz="2000" b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" userDrawn="1">
          <p15:clr>
            <a:srgbClr val="F26B43"/>
          </p15:clr>
        </p15:guide>
        <p15:guide id="2" orient="horz" pos="4081" userDrawn="1">
          <p15:clr>
            <a:srgbClr val="F26B43"/>
          </p15:clr>
        </p15:guide>
        <p15:guide id="3" pos="237" userDrawn="1">
          <p15:clr>
            <a:srgbClr val="F26B43"/>
          </p15:clr>
        </p15:guide>
        <p15:guide id="4" pos="732" userDrawn="1">
          <p15:clr>
            <a:srgbClr val="F26B43"/>
          </p15:clr>
        </p15:guide>
        <p15:guide id="5" pos="850" userDrawn="1">
          <p15:clr>
            <a:srgbClr val="F26B43"/>
          </p15:clr>
        </p15:guide>
        <p15:guide id="6" pos="1345" userDrawn="1">
          <p15:clr>
            <a:srgbClr val="F26B43"/>
          </p15:clr>
        </p15:guide>
        <p15:guide id="7" pos="1460" userDrawn="1">
          <p15:clr>
            <a:srgbClr val="F26B43"/>
          </p15:clr>
        </p15:guide>
        <p15:guide id="8" pos="1954" userDrawn="1">
          <p15:clr>
            <a:srgbClr val="F26B43"/>
          </p15:clr>
        </p15:guide>
        <p15:guide id="9" pos="2069" userDrawn="1">
          <p15:clr>
            <a:srgbClr val="F26B43"/>
          </p15:clr>
        </p15:guide>
        <p15:guide id="10" pos="2564" userDrawn="1">
          <p15:clr>
            <a:srgbClr val="F26B43"/>
          </p15:clr>
        </p15:guide>
        <p15:guide id="11" pos="2683" userDrawn="1">
          <p15:clr>
            <a:srgbClr val="F26B43"/>
          </p15:clr>
        </p15:guide>
        <p15:guide id="12" pos="3173" userDrawn="1">
          <p15:clr>
            <a:srgbClr val="F26B43"/>
          </p15:clr>
        </p15:guide>
        <p15:guide id="13" pos="3288" userDrawn="1">
          <p15:clr>
            <a:srgbClr val="F26B43"/>
          </p15:clr>
        </p15:guide>
        <p15:guide id="14" pos="3782" userDrawn="1">
          <p15:clr>
            <a:srgbClr val="F26B43"/>
          </p15:clr>
        </p15:guide>
        <p15:guide id="15" pos="3897" userDrawn="1">
          <p15:clr>
            <a:srgbClr val="F26B43"/>
          </p15:clr>
        </p15:guide>
        <p15:guide id="16" pos="4392" userDrawn="1">
          <p15:clr>
            <a:srgbClr val="F26B43"/>
          </p15:clr>
        </p15:guide>
        <p15:guide id="17" pos="4506" userDrawn="1">
          <p15:clr>
            <a:srgbClr val="F26B43"/>
          </p15:clr>
        </p15:guide>
        <p15:guide id="18" pos="5001" userDrawn="1">
          <p15:clr>
            <a:srgbClr val="F26B43"/>
          </p15:clr>
        </p15:guide>
        <p15:guide id="19" pos="5115" userDrawn="1">
          <p15:clr>
            <a:srgbClr val="F26B43"/>
          </p15:clr>
        </p15:guide>
        <p15:guide id="20" pos="5610" userDrawn="1">
          <p15:clr>
            <a:srgbClr val="F26B43"/>
          </p15:clr>
        </p15:guide>
        <p15:guide id="21" pos="5725" userDrawn="1">
          <p15:clr>
            <a:srgbClr val="F26B43"/>
          </p15:clr>
        </p15:guide>
        <p15:guide id="22" pos="6220" userDrawn="1">
          <p15:clr>
            <a:srgbClr val="F26B43"/>
          </p15:clr>
        </p15:guide>
        <p15:guide id="23" pos="6334" userDrawn="1">
          <p15:clr>
            <a:srgbClr val="F26B43"/>
          </p15:clr>
        </p15:guide>
        <p15:guide id="24" pos="6829" userDrawn="1">
          <p15:clr>
            <a:srgbClr val="F26B43"/>
          </p15:clr>
        </p15:guide>
        <p15:guide id="25" pos="6943" userDrawn="1">
          <p15:clr>
            <a:srgbClr val="F26B43"/>
          </p15:clr>
        </p15:guide>
        <p15:guide id="26" pos="7438" userDrawn="1">
          <p15:clr>
            <a:srgbClr val="F26B43"/>
          </p15:clr>
        </p15:guide>
        <p15:guide id="27" pos="3840" userDrawn="1">
          <p15:clr>
            <a:srgbClr val="9FCC3B"/>
          </p15:clr>
        </p15:guide>
        <p15:guide id="28" orient="horz" pos="2160" userDrawn="1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4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B10A2E5-A3AA-7BE3-7C87-983A58C15C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enum</a:t>
            </a:r>
            <a:r>
              <a:rPr lang="en-US" dirty="0"/>
              <a:t> and String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534D79-CFC0-C4F4-AD12-F13DBCAB1A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9322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Contents</a:t>
            </a:r>
            <a:endParaRPr lang="en-IN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5"/>
          </p:nvPr>
        </p:nvSpPr>
        <p:spPr>
          <a:xfrm>
            <a:off x="5037137" y="1349984"/>
            <a:ext cx="6018789" cy="4588998"/>
          </a:xfrm>
        </p:spPr>
        <p:txBody>
          <a:bodyPr vert="horz" lIns="0" tIns="0" rIns="0" bIns="0" rtlCol="0" anchor="t" anchorCtr="0">
            <a:noAutofit/>
          </a:bodyPr>
          <a:lstStyle/>
          <a:p>
            <a:pPr marL="342900" indent="-342900">
              <a:buChar char="•"/>
            </a:pPr>
            <a:r>
              <a:rPr lang="en-GB" b="1" dirty="0"/>
              <a:t>Objectives</a:t>
            </a:r>
          </a:p>
          <a:p>
            <a:pPr marL="684000" lvl="1" indent="-342900">
              <a:buSzPct val="115000"/>
            </a:pPr>
            <a:r>
              <a:rPr lang="en-IN" dirty="0"/>
              <a:t>Cover some miscellaneous details touched on but not needed so far</a:t>
            </a:r>
            <a:endParaRPr lang="en-GB" dirty="0"/>
          </a:p>
          <a:p>
            <a:pPr marL="342900" indent="-342900">
              <a:buChar char="•"/>
            </a:pPr>
            <a:r>
              <a:rPr lang="en-GB" b="1" dirty="0"/>
              <a:t>Contents</a:t>
            </a:r>
          </a:p>
          <a:p>
            <a:pPr marL="684000" lvl="1" indent="-342900">
              <a:buSzPct val="115000"/>
            </a:pPr>
            <a:r>
              <a:rPr lang="en-IN" dirty="0"/>
              <a:t>Enumerated types  - keyword </a:t>
            </a:r>
            <a:r>
              <a:rPr lang="en-IN" dirty="0" err="1">
                <a:latin typeface="Lucida Console" panose="020B0609040504020204" pitchFamily="49" charset="0"/>
              </a:rPr>
              <a:t>enum</a:t>
            </a:r>
            <a:endParaRPr lang="en-IN" dirty="0">
              <a:latin typeface="Lucida Console" panose="020B0609040504020204" pitchFamily="49" charset="0"/>
            </a:endParaRPr>
          </a:p>
          <a:p>
            <a:pPr marL="684000" lvl="1" indent="-342900">
              <a:buSzPct val="115000"/>
            </a:pPr>
            <a:r>
              <a:rPr lang="en-IN" dirty="0"/>
              <a:t>classes </a:t>
            </a:r>
            <a:r>
              <a:rPr lang="en-IN" dirty="0">
                <a:latin typeface="Lucida Console" panose="020B0609040504020204" pitchFamily="49" charset="0"/>
              </a:rPr>
              <a:t>String</a:t>
            </a:r>
            <a:r>
              <a:rPr lang="en-IN" dirty="0"/>
              <a:t> and </a:t>
            </a:r>
            <a:r>
              <a:rPr lang="en-IN" dirty="0">
                <a:latin typeface="Lucida Console" panose="020B0609040504020204" pitchFamily="49" charset="0"/>
              </a:rPr>
              <a:t>StringBuilder</a:t>
            </a:r>
          </a:p>
          <a:p>
            <a:pPr marL="684000" lvl="1" indent="-342900">
              <a:buSzPct val="115000"/>
            </a:pPr>
            <a:r>
              <a:rPr lang="en-IN" dirty="0"/>
              <a:t>Variable number of parameters</a:t>
            </a:r>
          </a:p>
          <a:p>
            <a:pPr marL="684000" lvl="1" indent="-342900">
              <a:buSzPct val="115000"/>
            </a:pPr>
            <a:r>
              <a:rPr lang="en-IN" dirty="0"/>
              <a:t>Wrapper classes</a:t>
            </a:r>
          </a:p>
          <a:p>
            <a:pPr marL="684000" lvl="1" indent="-342900">
              <a:buSzPct val="115000"/>
            </a:pPr>
            <a:r>
              <a:rPr lang="en-IN" dirty="0"/>
              <a:t>Review</a:t>
            </a:r>
            <a:endParaRPr lang="en-GB" dirty="0"/>
          </a:p>
          <a:p>
            <a:pPr marL="342900" indent="-342900">
              <a:buChar char="•"/>
            </a:pPr>
            <a:r>
              <a:rPr lang="en-GB" b="1" dirty="0"/>
              <a:t>Hands on Labs</a:t>
            </a:r>
          </a:p>
        </p:txBody>
      </p:sp>
      <p:sp>
        <p:nvSpPr>
          <p:cNvPr id="4" name="Rectangle 3" descr="Document">
            <a:extLst>
              <a:ext uri="{FF2B5EF4-FFF2-40B4-BE49-F238E27FC236}">
                <a16:creationId xmlns:a16="http://schemas.microsoft.com/office/drawing/2014/main" id="{0623CED8-36BE-2D26-53D3-21979034BA5C}"/>
              </a:ext>
            </a:extLst>
          </p:cNvPr>
          <p:cNvSpPr/>
          <p:nvPr/>
        </p:nvSpPr>
        <p:spPr>
          <a:xfrm>
            <a:off x="4257040" y="2927000"/>
            <a:ext cx="796640" cy="700120"/>
          </a:xfrm>
          <a:prstGeom prst="rect">
            <a:avLst/>
          </a:prstGeom>
          <a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5" name="Rectangle 4" descr="Bullseye">
            <a:extLst>
              <a:ext uri="{FF2B5EF4-FFF2-40B4-BE49-F238E27FC236}">
                <a16:creationId xmlns:a16="http://schemas.microsoft.com/office/drawing/2014/main" id="{7F1BC784-64CC-AA42-5B7A-F5A2390A8666}"/>
              </a:ext>
            </a:extLst>
          </p:cNvPr>
          <p:cNvSpPr/>
          <p:nvPr/>
        </p:nvSpPr>
        <p:spPr>
          <a:xfrm>
            <a:off x="4277360" y="1494440"/>
            <a:ext cx="796640" cy="801720"/>
          </a:xfrm>
          <a:prstGeom prst="rect">
            <a:avLst/>
          </a:prstGeom>
          <a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3463278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Rectangle 5"/>
          <p:cNvSpPr>
            <a:spLocks noGrp="1" noChangeArrowheads="1"/>
          </p:cNvSpPr>
          <p:nvPr>
            <p:ph type="body" idx="1"/>
          </p:nvPr>
        </p:nvSpPr>
        <p:spPr>
          <a:xfrm>
            <a:off x="342000" y="1368001"/>
            <a:ext cx="10119507" cy="1906168"/>
          </a:xfrm>
        </p:spPr>
        <p:txBody>
          <a:bodyPr/>
          <a:lstStyle/>
          <a:p>
            <a:r>
              <a:rPr lang="en-US" b="1" dirty="0"/>
              <a:t>Using the ‘class’ keyword is not the only way to define a type</a:t>
            </a:r>
          </a:p>
          <a:p>
            <a:pPr marL="3420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Lucida Console" pitchFamily="49" charset="0"/>
              </a:rPr>
              <a:t>A</a:t>
            </a:r>
            <a:r>
              <a:rPr lang="en-US" dirty="0"/>
              <a:t> variable of type </a:t>
            </a:r>
            <a:r>
              <a:rPr lang="en-US" b="1" dirty="0" err="1"/>
              <a:t>enum</a:t>
            </a:r>
            <a:r>
              <a:rPr lang="en-US" dirty="0"/>
              <a:t> is restricted to a set of predefined constants</a:t>
            </a:r>
          </a:p>
          <a:p>
            <a:pPr marL="697600" lvl="1" indent="-342900"/>
            <a:r>
              <a:rPr lang="en-US" dirty="0"/>
              <a:t>Usually defined in uppercase</a:t>
            </a:r>
            <a:endParaRPr lang="en-US" dirty="0">
              <a:latin typeface="Lucida Console" pitchFamily="49" charset="0"/>
            </a:endParaRPr>
          </a:p>
          <a:p>
            <a:pPr marL="342000" indent="-342900">
              <a:buFont typeface="Arial" panose="020B0604020202020204" pitchFamily="34" charset="0"/>
              <a:buChar char="•"/>
            </a:pPr>
            <a:r>
              <a:rPr lang="en-US" dirty="0"/>
              <a:t>Treat an </a:t>
            </a:r>
            <a:r>
              <a:rPr lang="en-US" b="1" dirty="0" err="1">
                <a:latin typeface="Lucida Console" pitchFamily="49" charset="0"/>
              </a:rPr>
              <a:t>enum</a:t>
            </a:r>
            <a:r>
              <a:rPr lang="en-US" dirty="0"/>
              <a:t> variable just like other </a:t>
            </a:r>
            <a:r>
              <a:rPr lang="en-US" b="1" dirty="0"/>
              <a:t>value type</a:t>
            </a:r>
          </a:p>
        </p:txBody>
      </p:sp>
      <p:sp>
        <p:nvSpPr>
          <p:cNvPr id="873474" name="Rectangle 2"/>
          <p:cNvSpPr>
            <a:spLocks noChangeArrowheads="1"/>
          </p:cNvSpPr>
          <p:nvPr/>
        </p:nvSpPr>
        <p:spPr bwMode="auto">
          <a:xfrm>
            <a:off x="1771870" y="3176877"/>
            <a:ext cx="3102199" cy="156709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  <a:miter lim="800000"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 lIns="90488" tIns="44450" rIns="90488" bIns="44450">
            <a:spAutoFit/>
          </a:bodyPr>
          <a:lstStyle/>
          <a:p>
            <a:pPr defTabSz="739775" eaLnBrk="0" hangingPunct="0">
              <a:tabLst>
                <a:tab pos="341313" algn="l"/>
                <a:tab pos="690563" algn="l"/>
                <a:tab pos="1030288" algn="l"/>
                <a:tab pos="1371600" algn="l"/>
                <a:tab pos="1712913" algn="l"/>
              </a:tabLst>
              <a:defRPr/>
            </a:pPr>
            <a:r>
              <a:rPr lang="en-GB" sz="1600" dirty="0">
                <a:solidFill>
                  <a:srgbClr val="0000C8"/>
                </a:solidFill>
                <a:latin typeface="Lucida Console" pitchFamily="49" charset="0"/>
              </a:rPr>
              <a:t>public </a:t>
            </a:r>
            <a:r>
              <a:rPr lang="en-GB" sz="1600" dirty="0" err="1">
                <a:solidFill>
                  <a:srgbClr val="FF0000"/>
                </a:solidFill>
                <a:latin typeface="Lucida Console" pitchFamily="49" charset="0"/>
              </a:rPr>
              <a:t>enum</a:t>
            </a:r>
            <a: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  <a:t> </a:t>
            </a:r>
            <a:r>
              <a:rPr lang="en-GB" sz="1600" dirty="0">
                <a:latin typeface="Lucida Console" pitchFamily="49" charset="0"/>
              </a:rPr>
              <a:t>Status {</a:t>
            </a:r>
          </a:p>
          <a:p>
            <a:pPr defTabSz="739775" eaLnBrk="0" hangingPunct="0">
              <a:tabLst>
                <a:tab pos="341313" algn="l"/>
                <a:tab pos="690563" algn="l"/>
                <a:tab pos="1030288" algn="l"/>
                <a:tab pos="1371600" algn="l"/>
                <a:tab pos="1712913" algn="l"/>
              </a:tabLst>
              <a:defRPr/>
            </a:pPr>
            <a:r>
              <a:rPr lang="en-GB" sz="1600" dirty="0">
                <a:latin typeface="Lucida Console" pitchFamily="49" charset="0"/>
              </a:rPr>
              <a:t>	ACTIVE,</a:t>
            </a:r>
          </a:p>
          <a:p>
            <a:pPr defTabSz="739775" eaLnBrk="0" hangingPunct="0">
              <a:tabLst>
                <a:tab pos="341313" algn="l"/>
                <a:tab pos="690563" algn="l"/>
                <a:tab pos="1030288" algn="l"/>
                <a:tab pos="1371600" algn="l"/>
                <a:tab pos="1712913" algn="l"/>
              </a:tabLst>
              <a:defRPr/>
            </a:pPr>
            <a:r>
              <a:rPr lang="en-GB" sz="1600" dirty="0">
                <a:latin typeface="Lucida Console" pitchFamily="49" charset="0"/>
              </a:rPr>
              <a:t>	RETIRED,</a:t>
            </a:r>
          </a:p>
          <a:p>
            <a:pPr defTabSz="739775" eaLnBrk="0" hangingPunct="0">
              <a:tabLst>
                <a:tab pos="341313" algn="l"/>
                <a:tab pos="690563" algn="l"/>
                <a:tab pos="1030288" algn="l"/>
                <a:tab pos="1371600" algn="l"/>
                <a:tab pos="1712913" algn="l"/>
              </a:tabLst>
              <a:defRPr/>
            </a:pPr>
            <a:r>
              <a:rPr lang="en-GB" sz="1600" dirty="0">
                <a:latin typeface="Lucida Console" pitchFamily="49" charset="0"/>
              </a:rPr>
              <a:t>	CONTRACTOR,</a:t>
            </a:r>
          </a:p>
          <a:p>
            <a:pPr defTabSz="739775" eaLnBrk="0" hangingPunct="0">
              <a:tabLst>
                <a:tab pos="341313" algn="l"/>
                <a:tab pos="690563" algn="l"/>
                <a:tab pos="1030288" algn="l"/>
                <a:tab pos="1371600" algn="l"/>
                <a:tab pos="1712913" algn="l"/>
              </a:tabLst>
              <a:defRPr/>
            </a:pPr>
            <a:r>
              <a:rPr lang="en-GB" sz="1600" dirty="0">
                <a:latin typeface="Lucida Console" pitchFamily="49" charset="0"/>
              </a:rPr>
              <a:t>	PERMANENT</a:t>
            </a:r>
          </a:p>
          <a:p>
            <a:pPr defTabSz="739775" eaLnBrk="0" hangingPunct="0">
              <a:tabLst>
                <a:tab pos="341313" algn="l"/>
                <a:tab pos="690563" algn="l"/>
                <a:tab pos="1030288" algn="l"/>
                <a:tab pos="1371600" algn="l"/>
                <a:tab pos="1712913" algn="l"/>
              </a:tabLst>
              <a:defRPr/>
            </a:pPr>
            <a:r>
              <a:rPr lang="en-GB" sz="1600" dirty="0">
                <a:latin typeface="Lucida Console" pitchFamily="49" charset="0"/>
              </a:rPr>
              <a:t>}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Enumerated Data Types</a:t>
            </a:r>
          </a:p>
        </p:txBody>
      </p:sp>
      <p:sp>
        <p:nvSpPr>
          <p:cNvPr id="873476" name="Rectangle 4"/>
          <p:cNvSpPr>
            <a:spLocks noChangeArrowheads="1"/>
          </p:cNvSpPr>
          <p:nvPr/>
        </p:nvSpPr>
        <p:spPr bwMode="auto">
          <a:xfrm>
            <a:off x="5030852" y="3993447"/>
            <a:ext cx="5430655" cy="2059538"/>
          </a:xfrm>
          <a:prstGeom prst="rect">
            <a:avLst/>
          </a:prstGeom>
          <a:solidFill>
            <a:schemeClr val="bg1"/>
          </a:solidFill>
          <a:ln w="19050">
            <a:noFill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90488" tIns="44450" rIns="90488" bIns="44450">
            <a:spAutoFit/>
          </a:bodyPr>
          <a:lstStyle/>
          <a:p>
            <a:pPr defTabSz="739775" eaLnBrk="0" hangingPunct="0">
              <a:tabLst>
                <a:tab pos="341313" algn="l"/>
                <a:tab pos="690563" algn="l"/>
                <a:tab pos="1030288" algn="l"/>
                <a:tab pos="1371600" algn="l"/>
              </a:tabLst>
              <a:defRPr/>
            </a:pPr>
            <a:r>
              <a:rPr lang="en-GB" sz="1600" dirty="0">
                <a:solidFill>
                  <a:srgbClr val="0000C8"/>
                </a:solidFill>
                <a:latin typeface="Lucida Console" pitchFamily="49" charset="0"/>
              </a:rPr>
              <a:t>public void</a:t>
            </a:r>
            <a:r>
              <a:rPr lang="en-GB" sz="1600" dirty="0">
                <a:solidFill>
                  <a:schemeClr val="tx1">
                    <a:lumMod val="60000"/>
                    <a:lumOff val="40000"/>
                  </a:schemeClr>
                </a:solidFill>
                <a:latin typeface="Lucida Console" pitchFamily="49" charset="0"/>
              </a:rPr>
              <a:t> </a:t>
            </a:r>
            <a:r>
              <a:rPr lang="en-GB" sz="1600" dirty="0" err="1">
                <a:solidFill>
                  <a:srgbClr val="000000"/>
                </a:solidFill>
                <a:latin typeface="Lucida Console" pitchFamily="49" charset="0"/>
              </a:rPr>
              <a:t>expectStatus</a:t>
            </a:r>
            <a: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  <a:t> (</a:t>
            </a:r>
            <a:r>
              <a:rPr lang="en-GB" sz="1600" b="1" dirty="0">
                <a:solidFill>
                  <a:srgbClr val="000000"/>
                </a:solidFill>
                <a:latin typeface="Lucida Console" pitchFamily="49" charset="0"/>
              </a:rPr>
              <a:t>Status </a:t>
            </a:r>
            <a:r>
              <a:rPr lang="en-GB" sz="1600" b="1" dirty="0" err="1">
                <a:solidFill>
                  <a:srgbClr val="000000"/>
                </a:solidFill>
                <a:latin typeface="Lucida Console" pitchFamily="49" charset="0"/>
              </a:rPr>
              <a:t>st</a:t>
            </a:r>
            <a: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  <a:t>) {</a:t>
            </a:r>
            <a:b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</a:br>
            <a: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  <a:t>    </a:t>
            </a:r>
            <a:r>
              <a:rPr lang="en-GB" sz="1600" dirty="0">
                <a:solidFill>
                  <a:srgbClr val="0000C8"/>
                </a:solidFill>
                <a:latin typeface="Lucida Console" pitchFamily="49" charset="0"/>
              </a:rPr>
              <a:t>if(</a:t>
            </a:r>
            <a:r>
              <a:rPr lang="en-GB" sz="1600" dirty="0" err="1">
                <a:solidFill>
                  <a:srgbClr val="000000"/>
                </a:solidFill>
                <a:latin typeface="Lucida Console" pitchFamily="49" charset="0"/>
              </a:rPr>
              <a:t>st</a:t>
            </a:r>
            <a: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  <a:t> == </a:t>
            </a:r>
            <a:r>
              <a:rPr lang="en-GB" sz="1600" dirty="0" err="1">
                <a:solidFill>
                  <a:srgbClr val="000000"/>
                </a:solidFill>
                <a:latin typeface="Lucida Console" pitchFamily="49" charset="0"/>
              </a:rPr>
              <a:t>Status.ACTIVE</a:t>
            </a:r>
            <a: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  <a:t>)</a:t>
            </a:r>
          </a:p>
          <a:p>
            <a:pPr defTabSz="739775" eaLnBrk="0" hangingPunct="0">
              <a:tabLst>
                <a:tab pos="341313" algn="l"/>
                <a:tab pos="690563" algn="l"/>
                <a:tab pos="1030288" algn="l"/>
                <a:tab pos="1371600" algn="l"/>
              </a:tabLst>
              <a:defRPr/>
            </a:pPr>
            <a: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  <a:t>      </a:t>
            </a:r>
            <a:r>
              <a:rPr lang="en-GB" sz="1600" dirty="0">
                <a:solidFill>
                  <a:schemeClr val="accent6">
                    <a:lumMod val="50000"/>
                  </a:schemeClr>
                </a:solidFill>
                <a:latin typeface="Lucida Console" pitchFamily="49" charset="0"/>
              </a:rPr>
              <a:t> …process Active</a:t>
            </a:r>
          </a:p>
          <a:p>
            <a:pPr defTabSz="739775" eaLnBrk="0" hangingPunct="0">
              <a:tabLst>
                <a:tab pos="341313" algn="l"/>
                <a:tab pos="690563" algn="l"/>
                <a:tab pos="1030288" algn="l"/>
                <a:tab pos="1371600" algn="l"/>
              </a:tabLst>
              <a:defRPr/>
            </a:pPr>
            <a:b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</a:br>
            <a: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  <a:t>    </a:t>
            </a:r>
            <a:r>
              <a:rPr lang="en-GB" sz="1600" dirty="0">
                <a:solidFill>
                  <a:srgbClr val="0000C8"/>
                </a:solidFill>
                <a:latin typeface="Lucida Console" pitchFamily="49" charset="0"/>
              </a:rPr>
              <a:t>else</a:t>
            </a:r>
            <a: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  <a:t> </a:t>
            </a:r>
            <a:r>
              <a:rPr lang="en-GB" sz="1600" dirty="0">
                <a:solidFill>
                  <a:srgbClr val="0000C8"/>
                </a:solidFill>
                <a:latin typeface="Lucida Console" pitchFamily="49" charset="0"/>
              </a:rPr>
              <a:t>if(</a:t>
            </a:r>
            <a:r>
              <a:rPr lang="en-GB" sz="1600" dirty="0" err="1">
                <a:solidFill>
                  <a:srgbClr val="000000"/>
                </a:solidFill>
                <a:latin typeface="Lucida Console" pitchFamily="49" charset="0"/>
              </a:rPr>
              <a:t>st</a:t>
            </a:r>
            <a: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  <a:t> == </a:t>
            </a:r>
            <a:r>
              <a:rPr lang="en-GB" sz="1600" dirty="0" err="1">
                <a:solidFill>
                  <a:srgbClr val="000000"/>
                </a:solidFill>
                <a:latin typeface="Lucida Console" pitchFamily="49" charset="0"/>
              </a:rPr>
              <a:t>Status.RETIRED</a:t>
            </a:r>
            <a: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  <a:t>)</a:t>
            </a:r>
            <a:b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</a:br>
            <a:r>
              <a:rPr lang="en-GB" sz="1600" dirty="0">
                <a:solidFill>
                  <a:schemeClr val="accent6">
                    <a:lumMod val="50000"/>
                  </a:schemeClr>
                </a:solidFill>
                <a:latin typeface="Lucida Console" pitchFamily="49" charset="0"/>
              </a:rPr>
              <a:t> 		 …process Retired</a:t>
            </a:r>
            <a:b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</a:br>
            <a:endParaRPr lang="en-GB" sz="1600" dirty="0">
              <a:solidFill>
                <a:srgbClr val="000000"/>
              </a:solidFill>
              <a:latin typeface="Lucida Console" pitchFamily="49" charset="0"/>
            </a:endParaRPr>
          </a:p>
          <a:p>
            <a:pPr defTabSz="739775" eaLnBrk="0" hangingPunct="0">
              <a:tabLst>
                <a:tab pos="341313" algn="l"/>
                <a:tab pos="690563" algn="l"/>
                <a:tab pos="1030288" algn="l"/>
                <a:tab pos="1371600" algn="l"/>
              </a:tabLst>
              <a:defRPr/>
            </a:pPr>
            <a: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  <a:t>}</a:t>
            </a:r>
          </a:p>
        </p:txBody>
      </p:sp>
      <p:sp>
        <p:nvSpPr>
          <p:cNvPr id="873478" name="Rectangle 6"/>
          <p:cNvSpPr>
            <a:spLocks noChangeArrowheads="1"/>
          </p:cNvSpPr>
          <p:nvPr/>
        </p:nvSpPr>
        <p:spPr bwMode="auto">
          <a:xfrm>
            <a:off x="5030852" y="3185222"/>
            <a:ext cx="5422168" cy="58221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 w="19050">
            <a:noFill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90488" tIns="44450" rIns="90488" bIns="44450">
            <a:spAutoFit/>
          </a:bodyPr>
          <a:lstStyle/>
          <a:p>
            <a:pPr defTabSz="739775" eaLnBrk="0" hangingPunct="0">
              <a:tabLst>
                <a:tab pos="341313" algn="l"/>
                <a:tab pos="690563" algn="l"/>
                <a:tab pos="1030288" algn="l"/>
                <a:tab pos="1371600" algn="l"/>
              </a:tabLst>
              <a:defRPr/>
            </a:pPr>
            <a: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  <a:t>Status st1 = </a:t>
            </a:r>
            <a:r>
              <a:rPr lang="en-GB" sz="1600" b="1" dirty="0" err="1">
                <a:solidFill>
                  <a:srgbClr val="000000"/>
                </a:solidFill>
                <a:latin typeface="Lucida Console" pitchFamily="49" charset="0"/>
              </a:rPr>
              <a:t>Status.RETIRED</a:t>
            </a:r>
            <a: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  <a:t>;</a:t>
            </a:r>
          </a:p>
          <a:p>
            <a:pPr defTabSz="739775" eaLnBrk="0" hangingPunct="0">
              <a:tabLst>
                <a:tab pos="341313" algn="l"/>
                <a:tab pos="690563" algn="l"/>
                <a:tab pos="1030288" algn="l"/>
                <a:tab pos="1371600" algn="l"/>
              </a:tabLst>
              <a:defRPr/>
            </a:pPr>
            <a:r>
              <a:rPr lang="en-GB" sz="1600" dirty="0" err="1">
                <a:solidFill>
                  <a:srgbClr val="000000"/>
                </a:solidFill>
                <a:latin typeface="Lucida Console" pitchFamily="49" charset="0"/>
              </a:rPr>
              <a:t>expectStatus</a:t>
            </a:r>
            <a: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  <a:t>(st1);</a:t>
            </a:r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60C1DA5-F3A6-4B25-9C76-11E59081E77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Strings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82227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Strings are immutable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1660359" y="1371528"/>
            <a:ext cx="4572000" cy="584775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GB" sz="1600" dirty="0">
                <a:solidFill>
                  <a:srgbClr val="2A00FF"/>
                </a:solidFill>
                <a:latin typeface="Consolas" panose="020B0609020204030204" pitchFamily="49" charset="0"/>
              </a:rPr>
              <a:t>"Bob"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String </a:t>
            </a:r>
            <a:r>
              <a:rPr lang="en-GB" sz="1600" dirty="0">
                <a:solidFill>
                  <a:srgbClr val="6A3E3E"/>
                </a:solidFill>
                <a:latin typeface="Consolas" panose="020B0609020204030204" pitchFamily="49" charset="0"/>
              </a:rPr>
              <a:t>name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new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String(</a:t>
            </a:r>
            <a:r>
              <a:rPr lang="en-GB" sz="1600" b="1" dirty="0">
                <a:solidFill>
                  <a:srgbClr val="2A00FF"/>
                </a:solidFill>
                <a:latin typeface="Consolas" panose="020B0609020204030204" pitchFamily="49" charset="0"/>
              </a:rPr>
              <a:t>"Bob"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5" name="Rectangle 4"/>
          <p:cNvSpPr/>
          <p:nvPr/>
        </p:nvSpPr>
        <p:spPr>
          <a:xfrm>
            <a:off x="1660359" y="2763863"/>
            <a:ext cx="4572000" cy="584775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r>
              <a:rPr lang="en-GB" sz="1600" dirty="0">
                <a:solidFill>
                  <a:srgbClr val="6A3E3E"/>
                </a:solidFill>
                <a:latin typeface="Consolas" panose="020B0609020204030204" pitchFamily="49" charset="0"/>
              </a:rPr>
              <a:t>name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sz="1600" dirty="0">
                <a:solidFill>
                  <a:srgbClr val="6A3E3E"/>
                </a:solidFill>
                <a:latin typeface="Consolas" panose="020B0609020204030204" pitchFamily="49" charset="0"/>
              </a:rPr>
              <a:t>name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sz="1600" dirty="0">
                <a:solidFill>
                  <a:srgbClr val="2A00FF"/>
                </a:solidFill>
                <a:latin typeface="Consolas" panose="020B0609020204030204" pitchFamily="49" charset="0"/>
              </a:rPr>
              <a:t>"by"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600" dirty="0">
                <a:solidFill>
                  <a:srgbClr val="6A3E3E"/>
                </a:solidFill>
                <a:latin typeface="Consolas" panose="020B0609020204030204" pitchFamily="49" charset="0"/>
              </a:rPr>
              <a:t>name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new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String(</a:t>
            </a:r>
            <a:r>
              <a:rPr lang="en-GB" sz="1600" b="1" dirty="0">
                <a:solidFill>
                  <a:srgbClr val="6A3E3E"/>
                </a:solidFill>
                <a:latin typeface="Consolas" panose="020B0609020204030204" pitchFamily="49" charset="0"/>
              </a:rPr>
              <a:t>name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sz="1600" b="1" dirty="0">
                <a:solidFill>
                  <a:srgbClr val="2A00FF"/>
                </a:solidFill>
                <a:latin typeface="Consolas" panose="020B0609020204030204" pitchFamily="49" charset="0"/>
              </a:rPr>
              <a:t>"by"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6" name="Rectangle 5"/>
          <p:cNvSpPr/>
          <p:nvPr/>
        </p:nvSpPr>
        <p:spPr>
          <a:xfrm>
            <a:off x="1660360" y="2190805"/>
            <a:ext cx="2269957" cy="344462"/>
          </a:xfrm>
          <a:prstGeom prst="rect">
            <a:avLst/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600" dirty="0">
                <a:solidFill>
                  <a:srgbClr val="6A3E3E"/>
                </a:solidFill>
                <a:latin typeface="Consolas" panose="020B0609020204030204" pitchFamily="49" charset="0"/>
              </a:rPr>
              <a:t>name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[0] =</a:t>
            </a:r>
            <a:r>
              <a:rPr lang="en-GB" sz="1600" dirty="0">
                <a:solidFill>
                  <a:srgbClr val="2A00FF"/>
                </a:solidFill>
                <a:latin typeface="Consolas" panose="020B0609020204030204" pitchFamily="49" charset="0"/>
              </a:rPr>
              <a:t>'R'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;  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45183" y="1519536"/>
            <a:ext cx="753979" cy="292388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7E007C"/>
            </a:solidFill>
          </a:ln>
          <a:effectLst>
            <a:innerShdw blurRad="63500" dist="50800" dir="135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tx1"/>
                </a:solidFill>
                <a:cs typeface="Arial" pitchFamily="34" charset="0"/>
              </a:rPr>
              <a:t>name</a:t>
            </a:r>
          </a:p>
        </p:txBody>
      </p:sp>
      <p:sp>
        <p:nvSpPr>
          <p:cNvPr id="8" name="Oval 7"/>
          <p:cNvSpPr/>
          <p:nvPr/>
        </p:nvSpPr>
        <p:spPr>
          <a:xfrm>
            <a:off x="7844593" y="1251902"/>
            <a:ext cx="1219198" cy="641680"/>
          </a:xfrm>
          <a:prstGeom prst="ellipse">
            <a:avLst/>
          </a:prstGeom>
          <a:solidFill>
            <a:srgbClr val="7E007C">
              <a:alpha val="25000"/>
            </a:srgbClr>
          </a:solidFill>
          <a:ln w="19050">
            <a:solidFill>
              <a:srgbClr val="004050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tx1"/>
                </a:solidFill>
                <a:cs typeface="Arial" pitchFamily="34" charset="0"/>
              </a:rPr>
              <a:t>"</a:t>
            </a:r>
            <a:r>
              <a:rPr lang="en-GB" sz="1400" b="1" dirty="0">
                <a:solidFill>
                  <a:schemeClr val="tx1"/>
                </a:solidFill>
                <a:cs typeface="Arial" pitchFamily="34" charset="0"/>
              </a:rPr>
              <a:t>Bob</a:t>
            </a:r>
            <a:r>
              <a:rPr lang="en-GB" sz="1400" dirty="0">
                <a:solidFill>
                  <a:schemeClr val="tx1"/>
                </a:solidFill>
                <a:cs typeface="Arial" pitchFamily="34" charset="0"/>
              </a:rPr>
              <a:t>"</a:t>
            </a:r>
          </a:p>
        </p:txBody>
      </p:sp>
      <p:cxnSp>
        <p:nvCxnSpPr>
          <p:cNvPr id="10" name="Straight Arrow Connector 9"/>
          <p:cNvCxnSpPr>
            <a:stCxn id="7" idx="3"/>
            <a:endCxn id="8" idx="2"/>
          </p:cNvCxnSpPr>
          <p:nvPr/>
        </p:nvCxnSpPr>
        <p:spPr>
          <a:xfrm flipV="1">
            <a:off x="7299161" y="1572742"/>
            <a:ext cx="545432" cy="9298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465093" y="2072536"/>
            <a:ext cx="596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</a:t>
            </a:r>
            <a:endParaRPr lang="en-GB" sz="3600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1660359" y="3739568"/>
            <a:ext cx="8253663" cy="255454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public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static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void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Main(String[] </a:t>
            </a:r>
            <a:r>
              <a:rPr lang="en-GB" sz="1600" b="1" dirty="0" err="1">
                <a:solidFill>
                  <a:srgbClr val="6A3E3E"/>
                </a:solidFill>
                <a:latin typeface="Consolas" panose="020B0609020204030204" pitchFamily="49" charset="0"/>
              </a:rPr>
              <a:t>args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String </a:t>
            </a:r>
            <a:r>
              <a:rPr lang="en-GB" sz="1600" dirty="0">
                <a:solidFill>
                  <a:srgbClr val="6A3E3E"/>
                </a:solidFill>
                <a:latin typeface="Consolas" panose="020B0609020204030204" pitchFamily="49" charset="0"/>
              </a:rPr>
              <a:t>name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sz="1600" dirty="0">
                <a:solidFill>
                  <a:srgbClr val="2A00FF"/>
                </a:solidFill>
                <a:latin typeface="Consolas" panose="020B0609020204030204" pitchFamily="49" charset="0"/>
              </a:rPr>
              <a:t>"Bob"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600" i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600" i="1" dirty="0" err="1">
                <a:solidFill>
                  <a:srgbClr val="000000"/>
                </a:solidFill>
                <a:latin typeface="Consolas" panose="020B0609020204030204" pitchFamily="49" charset="0"/>
              </a:rPr>
              <a:t>changeName</a:t>
            </a:r>
            <a:r>
              <a:rPr lang="en-GB" sz="1600" i="1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sz="1600" i="1" dirty="0">
                <a:solidFill>
                  <a:srgbClr val="6A3E3E"/>
                </a:solidFill>
                <a:latin typeface="Consolas" panose="020B0609020204030204" pitchFamily="49" charset="0"/>
              </a:rPr>
              <a:t>name</a:t>
            </a:r>
            <a:r>
              <a:rPr lang="en-GB" sz="1600" i="1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private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static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void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changeName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(String </a:t>
            </a:r>
            <a:r>
              <a:rPr lang="en-GB" sz="1600" b="1" dirty="0">
                <a:solidFill>
                  <a:srgbClr val="6A3E3E"/>
                </a:solidFill>
                <a:latin typeface="Consolas" panose="020B0609020204030204" pitchFamily="49" charset="0"/>
              </a:rPr>
              <a:t>name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GB" sz="1600" dirty="0">
                <a:solidFill>
                  <a:srgbClr val="6A3E3E"/>
                </a:solidFill>
                <a:latin typeface="Consolas" panose="020B0609020204030204" pitchFamily="49" charset="0"/>
              </a:rPr>
              <a:t>    name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sz="1600" dirty="0">
                <a:solidFill>
                  <a:srgbClr val="2A00FF"/>
                </a:solidFill>
                <a:latin typeface="Consolas" panose="020B0609020204030204" pitchFamily="49" charset="0"/>
              </a:rPr>
              <a:t>"Bobby"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en-GB" sz="1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6922171" y="4174505"/>
            <a:ext cx="753979" cy="292388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7E007C"/>
            </a:solidFill>
          </a:ln>
          <a:effectLst>
            <a:innerShdw blurRad="63500" dist="50800" dir="135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tx1"/>
                </a:solidFill>
                <a:cs typeface="Arial" pitchFamily="34" charset="0"/>
              </a:rPr>
              <a:t>name</a:t>
            </a:r>
          </a:p>
        </p:txBody>
      </p:sp>
      <p:sp>
        <p:nvSpPr>
          <p:cNvPr id="24" name="Oval 23"/>
          <p:cNvSpPr/>
          <p:nvPr/>
        </p:nvSpPr>
        <p:spPr>
          <a:xfrm>
            <a:off x="8221581" y="3906871"/>
            <a:ext cx="1219198" cy="641680"/>
          </a:xfrm>
          <a:prstGeom prst="ellipse">
            <a:avLst/>
          </a:prstGeom>
          <a:solidFill>
            <a:srgbClr val="7E007C">
              <a:alpha val="25000"/>
            </a:srgbClr>
          </a:solidFill>
          <a:ln w="19050">
            <a:solidFill>
              <a:srgbClr val="004050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tx1"/>
                </a:solidFill>
                <a:cs typeface="Arial" pitchFamily="34" charset="0"/>
              </a:rPr>
              <a:t>"</a:t>
            </a:r>
            <a:r>
              <a:rPr lang="en-GB" sz="1400" b="1" dirty="0">
                <a:solidFill>
                  <a:schemeClr val="tx1"/>
                </a:solidFill>
                <a:cs typeface="Arial" pitchFamily="34" charset="0"/>
              </a:rPr>
              <a:t>Bob</a:t>
            </a:r>
            <a:r>
              <a:rPr lang="en-GB" sz="1400" dirty="0">
                <a:solidFill>
                  <a:schemeClr val="tx1"/>
                </a:solidFill>
                <a:cs typeface="Arial" pitchFamily="34" charset="0"/>
              </a:rPr>
              <a:t>"</a:t>
            </a:r>
          </a:p>
        </p:txBody>
      </p:sp>
      <p:cxnSp>
        <p:nvCxnSpPr>
          <p:cNvPr id="25" name="Straight Arrow Connector 24"/>
          <p:cNvCxnSpPr>
            <a:stCxn id="23" idx="3"/>
            <a:endCxn id="24" idx="2"/>
          </p:cNvCxnSpPr>
          <p:nvPr/>
        </p:nvCxnSpPr>
        <p:spPr>
          <a:xfrm flipV="1">
            <a:off x="7676149" y="4227711"/>
            <a:ext cx="545432" cy="9298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8277729" y="5470972"/>
            <a:ext cx="1307427" cy="641680"/>
          </a:xfrm>
          <a:prstGeom prst="ellipse">
            <a:avLst/>
          </a:prstGeom>
          <a:solidFill>
            <a:srgbClr val="7E007C">
              <a:alpha val="25000"/>
            </a:srgbClr>
          </a:solidFill>
          <a:ln w="19050">
            <a:solidFill>
              <a:srgbClr val="004050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tx1"/>
                </a:solidFill>
                <a:cs typeface="Arial" pitchFamily="34" charset="0"/>
              </a:rPr>
              <a:t>"</a:t>
            </a:r>
            <a:r>
              <a:rPr lang="en-GB" sz="1400" b="1" dirty="0">
                <a:solidFill>
                  <a:schemeClr val="tx1"/>
                </a:solidFill>
                <a:cs typeface="Arial" pitchFamily="34" charset="0"/>
              </a:rPr>
              <a:t>Bobby</a:t>
            </a:r>
            <a:r>
              <a:rPr lang="en-GB" sz="1400" dirty="0">
                <a:solidFill>
                  <a:schemeClr val="tx1"/>
                </a:solidFill>
                <a:cs typeface="Arial" pitchFamily="34" charset="0"/>
              </a:rPr>
              <a:t>"</a:t>
            </a:r>
          </a:p>
        </p:txBody>
      </p:sp>
      <p:cxnSp>
        <p:nvCxnSpPr>
          <p:cNvPr id="27" name="Straight Arrow Connector 26"/>
          <p:cNvCxnSpPr>
            <a:stCxn id="28" idx="3"/>
            <a:endCxn id="26" idx="2"/>
          </p:cNvCxnSpPr>
          <p:nvPr/>
        </p:nvCxnSpPr>
        <p:spPr>
          <a:xfrm flipV="1">
            <a:off x="7668130" y="5791812"/>
            <a:ext cx="609599" cy="44866"/>
          </a:xfrm>
          <a:prstGeom prst="straightConnector1">
            <a:avLst/>
          </a:prstGeom>
          <a:ln w="19050">
            <a:solidFill>
              <a:srgbClr val="7E007C"/>
            </a:solidFill>
            <a:tailEnd type="triangle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</p:cxnSp>
      <p:sp>
        <p:nvSpPr>
          <p:cNvPr id="28" name="Rounded Rectangle 27"/>
          <p:cNvSpPr/>
          <p:nvPr/>
        </p:nvSpPr>
        <p:spPr>
          <a:xfrm>
            <a:off x="6914151" y="5690484"/>
            <a:ext cx="753979" cy="292388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7E007C"/>
            </a:solidFill>
          </a:ln>
          <a:effectLst>
            <a:innerShdw blurRad="63500" dist="50800" dir="135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tx1"/>
                </a:solidFill>
                <a:cs typeface="Arial" pitchFamily="34" charset="0"/>
              </a:rPr>
              <a:t>name</a:t>
            </a:r>
          </a:p>
        </p:txBody>
      </p:sp>
      <p:sp>
        <p:nvSpPr>
          <p:cNvPr id="2" name="Rounded Rectangular Callout 1"/>
          <p:cNvSpPr/>
          <p:nvPr/>
        </p:nvSpPr>
        <p:spPr>
          <a:xfrm>
            <a:off x="5518950" y="1714271"/>
            <a:ext cx="656947" cy="378881"/>
          </a:xfrm>
          <a:prstGeom prst="wedgeRoundRectCallout">
            <a:avLst>
              <a:gd name="adj1" fmla="val -70833"/>
              <a:gd name="adj2" fmla="val -26539"/>
              <a:gd name="adj3" fmla="val 16667"/>
            </a:avLst>
          </a:prstGeom>
          <a:solidFill>
            <a:schemeClr val="bg1"/>
          </a:solidFill>
          <a:ln w="19050">
            <a:solidFill>
              <a:srgbClr val="7E007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b="1" dirty="0">
                <a:solidFill>
                  <a:schemeClr val="tx1"/>
                </a:solidFill>
                <a:cs typeface="Arial" pitchFamily="34" charset="0"/>
              </a:rPr>
              <a:t>Is like</a:t>
            </a:r>
          </a:p>
        </p:txBody>
      </p:sp>
      <p:sp>
        <p:nvSpPr>
          <p:cNvPr id="20" name="Rounded Rectangular Callout 19"/>
          <p:cNvSpPr/>
          <p:nvPr/>
        </p:nvSpPr>
        <p:spPr>
          <a:xfrm>
            <a:off x="5422773" y="3100665"/>
            <a:ext cx="656947" cy="378881"/>
          </a:xfrm>
          <a:prstGeom prst="wedgeRoundRectCallout">
            <a:avLst>
              <a:gd name="adj1" fmla="val -70833"/>
              <a:gd name="adj2" fmla="val -26539"/>
              <a:gd name="adj3" fmla="val 16667"/>
            </a:avLst>
          </a:prstGeom>
          <a:solidFill>
            <a:schemeClr val="bg1"/>
          </a:solidFill>
          <a:ln w="19050">
            <a:solidFill>
              <a:srgbClr val="7E007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b="1" dirty="0">
                <a:solidFill>
                  <a:schemeClr val="tx1"/>
                </a:solidFill>
                <a:cs typeface="Arial" pitchFamily="34" charset="0"/>
              </a:rPr>
              <a:t>Is like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39393" y="2762797"/>
            <a:ext cx="753979" cy="292388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7E007C"/>
            </a:solidFill>
          </a:ln>
          <a:effectLst>
            <a:innerShdw blurRad="63500" dist="50800" dir="135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tx1"/>
                </a:solidFill>
                <a:cs typeface="Arial" pitchFamily="34" charset="0"/>
              </a:rPr>
              <a:t>name</a:t>
            </a:r>
          </a:p>
        </p:txBody>
      </p:sp>
      <p:sp>
        <p:nvSpPr>
          <p:cNvPr id="30" name="Oval 29"/>
          <p:cNvSpPr/>
          <p:nvPr/>
        </p:nvSpPr>
        <p:spPr>
          <a:xfrm>
            <a:off x="8636941" y="1957387"/>
            <a:ext cx="1219198" cy="641680"/>
          </a:xfrm>
          <a:prstGeom prst="ellipse">
            <a:avLst/>
          </a:prstGeom>
          <a:solidFill>
            <a:schemeClr val="bg2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tx1"/>
                </a:solidFill>
                <a:cs typeface="Arial" pitchFamily="34" charset="0"/>
              </a:rPr>
              <a:t>"Bob"</a:t>
            </a:r>
          </a:p>
        </p:txBody>
      </p:sp>
      <p:sp>
        <p:nvSpPr>
          <p:cNvPr id="32" name="Oval 31"/>
          <p:cNvSpPr/>
          <p:nvPr/>
        </p:nvSpPr>
        <p:spPr>
          <a:xfrm>
            <a:off x="8033632" y="2699356"/>
            <a:ext cx="1307427" cy="641680"/>
          </a:xfrm>
          <a:prstGeom prst="ellipse">
            <a:avLst/>
          </a:prstGeom>
          <a:solidFill>
            <a:srgbClr val="7E007C">
              <a:alpha val="25000"/>
            </a:srgbClr>
          </a:solidFill>
          <a:ln w="19050">
            <a:solidFill>
              <a:srgbClr val="004050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tx1"/>
                </a:solidFill>
                <a:cs typeface="Arial" pitchFamily="34" charset="0"/>
              </a:rPr>
              <a:t>"</a:t>
            </a:r>
            <a:r>
              <a:rPr lang="en-GB" sz="1400" b="1" dirty="0">
                <a:solidFill>
                  <a:schemeClr val="tx1"/>
                </a:solidFill>
                <a:cs typeface="Arial" pitchFamily="34" charset="0"/>
              </a:rPr>
              <a:t>Bobby</a:t>
            </a:r>
            <a:r>
              <a:rPr lang="en-GB" sz="1400" dirty="0">
                <a:solidFill>
                  <a:schemeClr val="tx1"/>
                </a:solidFill>
                <a:cs typeface="Arial" pitchFamily="34" charset="0"/>
              </a:rPr>
              <a:t>"</a:t>
            </a:r>
          </a:p>
        </p:txBody>
      </p:sp>
      <p:cxnSp>
        <p:nvCxnSpPr>
          <p:cNvPr id="33" name="Straight Arrow Connector 32"/>
          <p:cNvCxnSpPr>
            <a:stCxn id="29" idx="3"/>
            <a:endCxn id="32" idx="2"/>
          </p:cNvCxnSpPr>
          <p:nvPr/>
        </p:nvCxnSpPr>
        <p:spPr>
          <a:xfrm>
            <a:off x="7393372" y="2908991"/>
            <a:ext cx="640260" cy="111205"/>
          </a:xfrm>
          <a:prstGeom prst="straightConnector1">
            <a:avLst/>
          </a:prstGeom>
          <a:ln w="19050">
            <a:solidFill>
              <a:srgbClr val="7E007C"/>
            </a:solidFill>
            <a:tailEnd type="triangle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</p:cxnSp>
      <p:sp>
        <p:nvSpPr>
          <p:cNvPr id="17" name="Rounded Rectangular Callout 16"/>
          <p:cNvSpPr/>
          <p:nvPr/>
        </p:nvSpPr>
        <p:spPr>
          <a:xfrm>
            <a:off x="9966687" y="1619236"/>
            <a:ext cx="1891102" cy="721624"/>
          </a:xfrm>
          <a:prstGeom prst="wedgeRoundRectCallout">
            <a:avLst>
              <a:gd name="adj1" fmla="val -57522"/>
              <a:gd name="adj2" fmla="val 24748"/>
              <a:gd name="adj3" fmla="val 16667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accent3">
                    <a:lumMod val="75000"/>
                  </a:schemeClr>
                </a:solidFill>
              </a:rPr>
              <a:t>Memory allocated will be freed by the Garbage collector!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04E3EA8-F885-57D6-EB0D-34A01879D602}"/>
              </a:ext>
            </a:extLst>
          </p:cNvPr>
          <p:cNvCxnSpPr>
            <a:cxnSpLocks/>
          </p:cNvCxnSpPr>
          <p:nvPr/>
        </p:nvCxnSpPr>
        <p:spPr>
          <a:xfrm flipV="1">
            <a:off x="7316950" y="4466893"/>
            <a:ext cx="960779" cy="123219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0333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2" grpId="0" animBg="1"/>
      <p:bldP spid="23" grpId="0" animBg="1"/>
      <p:bldP spid="24" grpId="0" animBg="1"/>
      <p:bldP spid="26" grpId="0" animBg="1"/>
      <p:bldP spid="28" grpId="0" animBg="1"/>
      <p:bldP spid="20" grpId="0" animBg="1"/>
      <p:bldP spid="29" grpId="0" animBg="1"/>
      <p:bldP spid="30" grpId="0" animBg="1"/>
      <p:bldP spid="32" grpId="0" animBg="1"/>
      <p:bldP spid="1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2"/>
          <p:cNvSpPr>
            <a:spLocks noChangeArrowheads="1"/>
          </p:cNvSpPr>
          <p:nvPr/>
        </p:nvSpPr>
        <p:spPr bwMode="auto">
          <a:xfrm>
            <a:off x="2198689" y="6267450"/>
            <a:ext cx="1912937" cy="438150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  <p:txBody>
          <a:bodyPr wrap="none" anchor="ctr"/>
          <a:lstStyle/>
          <a:p>
            <a:pPr eaLnBrk="0" hangingPunct="0">
              <a:spcBef>
                <a:spcPct val="50000"/>
              </a:spcBef>
            </a:pPr>
            <a:endParaRPr lang="en-US"/>
          </a:p>
        </p:txBody>
      </p:sp>
      <p:sp>
        <p:nvSpPr>
          <p:cNvPr id="26628" name="Rectangle 3"/>
          <p:cNvSpPr>
            <a:spLocks noChangeArrowheads="1"/>
          </p:cNvSpPr>
          <p:nvPr/>
        </p:nvSpPr>
        <p:spPr bwMode="auto">
          <a:xfrm>
            <a:off x="4678364" y="6267450"/>
            <a:ext cx="2835275" cy="438150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  <p:txBody>
          <a:bodyPr wrap="none" anchor="ctr"/>
          <a:lstStyle/>
          <a:p>
            <a:pPr eaLnBrk="0" hangingPunct="0">
              <a:spcBef>
                <a:spcPct val="50000"/>
              </a:spcBef>
            </a:pPr>
            <a:endParaRPr lang="en-US"/>
          </a:p>
        </p:txBody>
      </p:sp>
      <p:sp>
        <p:nvSpPr>
          <p:cNvPr id="26629" name="Rectangle 5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class String methods</a:t>
            </a:r>
          </a:p>
        </p:txBody>
      </p:sp>
      <p:sp>
        <p:nvSpPr>
          <p:cNvPr id="26630" name="Rectangle 6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String has a method </a:t>
            </a:r>
            <a:r>
              <a:rPr lang="en-US" b="1" dirty="0">
                <a:latin typeface="Lucida Console" pitchFamily="49" charset="0"/>
              </a:rPr>
              <a:t>substring. </a:t>
            </a:r>
            <a:r>
              <a:rPr lang="en-US" dirty="0"/>
              <a:t>What will this code display?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342000" indent="-342900">
              <a:buFont typeface="Arial" panose="020B0604020202020204" pitchFamily="34" charset="0"/>
              <a:buChar char="•"/>
            </a:pPr>
            <a:r>
              <a:rPr lang="en-US" dirty="0"/>
              <a:t>and this?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>
              <a:buNone/>
            </a:pPr>
            <a:br>
              <a:rPr lang="en-US" dirty="0"/>
            </a:br>
            <a:endParaRPr lang="en-US" dirty="0"/>
          </a:p>
          <a:p>
            <a:pPr lvl="1">
              <a:buNone/>
            </a:pPr>
            <a:endParaRPr lang="en-US" dirty="0"/>
          </a:p>
        </p:txBody>
      </p:sp>
      <p:sp>
        <p:nvSpPr>
          <p:cNvPr id="875528" name="Rectangle 8"/>
          <p:cNvSpPr>
            <a:spLocks noChangeArrowheads="1"/>
          </p:cNvSpPr>
          <p:nvPr/>
        </p:nvSpPr>
        <p:spPr bwMode="auto">
          <a:xfrm>
            <a:off x="694800" y="1834262"/>
            <a:ext cx="7504112" cy="119776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  <a:miter lim="800000"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 lIns="90488" tIns="44450" rIns="90488" bIns="44450">
            <a:spAutoFit/>
          </a:bodyPr>
          <a:lstStyle/>
          <a:p>
            <a:r>
              <a:rPr lang="en-GB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s1 = </a:t>
            </a:r>
            <a:r>
              <a:rPr lang="en-GB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"Frederica"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  <a:b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</a:br>
            <a:endParaRPr lang="en-GB" sz="18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GB" sz="18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Console</a:t>
            </a:r>
            <a:r>
              <a:rPr lang="en-GB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.WriteLine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(s1.Substring(2, 4)); </a:t>
            </a:r>
          </a:p>
          <a:p>
            <a:r>
              <a:rPr lang="en-GB" sz="18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Console</a:t>
            </a:r>
            <a:r>
              <a:rPr lang="en-GB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.WriteLine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(s1.Substring(0, s1.Length - 1));</a:t>
            </a:r>
            <a:endParaRPr lang="en-US" dirty="0">
              <a:solidFill>
                <a:srgbClr val="000000"/>
              </a:solidFill>
              <a:latin typeface="Lucida Console" pitchFamily="49" charset="0"/>
            </a:endParaRPr>
          </a:p>
        </p:txBody>
      </p:sp>
      <p:sp>
        <p:nvSpPr>
          <p:cNvPr id="31" name="Rectangle 8"/>
          <p:cNvSpPr>
            <a:spLocks noChangeArrowheads="1"/>
          </p:cNvSpPr>
          <p:nvPr/>
        </p:nvSpPr>
        <p:spPr bwMode="auto">
          <a:xfrm>
            <a:off x="702060" y="3801937"/>
            <a:ext cx="7504112" cy="230575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  <a:miter lim="800000"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 lIns="90488" tIns="44450" rIns="90488" bIns="44450">
            <a:spAutoFit/>
          </a:bodyPr>
          <a:lstStyle/>
          <a:p>
            <a:r>
              <a:rPr lang="en-GB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s1 = </a:t>
            </a:r>
            <a:r>
              <a:rPr lang="en-GB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"Fred"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s1 += </a:t>
            </a:r>
            <a:r>
              <a:rPr lang="en-GB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 Bloggs    "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s1.Trim(); </a:t>
            </a:r>
            <a:b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</a:br>
            <a:endParaRPr lang="en-GB" sz="18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s1.Substring(0, 4).</a:t>
            </a:r>
            <a:r>
              <a:rPr lang="en-GB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ToLower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(); </a:t>
            </a:r>
          </a:p>
          <a:p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s1.Substring(5, s1.Length - 1).</a:t>
            </a:r>
            <a:r>
              <a:rPr lang="en-GB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ToUpper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(); </a:t>
            </a:r>
            <a:b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</a:br>
            <a:endParaRPr lang="en-GB" sz="18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GB" sz="18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Console</a:t>
            </a:r>
            <a:r>
              <a:rPr lang="en-GB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.WriteLine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(s1);</a:t>
            </a:r>
          </a:p>
        </p:txBody>
      </p:sp>
    </p:spTree>
    <p:extLst>
      <p:ext uri="{BB962C8B-B14F-4D97-AF65-F5344CB8AC3E}">
        <p14:creationId xmlns:p14="http://schemas.microsoft.com/office/powerpoint/2010/main" val="3919783435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Java: Other String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1272" y="5238299"/>
            <a:ext cx="11516239" cy="303526"/>
          </a:xfrm>
        </p:spPr>
        <p:txBody>
          <a:bodyPr>
            <a:normAutofit lnSpcReduction="10000"/>
          </a:bodyPr>
          <a:lstStyle/>
          <a:p>
            <a:pPr marL="404600" indent="-342900">
              <a:buFont typeface="Arial" panose="020B0604020202020204" pitchFamily="34" charset="0"/>
              <a:buChar char="•"/>
            </a:pPr>
            <a:r>
              <a:rPr lang="en-GB" dirty="0"/>
              <a:t>None of these methods are </a:t>
            </a:r>
            <a:r>
              <a:rPr lang="en-GB" dirty="0">
                <a:latin typeface="Lucida Console" pitchFamily="49" charset="0"/>
              </a:rPr>
              <a:t>void</a:t>
            </a:r>
            <a:r>
              <a:rPr lang="en-GB" dirty="0"/>
              <a:t>, you need to catch what they return</a:t>
            </a:r>
          </a:p>
        </p:txBody>
      </p:sp>
      <p:sp>
        <p:nvSpPr>
          <p:cNvPr id="4" name="Rectangle 8"/>
          <p:cNvSpPr>
            <a:spLocks noChangeArrowheads="1"/>
          </p:cNvSpPr>
          <p:nvPr/>
        </p:nvSpPr>
        <p:spPr bwMode="auto">
          <a:xfrm>
            <a:off x="778617" y="1389932"/>
            <a:ext cx="10399666" cy="369075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  <a:miter lim="800000"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 lIns="90488" tIns="44450" rIns="90488" bIns="44450">
            <a:spAutoFit/>
          </a:bodyPr>
          <a:lstStyle/>
          <a:p>
            <a:r>
              <a:rPr lang="en-GB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s = </a:t>
            </a:r>
            <a:r>
              <a:rPr lang="en-GB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"Fred Smith"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endParaRPr lang="en-GB" sz="1800" dirty="0">
              <a:solidFill>
                <a:srgbClr val="0000FF"/>
              </a:solidFill>
              <a:latin typeface="Cascadia Mono" panose="020B0609020000020004" pitchFamily="49" charset="0"/>
            </a:endParaRPr>
          </a:p>
          <a:p>
            <a:r>
              <a:rPr lang="en-GB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char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c = s[2];          </a:t>
            </a:r>
            <a:r>
              <a:rPr lang="en-GB" sz="1800" dirty="0">
                <a:solidFill>
                  <a:srgbClr val="008000"/>
                </a:solidFill>
                <a:latin typeface="Cascadia Mono" panose="020B0609020000020004" pitchFamily="49" charset="0"/>
              </a:rPr>
              <a:t>// would be 'e' foreach(char c in s) {..}</a:t>
            </a:r>
            <a:endParaRPr lang="en-GB" sz="18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GB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s.EndsWith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GB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"h"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);        </a:t>
            </a:r>
            <a:r>
              <a:rPr lang="en-GB" sz="1800" dirty="0">
                <a:solidFill>
                  <a:srgbClr val="008000"/>
                </a:solidFill>
                <a:latin typeface="Cascadia Mono" panose="020B0609020000020004" pitchFamily="49" charset="0"/>
              </a:rPr>
              <a:t>// returns a Boolean value</a:t>
            </a:r>
            <a:endParaRPr lang="en-GB" sz="18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GB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s.StartsWith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GB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"F"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); </a:t>
            </a:r>
            <a:b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</a:br>
            <a:endParaRPr lang="en-GB" sz="18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GB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GB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GB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s.IndexOf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GB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'r'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); </a:t>
            </a:r>
            <a:b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</a:br>
            <a:r>
              <a:rPr lang="en-GB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[] words = </a:t>
            </a:r>
            <a:r>
              <a:rPr lang="en-GB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s.Split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GB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 "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en-GB" sz="18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GB" sz="18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Console</a:t>
            </a:r>
            <a:r>
              <a:rPr lang="en-GB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.WriteLine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GB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s.Length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en-GB" sz="18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s = </a:t>
            </a:r>
            <a:r>
              <a:rPr lang="en-GB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s.Replace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GB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"ed"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GB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"eddy"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); </a:t>
            </a:r>
          </a:p>
          <a:p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s = </a:t>
            </a:r>
            <a:r>
              <a:rPr lang="en-GB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s.Trim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  <a:endParaRPr lang="en-US" dirty="0">
              <a:latin typeface="Lucida Console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66089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 err="1">
                <a:latin typeface="+mj-lt"/>
              </a:rPr>
              <a:t>StringBuilder</a:t>
            </a:r>
            <a:endParaRPr lang="en-GB" b="1" dirty="0">
              <a:latin typeface="+mj-lt"/>
            </a:endParaRPr>
          </a:p>
        </p:txBody>
      </p:sp>
      <p:sp>
        <p:nvSpPr>
          <p:cNvPr id="2" name="Tex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>
                <a:latin typeface="+mn-lt"/>
              </a:rPr>
              <a:t>StringBuilder is a mutable String buffer</a:t>
            </a:r>
          </a:p>
          <a:p>
            <a:pPr marL="342000" indent="-342900">
              <a:buFont typeface="Arial" panose="020B0604020202020204" pitchFamily="34" charset="0"/>
              <a:buChar char="•"/>
            </a:pPr>
            <a:r>
              <a:rPr lang="en-GB" dirty="0"/>
              <a:t>Key methods:</a:t>
            </a:r>
            <a:r>
              <a:rPr lang="en-GB" sz="2400" dirty="0"/>
              <a:t> </a:t>
            </a:r>
            <a:r>
              <a:rPr lang="en-GB" sz="1800" dirty="0">
                <a:latin typeface="Lucida Console" pitchFamily="49" charset="0"/>
              </a:rPr>
              <a:t>Append(), Insert(), Replace(), Remove()</a:t>
            </a:r>
            <a:endParaRPr lang="en-GB" dirty="0">
              <a:latin typeface="Lucida Console" pitchFamily="49" charset="0"/>
            </a:endParaRPr>
          </a:p>
          <a:p>
            <a:endParaRPr lang="en-GB" dirty="0"/>
          </a:p>
        </p:txBody>
      </p:sp>
      <p:sp>
        <p:nvSpPr>
          <p:cNvPr id="4" name="Rectangle 3"/>
          <p:cNvSpPr/>
          <p:nvPr/>
        </p:nvSpPr>
        <p:spPr>
          <a:xfrm>
            <a:off x="1186178" y="2957025"/>
            <a:ext cx="5414212" cy="8309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StringBuilder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sb</a:t>
            </a:r>
            <a:r>
              <a:rPr lang="en-GB" sz="1600" dirty="0">
                <a:solidFill>
                  <a:srgbClr val="6A3E3E"/>
                </a:solidFill>
                <a:latin typeface="Consolas" panose="020B0609020204030204" pitchFamily="49" charset="0"/>
              </a:rPr>
              <a:t> 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GB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new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StringBuilder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sz="1600" b="1" dirty="0">
                <a:solidFill>
                  <a:srgbClr val="2A00FF"/>
                </a:solidFill>
                <a:latin typeface="Consolas" panose="020B0609020204030204" pitchFamily="49" charset="0"/>
              </a:rPr>
              <a:t>"Bob"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en-GB" sz="1600" dirty="0">
              <a:solidFill>
                <a:srgbClr val="6A3E3E"/>
              </a:solidFill>
              <a:latin typeface="Consolas" panose="020B0609020204030204" pitchFamily="49" charset="0"/>
            </a:endParaRPr>
          </a:p>
          <a:p>
            <a:r>
              <a:rPr lang="en-GB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sb</a:t>
            </a:r>
            <a:r>
              <a:rPr lang="en-GB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.append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sz="1600" dirty="0">
                <a:solidFill>
                  <a:srgbClr val="2A00FF"/>
                </a:solidFill>
                <a:latin typeface="Consolas" panose="020B0609020204030204" pitchFamily="49" charset="0"/>
              </a:rPr>
              <a:t>"by"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6178" y="4062484"/>
            <a:ext cx="3449052" cy="338554"/>
          </a:xfrm>
          <a:prstGeom prst="rect">
            <a:avLst/>
          </a:prstGeom>
          <a:solidFill>
            <a:schemeClr val="bg1"/>
          </a:solidFill>
          <a:ln w="19050"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String </a:t>
            </a:r>
            <a:r>
              <a:rPr lang="en-GB" sz="1600" dirty="0">
                <a:solidFill>
                  <a:srgbClr val="6A3E3E"/>
                </a:solidFill>
                <a:latin typeface="Consolas" panose="020B0609020204030204" pitchFamily="49" charset="0"/>
              </a:rPr>
              <a:t>name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sb</a:t>
            </a:r>
            <a:r>
              <a:rPr lang="en-GB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GB" sz="1600" dirty="0" err="1">
                <a:solidFill>
                  <a:srgbClr val="2A00FF"/>
                </a:solidFill>
                <a:latin typeface="Consolas" panose="020B0609020204030204" pitchFamily="49" charset="0"/>
              </a:rPr>
              <a:t>ToString</a:t>
            </a:r>
            <a:r>
              <a:rPr lang="en-GB" sz="1600" dirty="0">
                <a:solidFill>
                  <a:srgbClr val="2A00FF"/>
                </a:solidFill>
                <a:latin typeface="Consolas" panose="020B0609020204030204" pitchFamily="49" charset="0"/>
              </a:rPr>
              <a:t>();</a:t>
            </a:r>
          </a:p>
        </p:txBody>
      </p:sp>
      <p:sp>
        <p:nvSpPr>
          <p:cNvPr id="10" name="Rounded Rectangle 28">
            <a:extLst>
              <a:ext uri="{FF2B5EF4-FFF2-40B4-BE49-F238E27FC236}">
                <a16:creationId xmlns:a16="http://schemas.microsoft.com/office/drawing/2014/main" id="{DADA0A2C-FCED-4C89-736B-15F10DB16853}"/>
              </a:ext>
            </a:extLst>
          </p:cNvPr>
          <p:cNvSpPr/>
          <p:nvPr/>
        </p:nvSpPr>
        <p:spPr>
          <a:xfrm>
            <a:off x="7001065" y="2944255"/>
            <a:ext cx="753979" cy="292388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7E007C"/>
            </a:solidFill>
          </a:ln>
          <a:effectLst>
            <a:innerShdw blurRad="63500" dist="50800" dir="135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 err="1">
                <a:solidFill>
                  <a:schemeClr val="tx1"/>
                </a:solidFill>
                <a:cs typeface="Arial" pitchFamily="34" charset="0"/>
              </a:rPr>
              <a:t>sb</a:t>
            </a:r>
            <a:endParaRPr lang="en-GB" b="1" dirty="0">
              <a:solidFill>
                <a:schemeClr val="tx1"/>
              </a:solidFill>
              <a:cs typeface="Arial" pitchFamily="34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F72EA04-1159-1171-9838-0B0495EB57AD}"/>
              </a:ext>
            </a:extLst>
          </p:cNvPr>
          <p:cNvCxnSpPr>
            <a:cxnSpLocks/>
            <a:stCxn id="10" idx="3"/>
            <a:endCxn id="17" idx="0"/>
          </p:cNvCxnSpPr>
          <p:nvPr/>
        </p:nvCxnSpPr>
        <p:spPr>
          <a:xfrm>
            <a:off x="7755044" y="3090449"/>
            <a:ext cx="1638899" cy="708093"/>
          </a:xfrm>
          <a:prstGeom prst="straightConnector1">
            <a:avLst/>
          </a:prstGeom>
          <a:ln w="19050">
            <a:solidFill>
              <a:srgbClr val="7E007C"/>
            </a:solidFill>
            <a:tailEnd type="triangle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3BBD2C34-461F-3EF1-6FD2-60CB9A66160A}"/>
              </a:ext>
            </a:extLst>
          </p:cNvPr>
          <p:cNvSpPr/>
          <p:nvPr/>
        </p:nvSpPr>
        <p:spPr>
          <a:xfrm>
            <a:off x="7001065" y="3798542"/>
            <a:ext cx="4785755" cy="819397"/>
          </a:xfrm>
          <a:prstGeom prst="rect">
            <a:avLst/>
          </a:prstGeom>
          <a:ln/>
          <a:effectLst>
            <a:softEdge rad="63500"/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cs typeface="Arial" pitchFamily="34" charset="0"/>
              </a:rPr>
              <a:t>"</a:t>
            </a:r>
            <a:r>
              <a:rPr lang="en-GB" b="1" dirty="0">
                <a:solidFill>
                  <a:schemeClr val="bg1"/>
                </a:solidFill>
                <a:cs typeface="Arial" pitchFamily="34" charset="0"/>
              </a:rPr>
              <a:t>Bob</a:t>
            </a:r>
            <a:r>
              <a:rPr lang="en-GB" dirty="0">
                <a:solidFill>
                  <a:schemeClr val="bg1"/>
                </a:solidFill>
                <a:cs typeface="Arial" pitchFamily="34" charset="0"/>
              </a:rPr>
              <a:t>by🔲🔲🔲🔲🔲🔲🔲🔲🔲🔲🔲"</a:t>
            </a:r>
          </a:p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1086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2"/>
          <p:cNvSpPr>
            <a:spLocks noChangeArrowheads="1"/>
          </p:cNvSpPr>
          <p:nvPr/>
        </p:nvSpPr>
        <p:spPr bwMode="auto">
          <a:xfrm>
            <a:off x="748581" y="4924478"/>
            <a:ext cx="1912937" cy="438150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  <p:txBody>
          <a:bodyPr wrap="none" anchor="ctr"/>
          <a:lstStyle/>
          <a:p>
            <a:pPr eaLnBrk="0" hangingPunct="0">
              <a:spcBef>
                <a:spcPct val="50000"/>
              </a:spcBef>
            </a:pPr>
            <a:endParaRPr lang="en-US"/>
          </a:p>
        </p:txBody>
      </p:sp>
      <p:sp>
        <p:nvSpPr>
          <p:cNvPr id="26629" name="Rectangle 5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class StringBuilder - Examples</a:t>
            </a:r>
          </a:p>
        </p:txBody>
      </p:sp>
      <p:sp>
        <p:nvSpPr>
          <p:cNvPr id="26630" name="Rectangle 6"/>
          <p:cNvSpPr>
            <a:spLocks noGrp="1" noChangeArrowheads="1"/>
          </p:cNvSpPr>
          <p:nvPr>
            <p:ph idx="1"/>
          </p:nvPr>
        </p:nvSpPr>
        <p:spPr>
          <a:xfrm>
            <a:off x="337880" y="1328532"/>
            <a:ext cx="11516239" cy="4955354"/>
          </a:xfrm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Any change to a String creates a new String. </a:t>
            </a:r>
            <a:r>
              <a:rPr lang="en-US" dirty="0"/>
              <a:t>Old one will be garbage collected</a:t>
            </a:r>
          </a:p>
          <a:p>
            <a:pPr marL="684000" indent="-342900">
              <a:buFont typeface="Arial" panose="020B0604020202020204" pitchFamily="34" charset="0"/>
              <a:buChar char="•"/>
            </a:pPr>
            <a:r>
              <a:rPr lang="en-US" dirty="0" err="1"/>
              <a:t>StringBuilder</a:t>
            </a:r>
            <a:r>
              <a:rPr lang="en-US" dirty="0"/>
              <a:t> Uses a buffer space in memory</a:t>
            </a:r>
            <a:r>
              <a:rPr lang="en-US" dirty="0">
                <a:latin typeface="Lucida Console" pitchFamily="49" charset="0"/>
              </a:rPr>
              <a:t> </a:t>
            </a:r>
          </a:p>
        </p:txBody>
      </p:sp>
      <p:sp>
        <p:nvSpPr>
          <p:cNvPr id="875531" name="Rectangle 11"/>
          <p:cNvSpPr>
            <a:spLocks noChangeArrowheads="1"/>
          </p:cNvSpPr>
          <p:nvPr/>
        </p:nvSpPr>
        <p:spPr bwMode="auto">
          <a:xfrm>
            <a:off x="668624" y="1373857"/>
            <a:ext cx="4567945" cy="116698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  <a:miter lim="800000"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 lIns="90488" tIns="44450" rIns="90488" bIns="44450">
            <a:spAutoFit/>
          </a:bodyPr>
          <a:lstStyle/>
          <a:p>
            <a:pPr defTabSz="739775" eaLnBrk="0" hangingPunct="0">
              <a:defRPr/>
            </a:pPr>
            <a:r>
              <a:rPr lang="en-US" sz="1400" b="1" dirty="0">
                <a:latin typeface="Lucida Console" pitchFamily="49" charset="0"/>
              </a:rPr>
              <a:t>String</a:t>
            </a:r>
            <a:r>
              <a:rPr lang="en-US" sz="1400" b="1" dirty="0">
                <a:solidFill>
                  <a:srgbClr val="0000FF"/>
                </a:solidFill>
                <a:latin typeface="Lucida Console" pitchFamily="49" charset="0"/>
              </a:rPr>
              <a:t> </a:t>
            </a:r>
            <a:r>
              <a:rPr lang="en-US" sz="1400" b="1" dirty="0">
                <a:solidFill>
                  <a:srgbClr val="000000"/>
                </a:solidFill>
                <a:latin typeface="Lucida Console" pitchFamily="49" charset="0"/>
              </a:rPr>
              <a:t>s = "Fred";</a:t>
            </a:r>
            <a:br>
              <a:rPr lang="en-US" sz="1400" b="1" dirty="0">
                <a:solidFill>
                  <a:srgbClr val="000000"/>
                </a:solidFill>
                <a:latin typeface="Lucida Console" pitchFamily="49" charset="0"/>
              </a:rPr>
            </a:br>
            <a:r>
              <a:rPr lang="en-US" sz="1400" b="1" dirty="0">
                <a:solidFill>
                  <a:srgbClr val="0000FF"/>
                </a:solidFill>
                <a:latin typeface="Lucida Console" pitchFamily="49" charset="0"/>
              </a:rPr>
              <a:t>for </a:t>
            </a:r>
            <a:r>
              <a:rPr lang="en-US" sz="1400" b="1" dirty="0">
                <a:latin typeface="Lucida Console" pitchFamily="49" charset="0"/>
              </a:rPr>
              <a:t>(</a:t>
            </a:r>
            <a:r>
              <a:rPr lang="en-US" sz="1400" b="1" dirty="0" err="1">
                <a:solidFill>
                  <a:srgbClr val="0000FF"/>
                </a:solidFill>
                <a:latin typeface="Lucida Console" pitchFamily="49" charset="0"/>
              </a:rPr>
              <a:t>int</a:t>
            </a:r>
            <a:r>
              <a:rPr lang="en-US" sz="1400" b="1" dirty="0">
                <a:solidFill>
                  <a:srgbClr val="0000FF"/>
                </a:solidFill>
                <a:latin typeface="Lucida Console" pitchFamily="49" charset="0"/>
              </a:rPr>
              <a:t> </a:t>
            </a:r>
            <a:r>
              <a:rPr lang="en-US" sz="1400" b="1" dirty="0" err="1">
                <a:solidFill>
                  <a:srgbClr val="000000"/>
                </a:solidFill>
                <a:latin typeface="Lucida Console" pitchFamily="49" charset="0"/>
              </a:rPr>
              <a:t>i</a:t>
            </a:r>
            <a:r>
              <a:rPr lang="en-US" sz="1400" b="1" dirty="0">
                <a:solidFill>
                  <a:srgbClr val="000000"/>
                </a:solidFill>
                <a:latin typeface="Lucida Console" pitchFamily="49" charset="0"/>
              </a:rPr>
              <a:t> = 0; </a:t>
            </a:r>
            <a:r>
              <a:rPr lang="en-US" sz="1400" b="1" dirty="0" err="1">
                <a:solidFill>
                  <a:srgbClr val="000000"/>
                </a:solidFill>
                <a:latin typeface="Lucida Console" pitchFamily="49" charset="0"/>
              </a:rPr>
              <a:t>i</a:t>
            </a:r>
            <a:r>
              <a:rPr lang="en-US" sz="1400" b="1" dirty="0">
                <a:solidFill>
                  <a:srgbClr val="000000"/>
                </a:solidFill>
                <a:latin typeface="Lucida Console" pitchFamily="49" charset="0"/>
              </a:rPr>
              <a:t> &lt; 200; </a:t>
            </a:r>
            <a:r>
              <a:rPr lang="en-US" sz="1400" b="1" dirty="0" err="1">
                <a:solidFill>
                  <a:srgbClr val="000000"/>
                </a:solidFill>
                <a:latin typeface="Lucida Console" pitchFamily="49" charset="0"/>
              </a:rPr>
              <a:t>i</a:t>
            </a:r>
            <a:r>
              <a:rPr lang="en-US" sz="1400" b="1" dirty="0">
                <a:solidFill>
                  <a:srgbClr val="000000"/>
                </a:solidFill>
                <a:latin typeface="Lucida Console" pitchFamily="49" charset="0"/>
              </a:rPr>
              <a:t>++) {</a:t>
            </a:r>
          </a:p>
          <a:p>
            <a:pPr defTabSz="739775" eaLnBrk="0" hangingPunct="0">
              <a:defRPr/>
            </a:pPr>
            <a:r>
              <a:rPr lang="en-US" sz="1400" b="1" dirty="0">
                <a:solidFill>
                  <a:srgbClr val="000000"/>
                </a:solidFill>
                <a:latin typeface="Lucida Console" pitchFamily="49" charset="0"/>
              </a:rPr>
              <a:t>  s += "a"; </a:t>
            </a:r>
          </a:p>
          <a:p>
            <a:pPr defTabSz="739775" eaLnBrk="0" hangingPunct="0">
              <a:defRPr/>
            </a:pPr>
            <a:r>
              <a:rPr lang="en-US" sz="1400" b="1" dirty="0">
                <a:solidFill>
                  <a:srgbClr val="000000"/>
                </a:solidFill>
                <a:latin typeface="Lucida Console" pitchFamily="49" charset="0"/>
              </a:rPr>
              <a:t>}				</a:t>
            </a:r>
            <a:br>
              <a:rPr lang="en-US" sz="1400" b="1" dirty="0">
                <a:solidFill>
                  <a:srgbClr val="000000"/>
                </a:solidFill>
                <a:latin typeface="Lucida Console" pitchFamily="49" charset="0"/>
              </a:rPr>
            </a:br>
            <a:r>
              <a:rPr lang="en-US" sz="1400" b="1" dirty="0">
                <a:solidFill>
                  <a:srgbClr val="000000"/>
                </a:solidFill>
                <a:latin typeface="Lucida Console" pitchFamily="49" charset="0"/>
              </a:rPr>
              <a:t>print(s);</a:t>
            </a:r>
          </a:p>
        </p:txBody>
      </p:sp>
      <p:sp>
        <p:nvSpPr>
          <p:cNvPr id="26651" name="Text Box 16"/>
          <p:cNvSpPr txBox="1">
            <a:spLocks noChangeArrowheads="1"/>
          </p:cNvSpPr>
          <p:nvPr/>
        </p:nvSpPr>
        <p:spPr bwMode="auto">
          <a:xfrm>
            <a:off x="5619404" y="2086934"/>
            <a:ext cx="5726620" cy="338554"/>
          </a:xfrm>
          <a:prstGeom prst="rect">
            <a:avLst/>
          </a:prstGeom>
          <a:solidFill>
            <a:srgbClr val="F1CDFF"/>
          </a:solidFill>
          <a:ln w="19050">
            <a:noFill/>
            <a:miter lim="800000"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 eaLnBrk="0" hangingPunct="0">
              <a:spcBef>
                <a:spcPct val="50000"/>
              </a:spcBef>
            </a:pPr>
            <a:r>
              <a:rPr lang="en-GB" sz="1600" b="1" dirty="0"/>
              <a:t>But</a:t>
            </a:r>
            <a:r>
              <a:rPr lang="en-GB" sz="1600" dirty="0"/>
              <a:t> generates 200 string objects</a:t>
            </a:r>
          </a:p>
        </p:txBody>
      </p:sp>
      <p:sp>
        <p:nvSpPr>
          <p:cNvPr id="26643" name="Text Box 22"/>
          <p:cNvSpPr txBox="1">
            <a:spLocks noChangeArrowheads="1"/>
          </p:cNvSpPr>
          <p:nvPr/>
        </p:nvSpPr>
        <p:spPr bwMode="auto">
          <a:xfrm>
            <a:off x="5602780" y="1373858"/>
            <a:ext cx="5743244" cy="338554"/>
          </a:xfrm>
          <a:prstGeom prst="rect">
            <a:avLst/>
          </a:prstGeom>
          <a:solidFill>
            <a:srgbClr val="F1CDFF"/>
          </a:solidFill>
          <a:ln w="19050">
            <a:noFill/>
            <a:miter lim="800000"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 eaLnBrk="0" hangingPunct="0">
              <a:spcBef>
                <a:spcPct val="50000"/>
              </a:spcBef>
            </a:pPr>
            <a:r>
              <a:rPr lang="en-GB" sz="1600" dirty="0"/>
              <a:t>It would display ‘Fred’ followed by 200 ‘a’s</a:t>
            </a:r>
          </a:p>
        </p:txBody>
      </p:sp>
      <p:sp>
        <p:nvSpPr>
          <p:cNvPr id="875551" name="Rectangle 31"/>
          <p:cNvSpPr>
            <a:spLocks noChangeArrowheads="1"/>
          </p:cNvSpPr>
          <p:nvPr/>
        </p:nvSpPr>
        <p:spPr bwMode="auto">
          <a:xfrm>
            <a:off x="668624" y="3806209"/>
            <a:ext cx="7479513" cy="156709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  <a:miter lim="800000"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 lIns="90488" tIns="44450" rIns="90488" bIns="44450">
            <a:spAutoFit/>
          </a:bodyPr>
          <a:lstStyle/>
          <a:p>
            <a:pPr defTabSz="739775" eaLnBrk="0" hangingPunct="0">
              <a:defRPr/>
            </a:pPr>
            <a:r>
              <a:rPr lang="en-US" sz="1600" dirty="0" err="1">
                <a:solidFill>
                  <a:srgbClr val="000000"/>
                </a:solidFill>
                <a:latin typeface="Lucida Console" pitchFamily="49" charset="0"/>
              </a:rPr>
              <a:t>StringBuilder</a:t>
            </a:r>
            <a: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Lucida Console" pitchFamily="49" charset="0"/>
              </a:rPr>
              <a:t>sb</a:t>
            </a:r>
            <a: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  <a:t> = </a:t>
            </a:r>
            <a:r>
              <a:rPr lang="en-US" sz="1600" dirty="0">
                <a:solidFill>
                  <a:srgbClr val="0000FF"/>
                </a:solidFill>
                <a:latin typeface="Lucida Console" pitchFamily="49" charset="0"/>
              </a:rPr>
              <a:t>new</a:t>
            </a:r>
            <a: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Lucida Console" pitchFamily="49" charset="0"/>
              </a:rPr>
              <a:t>StringBuilder</a:t>
            </a:r>
            <a: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  <a:t>("Fred");</a:t>
            </a:r>
            <a:b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</a:br>
            <a:r>
              <a:rPr lang="en-US" sz="1600" dirty="0">
                <a:solidFill>
                  <a:srgbClr val="0000FF"/>
                </a:solidFill>
                <a:latin typeface="Lucida Console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  <a:t>(</a:t>
            </a:r>
            <a:r>
              <a:rPr lang="en-US" sz="1600" dirty="0" err="1">
                <a:solidFill>
                  <a:srgbClr val="0000FF"/>
                </a:solidFill>
                <a:latin typeface="Lucida Console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Lucida Console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  <a:t> = 0; </a:t>
            </a:r>
            <a:r>
              <a:rPr lang="en-US" sz="1600" dirty="0" err="1">
                <a:solidFill>
                  <a:srgbClr val="000000"/>
                </a:solidFill>
                <a:latin typeface="Lucida Console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  <a:t> &lt; 200; </a:t>
            </a:r>
            <a:r>
              <a:rPr lang="en-US" sz="1600" dirty="0" err="1">
                <a:solidFill>
                  <a:srgbClr val="000000"/>
                </a:solidFill>
                <a:latin typeface="Lucida Console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  <a:t>++) { </a:t>
            </a:r>
          </a:p>
          <a:p>
            <a:pPr defTabSz="739775" eaLnBrk="0" hangingPunct="0">
              <a:defRPr/>
            </a:pPr>
            <a: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  <a:t>	</a:t>
            </a:r>
            <a:r>
              <a:rPr lang="en-US" sz="1600" dirty="0" err="1">
                <a:solidFill>
                  <a:srgbClr val="000000"/>
                </a:solidFill>
                <a:latin typeface="Lucida Console" pitchFamily="49" charset="0"/>
              </a:rPr>
              <a:t>sb.Append</a:t>
            </a:r>
            <a: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  <a:t>("a"); </a:t>
            </a:r>
          </a:p>
          <a:p>
            <a:pPr defTabSz="739775" eaLnBrk="0" hangingPunct="0">
              <a:defRPr/>
            </a:pPr>
            <a: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  <a:t>}</a:t>
            </a:r>
            <a:b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</a:br>
            <a:endParaRPr lang="en-US" sz="1600" dirty="0">
              <a:solidFill>
                <a:srgbClr val="000000"/>
              </a:solidFill>
              <a:latin typeface="Lucida Console" pitchFamily="49" charset="0"/>
            </a:endParaRPr>
          </a:p>
          <a:p>
            <a:pPr defTabSz="739775" eaLnBrk="0" hangingPunct="0">
              <a:defRPr/>
            </a:pPr>
            <a: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  <a:t>print(</a:t>
            </a:r>
            <a:r>
              <a:rPr lang="en-US" sz="1600" dirty="0" err="1">
                <a:solidFill>
                  <a:srgbClr val="000000"/>
                </a:solidFill>
                <a:latin typeface="Lucida Console" pitchFamily="49" charset="0"/>
              </a:rPr>
              <a:t>sb.ToString</a:t>
            </a:r>
            <a: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  <a:t>());			</a:t>
            </a:r>
          </a:p>
        </p:txBody>
      </p:sp>
      <p:sp>
        <p:nvSpPr>
          <p:cNvPr id="31" name="Rectangle 5"/>
          <p:cNvSpPr>
            <a:spLocks noChangeArrowheads="1"/>
          </p:cNvSpPr>
          <p:nvPr/>
        </p:nvSpPr>
        <p:spPr bwMode="hidden">
          <a:xfrm>
            <a:off x="6033985" y="4586388"/>
            <a:ext cx="2656114" cy="335989"/>
          </a:xfrm>
          <a:prstGeom prst="rect">
            <a:avLst/>
          </a:prstGeom>
          <a:solidFill>
            <a:srgbClr val="A9EEFF"/>
          </a:solidFill>
          <a:ln w="19050">
            <a:noFill/>
            <a:miter lim="800000"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 lIns="90488" tIns="44450" rIns="90488" bIns="44450">
            <a:spAutoFit/>
          </a:bodyPr>
          <a:lstStyle/>
          <a:p>
            <a:pPr defTabSz="739775" eaLnBrk="0" hangingPunct="0">
              <a:tabLst>
                <a:tab pos="342900" algn="l"/>
              </a:tabLst>
              <a:defRPr/>
            </a:pPr>
            <a:r>
              <a:rPr lang="en-GB" sz="1600" dirty="0" err="1">
                <a:solidFill>
                  <a:srgbClr val="000000"/>
                </a:solidFill>
                <a:latin typeface="Lucida Console" pitchFamily="49" charset="0"/>
                <a:ea typeface="Times New Roman" pitchFamily="18" charset="0"/>
                <a:cs typeface="Courier New" pitchFamily="49" charset="0"/>
              </a:rPr>
              <a:t>Fredaaaaaaaaaaa</a:t>
            </a:r>
            <a:r>
              <a:rPr lang="en-GB" sz="1600" dirty="0">
                <a:solidFill>
                  <a:srgbClr val="000000"/>
                </a:solidFill>
                <a:latin typeface="Lucida Console" pitchFamily="49" charset="0"/>
                <a:ea typeface="Times New Roman" pitchFamily="18" charset="0"/>
                <a:cs typeface="Courier New" pitchFamily="49" charset="0"/>
              </a:rPr>
              <a:t>.....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688C6A-2D41-BAD7-C0CC-A565079251E4}"/>
              </a:ext>
            </a:extLst>
          </p:cNvPr>
          <p:cNvSpPr txBox="1"/>
          <p:nvPr/>
        </p:nvSpPr>
        <p:spPr>
          <a:xfrm>
            <a:off x="4744943" y="1367059"/>
            <a:ext cx="674731" cy="593785"/>
          </a:xfrm>
          <a:prstGeom prst="rect">
            <a:avLst/>
          </a:prstGeom>
        </p:spPr>
        <p:txBody>
          <a:bodyPr vert="horz" wrap="none" lIns="0" tIns="0" rIns="0" bIns="0" rtlCol="0" anchor="t" anchorCtr="0">
            <a:normAutofit/>
          </a:bodyPr>
          <a:lstStyle/>
          <a:p>
            <a:r>
              <a:rPr lang="en-GB" sz="3200" dirty="0">
                <a:solidFill>
                  <a:srgbClr val="000000"/>
                </a:solidFill>
                <a:latin typeface="Lucida Console" pitchFamily="49" charset="0"/>
              </a:rPr>
              <a:t>👎🏻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B6EC3F-F246-D214-859E-2F868C6CA161}"/>
              </a:ext>
            </a:extLst>
          </p:cNvPr>
          <p:cNvSpPr txBox="1"/>
          <p:nvPr/>
        </p:nvSpPr>
        <p:spPr>
          <a:xfrm>
            <a:off x="7586561" y="3845933"/>
            <a:ext cx="674731" cy="593785"/>
          </a:xfrm>
          <a:prstGeom prst="rect">
            <a:avLst/>
          </a:prstGeom>
        </p:spPr>
        <p:txBody>
          <a:bodyPr vert="horz" wrap="none" lIns="0" tIns="0" rIns="0" bIns="0" rtlCol="0" anchor="t" anchorCtr="0">
            <a:normAutofit/>
          </a:bodyPr>
          <a:lstStyle/>
          <a:p>
            <a:r>
              <a:rPr lang="en-GB" sz="3600" dirty="0">
                <a:solidFill>
                  <a:srgbClr val="000000"/>
                </a:solidFill>
                <a:latin typeface="Lucida Console" pitchFamily="49" charset="0"/>
              </a:rPr>
              <a:t>👍🏻</a:t>
            </a:r>
            <a:endParaRPr lang="en-GB" sz="3600" dirty="0"/>
          </a:p>
        </p:txBody>
      </p:sp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091" name="Rectangle 3"/>
          <p:cNvSpPr>
            <a:spLocks noGrp="1" noChangeArrowheads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endParaRPr lang="en-GB" dirty="0"/>
          </a:p>
          <a:p>
            <a:r>
              <a:rPr lang="en-GB" dirty="0"/>
              <a:t>Review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197007D-520C-487D-A239-9A34A44F8FA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>
                <a:latin typeface="+mn-lt"/>
              </a:rPr>
              <a:t>Enumerated types  - keyword </a:t>
            </a:r>
            <a:r>
              <a:rPr lang="en-GB" b="1" dirty="0" err="1">
                <a:latin typeface="+mn-lt"/>
              </a:rPr>
              <a:t>enum</a:t>
            </a:r>
            <a:endParaRPr lang="en-GB" b="1" dirty="0">
              <a:latin typeface="+mn-lt"/>
            </a:endParaRPr>
          </a:p>
          <a:p>
            <a:pPr marL="684000" indent="-342900">
              <a:buFont typeface="Arial" panose="020B0604020202020204" pitchFamily="34" charset="0"/>
              <a:buChar char="•"/>
            </a:pPr>
            <a:r>
              <a:rPr lang="en-GB" dirty="0">
                <a:latin typeface="+mn-lt"/>
              </a:rPr>
              <a:t>C# creates a class for you, can store ‘extra’ data</a:t>
            </a:r>
          </a:p>
          <a:p>
            <a:pPr marL="684000" indent="-342900">
              <a:buFont typeface="Arial" panose="020B0604020202020204" pitchFamily="34" charset="0"/>
              <a:buChar char="•"/>
            </a:pPr>
            <a:endParaRPr lang="en-GB" dirty="0">
              <a:latin typeface="+mn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>
                <a:latin typeface="+mn-lt"/>
              </a:rPr>
              <a:t>classes String  and StringBuilder</a:t>
            </a:r>
          </a:p>
          <a:p>
            <a:pPr marL="684000" indent="-342900">
              <a:buFont typeface="Arial" panose="020B0604020202020204" pitchFamily="34" charset="0"/>
              <a:buChar char="•"/>
            </a:pPr>
            <a:r>
              <a:rPr lang="en-GB" dirty="0">
                <a:latin typeface="Lucida Console" panose="020B0609040504020204" pitchFamily="49" charset="0"/>
              </a:rPr>
              <a:t>String</a:t>
            </a:r>
            <a:r>
              <a:rPr lang="en-GB" dirty="0">
                <a:latin typeface="+mn-lt"/>
              </a:rPr>
              <a:t> is a class but with many value type behaviours</a:t>
            </a:r>
          </a:p>
          <a:p>
            <a:pPr marL="684000" indent="-342900">
              <a:buFont typeface="Arial" panose="020B0604020202020204" pitchFamily="34" charset="0"/>
              <a:buChar char="•"/>
            </a:pPr>
            <a:r>
              <a:rPr lang="en-GB" dirty="0">
                <a:latin typeface="Lucida Console" panose="020B0609040504020204" pitchFamily="49" charset="0"/>
              </a:rPr>
              <a:t>StringBuilder</a:t>
            </a:r>
            <a:r>
              <a:rPr lang="en-GB" dirty="0">
                <a:latin typeface="+mn-lt"/>
              </a:rPr>
              <a:t> – mutable String Buffer with append, replace, insert </a:t>
            </a:r>
          </a:p>
          <a:p>
            <a:endParaRPr lang="en-IN" dirty="0"/>
          </a:p>
        </p:txBody>
      </p:sp>
      <p:pic>
        <p:nvPicPr>
          <p:cNvPr id="3" name="Picture 2" descr="Reviews - Web Sites: Recommended - Research Guides at Thrift Library">
            <a:extLst>
              <a:ext uri="{FF2B5EF4-FFF2-40B4-BE49-F238E27FC236}">
                <a16:creationId xmlns:a16="http://schemas.microsoft.com/office/drawing/2014/main" id="{9C121EE2-76F5-CACE-D930-941897A880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8062" y="208821"/>
            <a:ext cx="2251845" cy="2251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GB" dirty="0"/>
              <a:t>Hands On Lab</a:t>
            </a:r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Part 1 – Defining and using </a:t>
            </a:r>
            <a:r>
              <a:rPr lang="en-GB" b="1" dirty="0" err="1">
                <a:latin typeface="Lucida Console" pitchFamily="49" charset="0"/>
              </a:rPr>
              <a:t>enum</a:t>
            </a:r>
            <a:endParaRPr lang="en-GB" b="1" dirty="0">
              <a:latin typeface="Lucida Console" pitchFamily="49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Part 2 – Using </a:t>
            </a:r>
            <a:r>
              <a:rPr lang="en-GB" b="1" dirty="0">
                <a:latin typeface="Lucida Console" pitchFamily="49" charset="0"/>
              </a:rPr>
              <a:t>String</a:t>
            </a:r>
            <a:r>
              <a:rPr lang="en-GB" b="1" dirty="0"/>
              <a:t> and its key methods</a:t>
            </a:r>
          </a:p>
          <a:p>
            <a:pPr marL="671300" indent="-342900">
              <a:buFont typeface="Arial" panose="020B0604020202020204" pitchFamily="34" charset="0"/>
              <a:buChar char="•"/>
            </a:pPr>
            <a:r>
              <a:rPr lang="en-GB" dirty="0"/>
              <a:t> Also using class </a:t>
            </a:r>
            <a:r>
              <a:rPr lang="en-GB" dirty="0">
                <a:latin typeface="Lucida Console" pitchFamily="49" charset="0"/>
              </a:rPr>
              <a:t>StringBuilder</a:t>
            </a:r>
          </a:p>
        </p:txBody>
      </p:sp>
    </p:spTree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861ba5a240904b86632099fc56e12dead204a13"/>
</p:tagLst>
</file>

<file path=ppt/theme/theme1.xml><?xml version="1.0" encoding="utf-8"?>
<a:theme xmlns:a="http://schemas.openxmlformats.org/drawingml/2006/main" name="Master">
  <a:themeElements>
    <a:clrScheme name="QA Branding Custom Colour Set">
      <a:dk1>
        <a:srgbClr val="004050"/>
      </a:dk1>
      <a:lt1>
        <a:srgbClr val="FFFFFF"/>
      </a:lt1>
      <a:dk2>
        <a:srgbClr val="00EDB5"/>
      </a:dk2>
      <a:lt2>
        <a:srgbClr val="FFFFFF"/>
      </a:lt2>
      <a:accent1>
        <a:srgbClr val="004050"/>
      </a:accent1>
      <a:accent2>
        <a:srgbClr val="00EDB5"/>
      </a:accent2>
      <a:accent3>
        <a:srgbClr val="7F007D"/>
      </a:accent3>
      <a:accent4>
        <a:srgbClr val="FF004C"/>
      </a:accent4>
      <a:accent5>
        <a:srgbClr val="F8D237"/>
      </a:accent5>
      <a:accent6>
        <a:srgbClr val="F3612C"/>
      </a:accent6>
      <a:hlink>
        <a:srgbClr val="004050"/>
      </a:hlink>
      <a:folHlink>
        <a:srgbClr val="00EDB5"/>
      </a:folHlink>
    </a:clrScheme>
    <a:fontScheme name="QA Brand Fonts 2019">
      <a:majorFont>
        <a:latin typeface="Krana Fat B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/>
      <a:bodyPr vert="horz" lIns="0" tIns="0" rIns="0" bIns="0" rtlCol="0" anchor="t" anchorCtr="0">
        <a:normAutofit/>
      </a:bodyPr>
      <a:lstStyle>
        <a:defPPr algn="l">
          <a:defRPr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rainer Slidedeck Template DRAFT v0.1" id="{7AC1CA74-4441-42CA-9897-72DF6ED83A1A}" vid="{6017FA94-E546-4DB4-BF25-6AABB84AA04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equenceNumber xmlns="6794D9DE-4FDF-4DC0-8B2C-5438320C69D5" xsi:nil="true"/>
    <IsBuildFile xmlns="6794D9DE-4FDF-4DC0-8B2C-5438320C69D5" xsi:nil="true"/>
    <BookTypeField0 xmlns="6794D9DE-4FDF-4DC0-8B2C-5438320C69D5">
      <Terms xmlns="http://schemas.microsoft.com/office/infopath/2007/PartnerControls">
        <TermInfo xmlns="http://schemas.microsoft.com/office/infopath/2007/PartnerControls">
          <TermName xmlns="http://schemas.microsoft.com/office/infopath/2007/PartnerControls">IK</TermName>
          <TermId xmlns="http://schemas.microsoft.com/office/infopath/2007/PartnerControls">5abe6401-e87a-4499-80b4-3d21a1a6ebd7</TermId>
        </TermInfo>
      </Terms>
    </BookTypeField0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Courseware" ma:contentTypeID="0x010100F0967B7CEE8D417F966757887D9466FB00B3EF5B1D149FDF49B1880C030D548140" ma:contentTypeVersion="0" ma:contentTypeDescription="Base content type which represents courseware documents" ma:contentTypeScope="" ma:versionID="ab0d7ca79e0ea5a537b031f986da336c">
  <xsd:schema xmlns:xsd="http://www.w3.org/2001/XMLSchema" xmlns:xs="http://www.w3.org/2001/XMLSchema" xmlns:p="http://schemas.microsoft.com/office/2006/metadata/properties" xmlns:ns2="6794D9DE-4FDF-4DC0-8B2C-5438320C69D5" targetNamespace="http://schemas.microsoft.com/office/2006/metadata/properties" ma:root="true" ma:fieldsID="7ff8e7c62cc10108c036e94c947d8fb9" ns2:_="">
    <xsd:import namespace="6794D9DE-4FDF-4DC0-8B2C-5438320C69D5"/>
    <xsd:element name="properties">
      <xsd:complexType>
        <xsd:sequence>
          <xsd:element name="documentManagement">
            <xsd:complexType>
              <xsd:all>
                <xsd:element ref="ns2:BookTypeField0" minOccurs="0"/>
                <xsd:element ref="ns2:SequenceNumber" minOccurs="0"/>
                <xsd:element ref="ns2:IsBuildFil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794D9DE-4FDF-4DC0-8B2C-5438320C69D5" elementFormDefault="qualified">
    <xsd:import namespace="http://schemas.microsoft.com/office/2006/documentManagement/types"/>
    <xsd:import namespace="http://schemas.microsoft.com/office/infopath/2007/PartnerControls"/>
    <xsd:element name="BookTypeField0" ma:index="9" nillable="true" ma:taxonomy="true" ma:internalName="BookTypeField0" ma:taxonomyFieldName="BookType" ma:displayName="Book Type" ma:fieldId="{e7c6b654-e04e-4e45-9cfd-676dbef3a3c6}" ma:sspId="63102202-80dd-4165-b1ca-d09cf2756dc1" ma:termSetId="3300959e-7346-4208-831a-90b552f1677b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equenceNumber" ma:index="10" nillable="true" ma:displayName="Sequence Number" ma:decimals="0" ma:internalName="SequenceNumber">
      <xsd:simpleType>
        <xsd:restriction base="dms:Number"/>
      </xsd:simpleType>
    </xsd:element>
    <xsd:element name="IsBuildFile" ma:index="11" nillable="true" ma:displayName="Is Build File" ma:hidden="true" ma:internalName="IsBuildFile">
      <xsd:simpleType>
        <xsd:restriction base="dms:Boolea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9DDB195-2A36-4352-B80E-2793AA1BAD86}">
  <ds:schemaRefs>
    <ds:schemaRef ds:uri="http://schemas.microsoft.com/office/2006/metadata/properties"/>
    <ds:schemaRef ds:uri="http://schemas.microsoft.com/office/infopath/2007/PartnerControls"/>
    <ds:schemaRef ds:uri="6794D9DE-4FDF-4DC0-8B2C-5438320C69D5"/>
  </ds:schemaRefs>
</ds:datastoreItem>
</file>

<file path=customXml/itemProps2.xml><?xml version="1.0" encoding="utf-8"?>
<ds:datastoreItem xmlns:ds="http://schemas.openxmlformats.org/officeDocument/2006/customXml" ds:itemID="{D6E1CB9A-5EC4-425A-85D0-28DD43E2C0C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BD51E68-90DB-4350-A500-7CA85ABA4F4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794D9DE-4FDF-4DC0-8B2C-5438320C69D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1216</Words>
  <Application>Microsoft Office PowerPoint</Application>
  <PresentationFormat>Widescreen</PresentationFormat>
  <Paragraphs>145</Paragraphs>
  <Slides>11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1" baseType="lpstr">
      <vt:lpstr>Arial</vt:lpstr>
      <vt:lpstr>Calibri</vt:lpstr>
      <vt:lpstr>Cascadia Mono</vt:lpstr>
      <vt:lpstr>Consolas</vt:lpstr>
      <vt:lpstr>Courier New</vt:lpstr>
      <vt:lpstr>Krana Fat B</vt:lpstr>
      <vt:lpstr>Lucida Console</vt:lpstr>
      <vt:lpstr>Montserrat</vt:lpstr>
      <vt:lpstr>Wingdings</vt:lpstr>
      <vt:lpstr>Master</vt:lpstr>
      <vt:lpstr>enum and String</vt:lpstr>
      <vt:lpstr>PowerPoint Presentation</vt:lpstr>
      <vt:lpstr>Enumerated Data Types</vt:lpstr>
      <vt:lpstr>Strings</vt:lpstr>
      <vt:lpstr>Strings are immutable</vt:lpstr>
      <vt:lpstr>class String methods</vt:lpstr>
      <vt:lpstr>Java: Other String methods</vt:lpstr>
      <vt:lpstr>StringBuilder</vt:lpstr>
      <vt:lpstr>class StringBuilder - Examples</vt:lpstr>
      <vt:lpstr>PowerPoint Presentation</vt:lpstr>
      <vt:lpstr>Hands On Lab</vt:lpstr>
    </vt:vector>
  </TitlesOfParts>
  <Manager/>
  <Company>QA Ltd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Singh, Vaishali</dc:creator>
  <cp:keywords/>
  <dc:description/>
  <cp:lastModifiedBy>mike baradaran</cp:lastModifiedBy>
  <cp:revision>1028</cp:revision>
  <cp:lastPrinted>2019-07-03T09:46:41Z</cp:lastPrinted>
  <dcterms:created xsi:type="dcterms:W3CDTF">2019-09-05T08:17:12Z</dcterms:created>
  <dcterms:modified xsi:type="dcterms:W3CDTF">2025-12-05T13:36:44Z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rder">
    <vt:r8>1400</vt:r8>
  </property>
  <property fmtid="{D5CDD505-2E9C-101B-9397-08002B2CF9AE}" pid="3" name="Chapter">
    <vt:lpwstr>1</vt:lpwstr>
  </property>
  <property fmtid="{D5CDD505-2E9C-101B-9397-08002B2CF9AE}" pid="4" name="ContentTypeId">
    <vt:lpwstr>0x010100F0967B7CEE8D417F966757887D9466FB00B3EF5B1D149FDF49B1880C030D548140</vt:lpwstr>
  </property>
  <property fmtid="{D5CDD505-2E9C-101B-9397-08002B2CF9AE}" pid="5" name="BookType">
    <vt:lpwstr>7</vt:lpwstr>
  </property>
</Properties>
</file>