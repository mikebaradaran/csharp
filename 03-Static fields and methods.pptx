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9"/>
  </p:notesMasterIdLst>
  <p:handoutMasterIdLst>
    <p:handoutMasterId r:id="rId20"/>
  </p:handoutMasterIdLst>
  <p:sldIdLst>
    <p:sldId id="299" r:id="rId5"/>
    <p:sldId id="1567" r:id="rId6"/>
    <p:sldId id="775" r:id="rId7"/>
    <p:sldId id="777" r:id="rId8"/>
    <p:sldId id="1568" r:id="rId9"/>
    <p:sldId id="1572" r:id="rId10"/>
    <p:sldId id="788" r:id="rId11"/>
    <p:sldId id="780" r:id="rId12"/>
    <p:sldId id="781" r:id="rId13"/>
    <p:sldId id="1574" r:id="rId14"/>
    <p:sldId id="783" r:id="rId15"/>
    <p:sldId id="1573" r:id="rId16"/>
    <p:sldId id="786" r:id="rId17"/>
    <p:sldId id="787" r:id="rId18"/>
  </p:sldIdLst>
  <p:sldSz cx="12192000" cy="6858000"/>
  <p:notesSz cx="9775825" cy="6645275"/>
  <p:custDataLst>
    <p:tags r:id="rId21"/>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0" userDrawn="1">
          <p15:clr>
            <a:srgbClr val="A4A3A4"/>
          </p15:clr>
        </p15:guide>
        <p15:guide id="2" orient="horz" pos="377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Barrow, Joshua" initials="BJ" lastIdx="30" clrIdx="0">
    <p:extLst>
      <p:ext uri="{19B8F6BF-5375-455C-9EA6-DF929625EA0E}">
        <p15:presenceInfo xmlns:p15="http://schemas.microsoft.com/office/powerpoint/2012/main" userId="S-1-5-21-3476036342-1731177862-1559577602-51474" providerId="AD"/>
      </p:ext>
    </p:extLst>
  </p:cmAuthor>
  <p:cmAuthor id="2" name="Singh, Vaishali" initials="SV" lastIdx="7" clrIdx="1">
    <p:extLst>
      <p:ext uri="{19B8F6BF-5375-455C-9EA6-DF929625EA0E}">
        <p15:presenceInfo xmlns:p15="http://schemas.microsoft.com/office/powerpoint/2012/main" userId="S-1-5-21-3476036342-1731177862-1559577602-15527" providerId="AD"/>
      </p:ext>
    </p:extLst>
  </p:cmAuthor>
  <p:cmAuthor id="3" name="Sterne, Symon" initials="SS" lastIdx="71" clrIdx="2">
    <p:extLst>
      <p:ext uri="{19B8F6BF-5375-455C-9EA6-DF929625EA0E}">
        <p15:presenceInfo xmlns:p15="http://schemas.microsoft.com/office/powerpoint/2012/main" userId="S-1-5-21-3476036342-1731177862-1559577602-5281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E007C"/>
    <a:srgbClr val="D4F5FE"/>
    <a:srgbClr val="004050"/>
    <a:srgbClr val="28CFF9"/>
    <a:srgbClr val="09EDB8"/>
    <a:srgbClr val="F7916D"/>
    <a:srgbClr val="FF004C"/>
    <a:srgbClr val="F3622C"/>
    <a:srgbClr val="000000"/>
    <a:srgbClr val="BE7FB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7471" autoAdjust="0"/>
    <p:restoredTop sz="89643" autoAdjust="0"/>
  </p:normalViewPr>
  <p:slideViewPr>
    <p:cSldViewPr snapToGrid="0" snapToObjects="1" showGuides="1">
      <p:cViewPr varScale="1">
        <p:scale>
          <a:sx n="107" d="100"/>
          <a:sy n="107" d="100"/>
        </p:scale>
        <p:origin x="234" y="102"/>
      </p:cViewPr>
      <p:guideLst>
        <p:guide pos="3840"/>
        <p:guide orient="horz" pos="3770"/>
      </p:guideLst>
    </p:cSldViewPr>
  </p:slideViewPr>
  <p:notesTextViewPr>
    <p:cViewPr>
      <p:scale>
        <a:sx n="75" d="100"/>
        <a:sy n="75" d="100"/>
      </p:scale>
      <p:origin x="0" y="0"/>
    </p:cViewPr>
  </p:notesTextViewPr>
  <p:sorterViewPr>
    <p:cViewPr>
      <p:scale>
        <a:sx n="66" d="100"/>
        <a:sy n="66" d="100"/>
      </p:scale>
      <p:origin x="0" y="0"/>
    </p:cViewPr>
  </p:sorterViewPr>
  <p:notesViewPr>
    <p:cSldViewPr snapToGrid="0" snapToObjects="1" showGuides="1">
      <p:cViewPr varScale="1">
        <p:scale>
          <a:sx n="133" d="100"/>
          <a:sy n="133" d="100"/>
        </p:scale>
        <p:origin x="2016" y="8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tags" Target="tags/tag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commentAuthors" Target="commentAuthors.xml"/></Relationships>
</file>

<file path=ppt/diagrams/_rels/data1.xml.rels><?xml version="1.0" encoding="UTF-8" standalone="yes"?>
<Relationships xmlns="http://schemas.openxmlformats.org/package/2006/relationships"><Relationship Id="rId2" Type="http://schemas.openxmlformats.org/officeDocument/2006/relationships/image" Target="../media/image13.svg"/><Relationship Id="rId1" Type="http://schemas.openxmlformats.org/officeDocument/2006/relationships/image" Target="../media/image12.svg"/></Relationships>
</file>

<file path=ppt/diagrams/_rels/drawing1.xml.rels><?xml version="1.0" encoding="UTF-8" standalone="yes"?>
<Relationships xmlns="http://schemas.openxmlformats.org/package/2006/relationships"><Relationship Id="rId2" Type="http://schemas.openxmlformats.org/officeDocument/2006/relationships/image" Target="../media/image13.svg"/><Relationship Id="rId1" Type="http://schemas.openxmlformats.org/officeDocument/2006/relationships/image" Target="../media/image12.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5FA7BE4-2A98-4B02-9510-7EFAF39B32EC}"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20414C31-A7F2-410B-A8A2-2074AACF2012}">
      <dgm:prSet custT="1"/>
      <dgm:spPr/>
      <dgm:t>
        <a:bodyPr/>
        <a:lstStyle/>
        <a:p>
          <a:r>
            <a:rPr lang="en-GB" sz="2000" b="1" dirty="0"/>
            <a:t>Use static members</a:t>
          </a:r>
          <a:br>
            <a:rPr lang="en-GB" sz="2000" b="1" dirty="0"/>
          </a:br>
          <a:r>
            <a:rPr lang="en-GB" sz="1600" dirty="0"/>
            <a:t>We need a Vehicle Count</a:t>
          </a:r>
        </a:p>
        <a:p>
          <a:pPr>
            <a:buSzPct val="115000"/>
          </a:pPr>
          <a:r>
            <a:rPr lang="en-GB" sz="1600" dirty="0"/>
            <a:t>Each Vehicle needs a Registration Plate</a:t>
          </a:r>
        </a:p>
        <a:p>
          <a:pPr>
            <a:buSzPct val="115000"/>
          </a:pPr>
          <a:r>
            <a:rPr lang="en-GB" sz="1600" dirty="0"/>
            <a:t>Create a Registration plate Factory</a:t>
          </a:r>
        </a:p>
        <a:p>
          <a:pPr>
            <a:buSzPct val="115000"/>
          </a:pPr>
          <a:r>
            <a:rPr lang="en-GB" sz="1600" dirty="0"/>
            <a:t>to provide the next plate</a:t>
          </a:r>
          <a:endParaRPr lang="en-US" sz="1600" b="1" dirty="0"/>
        </a:p>
      </dgm:t>
    </dgm:pt>
    <dgm:pt modelId="{A5537179-FFE8-4D37-888A-AAD3C607B1BB}" type="parTrans" cxnId="{B2BE5219-F392-4120-9C61-30B42EF09C07}">
      <dgm:prSet/>
      <dgm:spPr/>
      <dgm:t>
        <a:bodyPr/>
        <a:lstStyle/>
        <a:p>
          <a:endParaRPr lang="en-US"/>
        </a:p>
      </dgm:t>
    </dgm:pt>
    <dgm:pt modelId="{B8FF9BF0-3F09-4B40-9D20-AAFDA877092C}" type="sibTrans" cxnId="{B2BE5219-F392-4120-9C61-30B42EF09C07}">
      <dgm:prSet/>
      <dgm:spPr/>
      <dgm:t>
        <a:bodyPr/>
        <a:lstStyle/>
        <a:p>
          <a:endParaRPr lang="en-US"/>
        </a:p>
      </dgm:t>
    </dgm:pt>
    <dgm:pt modelId="{EB544CAE-C268-4556-8B77-B6AF41E0C214}">
      <dgm:prSet custT="1"/>
      <dgm:spPr/>
      <dgm:t>
        <a:bodyPr/>
        <a:lstStyle/>
        <a:p>
          <a:r>
            <a:rPr lang="en-GB" sz="2000" b="1" dirty="0"/>
            <a:t>Duration 1.5 hour</a:t>
          </a:r>
          <a:br>
            <a:rPr lang="en-GB" sz="2000" b="1" dirty="0"/>
          </a:br>
          <a:endParaRPr lang="en-GB" sz="2000" b="1" dirty="0"/>
        </a:p>
        <a:p>
          <a:r>
            <a:rPr lang="en-GB" sz="1800" b="1" dirty="0"/>
            <a:t>Part 1 	</a:t>
          </a:r>
          <a:r>
            <a:rPr lang="en-GB" sz="1800" b="0" dirty="0"/>
            <a:t>1 hours</a:t>
          </a:r>
          <a:br>
            <a:rPr lang="en-GB" sz="1800" b="0" dirty="0"/>
          </a:br>
          <a:r>
            <a:rPr lang="en-GB" sz="1800" b="1" dirty="0"/>
            <a:t>Part 2</a:t>
          </a:r>
          <a:r>
            <a:rPr lang="en-GB" sz="1800" b="0" dirty="0"/>
            <a:t> 	30 minutes</a:t>
          </a:r>
          <a:endParaRPr lang="en-US" sz="2400" b="0" dirty="0"/>
        </a:p>
      </dgm:t>
    </dgm:pt>
    <dgm:pt modelId="{8EC46064-FB22-48BD-9157-CFB16DFAE2E9}" type="parTrans" cxnId="{789F647B-A22C-49B5-9CEE-CE24E198B80B}">
      <dgm:prSet/>
      <dgm:spPr/>
      <dgm:t>
        <a:bodyPr/>
        <a:lstStyle/>
        <a:p>
          <a:endParaRPr lang="en-US"/>
        </a:p>
      </dgm:t>
    </dgm:pt>
    <dgm:pt modelId="{780DEF43-8EED-459C-8DFA-982C494C12FB}" type="sibTrans" cxnId="{789F647B-A22C-49B5-9CEE-CE24E198B80B}">
      <dgm:prSet/>
      <dgm:spPr/>
      <dgm:t>
        <a:bodyPr/>
        <a:lstStyle/>
        <a:p>
          <a:endParaRPr lang="en-US"/>
        </a:p>
      </dgm:t>
    </dgm:pt>
    <dgm:pt modelId="{E7F6EAA9-1048-45E6-A143-4541D8903BDB}" type="pres">
      <dgm:prSet presAssocID="{D5FA7BE4-2A98-4B02-9510-7EFAF39B32EC}" presName="root" presStyleCnt="0">
        <dgm:presLayoutVars>
          <dgm:dir/>
          <dgm:resizeHandles val="exact"/>
        </dgm:presLayoutVars>
      </dgm:prSet>
      <dgm:spPr/>
    </dgm:pt>
    <dgm:pt modelId="{138C29D8-924F-4AA7-B9EB-12B62EF94A0A}" type="pres">
      <dgm:prSet presAssocID="{20414C31-A7F2-410B-A8A2-2074AACF2012}" presName="compNode" presStyleCnt="0"/>
      <dgm:spPr/>
    </dgm:pt>
    <dgm:pt modelId="{0F45E7EC-4823-4B41-8FB7-1517A5644CF2}" type="pres">
      <dgm:prSet presAssocID="{20414C31-A7F2-410B-A8A2-2074AACF2012}" presName="bgRect" presStyleLbl="bgShp" presStyleIdx="0" presStyleCnt="2"/>
      <dgm:spPr/>
    </dgm:pt>
    <dgm:pt modelId="{270C9F17-21DD-4C6B-B4A4-FC56789D82E8}" type="pres">
      <dgm:prSet presAssocID="{20414C31-A7F2-410B-A8A2-2074AACF2012}" presName="iconRect" presStyleLbl="node1" presStyleIdx="0"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Head with Gears"/>
        </a:ext>
      </dgm:extLst>
    </dgm:pt>
    <dgm:pt modelId="{5FA18B10-A546-407B-BFD4-81E437748BD0}" type="pres">
      <dgm:prSet presAssocID="{20414C31-A7F2-410B-A8A2-2074AACF2012}" presName="spaceRect" presStyleCnt="0"/>
      <dgm:spPr/>
    </dgm:pt>
    <dgm:pt modelId="{C656AC05-6F41-4032-BE1E-876234FB0335}" type="pres">
      <dgm:prSet presAssocID="{20414C31-A7F2-410B-A8A2-2074AACF2012}" presName="parTx" presStyleLbl="revTx" presStyleIdx="0" presStyleCnt="2" custScaleX="117685">
        <dgm:presLayoutVars>
          <dgm:chMax val="0"/>
          <dgm:chPref val="0"/>
        </dgm:presLayoutVars>
      </dgm:prSet>
      <dgm:spPr/>
    </dgm:pt>
    <dgm:pt modelId="{B015EF07-ED1F-4CB3-A3A7-4091453A6B41}" type="pres">
      <dgm:prSet presAssocID="{B8FF9BF0-3F09-4B40-9D20-AAFDA877092C}" presName="sibTrans" presStyleCnt="0"/>
      <dgm:spPr/>
    </dgm:pt>
    <dgm:pt modelId="{B64599BA-DCD9-4FCE-BDA8-FD048B6A3EEC}" type="pres">
      <dgm:prSet presAssocID="{EB544CAE-C268-4556-8B77-B6AF41E0C214}" presName="compNode" presStyleCnt="0"/>
      <dgm:spPr/>
    </dgm:pt>
    <dgm:pt modelId="{A30C6321-6940-4E9D-84D1-CFF719883A23}" type="pres">
      <dgm:prSet presAssocID="{EB544CAE-C268-4556-8B77-B6AF41E0C214}" presName="bgRect" presStyleLbl="bgShp" presStyleIdx="1" presStyleCnt="2"/>
      <dgm:spPr/>
    </dgm:pt>
    <dgm:pt modelId="{319A5AB9-5146-4CC8-9B3C-F5994CAAC7CB}" type="pres">
      <dgm:prSet presAssocID="{EB544CAE-C268-4556-8B77-B6AF41E0C214}" presName="iconRect" presStyleLbl="node1" presStyleIdx="1"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lock"/>
        </a:ext>
      </dgm:extLst>
    </dgm:pt>
    <dgm:pt modelId="{4C1BB512-F3BB-43EE-9CE4-9504E559D210}" type="pres">
      <dgm:prSet presAssocID="{EB544CAE-C268-4556-8B77-B6AF41E0C214}" presName="spaceRect" presStyleCnt="0"/>
      <dgm:spPr/>
    </dgm:pt>
    <dgm:pt modelId="{8D4A5A7B-430A-470B-97C9-2884B891E74A}" type="pres">
      <dgm:prSet presAssocID="{EB544CAE-C268-4556-8B77-B6AF41E0C214}" presName="parTx" presStyleLbl="revTx" presStyleIdx="1" presStyleCnt="2">
        <dgm:presLayoutVars>
          <dgm:chMax val="0"/>
          <dgm:chPref val="0"/>
        </dgm:presLayoutVars>
      </dgm:prSet>
      <dgm:spPr/>
    </dgm:pt>
  </dgm:ptLst>
  <dgm:cxnLst>
    <dgm:cxn modelId="{B2BE5219-F392-4120-9C61-30B42EF09C07}" srcId="{D5FA7BE4-2A98-4B02-9510-7EFAF39B32EC}" destId="{20414C31-A7F2-410B-A8A2-2074AACF2012}" srcOrd="0" destOrd="0" parTransId="{A5537179-FFE8-4D37-888A-AAD3C607B1BB}" sibTransId="{B8FF9BF0-3F09-4B40-9D20-AAFDA877092C}"/>
    <dgm:cxn modelId="{DE718C37-8600-413B-AF15-3D97C4D6915B}" type="presOf" srcId="{D5FA7BE4-2A98-4B02-9510-7EFAF39B32EC}" destId="{E7F6EAA9-1048-45E6-A143-4541D8903BDB}" srcOrd="0" destOrd="0" presId="urn:microsoft.com/office/officeart/2018/2/layout/IconVerticalSolidList"/>
    <dgm:cxn modelId="{AA353D44-1F2B-445F-A8FA-B054AA7F76A1}" type="presOf" srcId="{EB544CAE-C268-4556-8B77-B6AF41E0C214}" destId="{8D4A5A7B-430A-470B-97C9-2884B891E74A}" srcOrd="0" destOrd="0" presId="urn:microsoft.com/office/officeart/2018/2/layout/IconVerticalSolidList"/>
    <dgm:cxn modelId="{789F647B-A22C-49B5-9CEE-CE24E198B80B}" srcId="{D5FA7BE4-2A98-4B02-9510-7EFAF39B32EC}" destId="{EB544CAE-C268-4556-8B77-B6AF41E0C214}" srcOrd="1" destOrd="0" parTransId="{8EC46064-FB22-48BD-9157-CFB16DFAE2E9}" sibTransId="{780DEF43-8EED-459C-8DFA-982C494C12FB}"/>
    <dgm:cxn modelId="{6A9768A7-9C9B-48D1-AB31-0E5F79F0750F}" type="presOf" srcId="{20414C31-A7F2-410B-A8A2-2074AACF2012}" destId="{C656AC05-6F41-4032-BE1E-876234FB0335}" srcOrd="0" destOrd="0" presId="urn:microsoft.com/office/officeart/2018/2/layout/IconVerticalSolidList"/>
    <dgm:cxn modelId="{5F6091D2-572A-4521-85FF-AA8A6C29846A}" type="presParOf" srcId="{E7F6EAA9-1048-45E6-A143-4541D8903BDB}" destId="{138C29D8-924F-4AA7-B9EB-12B62EF94A0A}" srcOrd="0" destOrd="0" presId="urn:microsoft.com/office/officeart/2018/2/layout/IconVerticalSolidList"/>
    <dgm:cxn modelId="{3276DD5E-C0AC-416E-A4F0-BE554558219C}" type="presParOf" srcId="{138C29D8-924F-4AA7-B9EB-12B62EF94A0A}" destId="{0F45E7EC-4823-4B41-8FB7-1517A5644CF2}" srcOrd="0" destOrd="0" presId="urn:microsoft.com/office/officeart/2018/2/layout/IconVerticalSolidList"/>
    <dgm:cxn modelId="{3CB14AC9-56C7-4C8D-9EEC-6D5691F936C4}" type="presParOf" srcId="{138C29D8-924F-4AA7-B9EB-12B62EF94A0A}" destId="{270C9F17-21DD-4C6B-B4A4-FC56789D82E8}" srcOrd="1" destOrd="0" presId="urn:microsoft.com/office/officeart/2018/2/layout/IconVerticalSolidList"/>
    <dgm:cxn modelId="{45A74FE9-3B4D-4A63-B970-51D44F6CABF5}" type="presParOf" srcId="{138C29D8-924F-4AA7-B9EB-12B62EF94A0A}" destId="{5FA18B10-A546-407B-BFD4-81E437748BD0}" srcOrd="2" destOrd="0" presId="urn:microsoft.com/office/officeart/2018/2/layout/IconVerticalSolidList"/>
    <dgm:cxn modelId="{E2F7E5F7-6CEA-432E-8219-8FCD648DFDA8}" type="presParOf" srcId="{138C29D8-924F-4AA7-B9EB-12B62EF94A0A}" destId="{C656AC05-6F41-4032-BE1E-876234FB0335}" srcOrd="3" destOrd="0" presId="urn:microsoft.com/office/officeart/2018/2/layout/IconVerticalSolidList"/>
    <dgm:cxn modelId="{C808A7CC-51D3-4C33-AB31-554D1652DEF9}" type="presParOf" srcId="{E7F6EAA9-1048-45E6-A143-4541D8903BDB}" destId="{B015EF07-ED1F-4CB3-A3A7-4091453A6B41}" srcOrd="1" destOrd="0" presId="urn:microsoft.com/office/officeart/2018/2/layout/IconVerticalSolidList"/>
    <dgm:cxn modelId="{7EEBB25C-9CB6-4089-B7F2-A01D1B746529}" type="presParOf" srcId="{E7F6EAA9-1048-45E6-A143-4541D8903BDB}" destId="{B64599BA-DCD9-4FCE-BDA8-FD048B6A3EEC}" srcOrd="2" destOrd="0" presId="urn:microsoft.com/office/officeart/2018/2/layout/IconVerticalSolidList"/>
    <dgm:cxn modelId="{BCF9EA9A-3AF6-4AE0-B3A4-4CF6B7DFC6E3}" type="presParOf" srcId="{B64599BA-DCD9-4FCE-BDA8-FD048B6A3EEC}" destId="{A30C6321-6940-4E9D-84D1-CFF719883A23}" srcOrd="0" destOrd="0" presId="urn:microsoft.com/office/officeart/2018/2/layout/IconVerticalSolidList"/>
    <dgm:cxn modelId="{F5B506FF-2C7D-4561-98D7-6ED63318B9D2}" type="presParOf" srcId="{B64599BA-DCD9-4FCE-BDA8-FD048B6A3EEC}" destId="{319A5AB9-5146-4CC8-9B3C-F5994CAAC7CB}" srcOrd="1" destOrd="0" presId="urn:microsoft.com/office/officeart/2018/2/layout/IconVerticalSolidList"/>
    <dgm:cxn modelId="{35613772-D6C6-4C22-BE96-DFF63EB87521}" type="presParOf" srcId="{B64599BA-DCD9-4FCE-BDA8-FD048B6A3EEC}" destId="{4C1BB512-F3BB-43EE-9CE4-9504E559D210}" srcOrd="2" destOrd="0" presId="urn:microsoft.com/office/officeart/2018/2/layout/IconVerticalSolidList"/>
    <dgm:cxn modelId="{CAB38E2A-B608-4F65-AEA3-10BD6D672291}" type="presParOf" srcId="{B64599BA-DCD9-4FCE-BDA8-FD048B6A3EEC}" destId="{8D4A5A7B-430A-470B-97C9-2884B891E74A}"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F45E7EC-4823-4B41-8FB7-1517A5644CF2}">
      <dsp:nvSpPr>
        <dsp:cNvPr id="0" name=""/>
        <dsp:cNvSpPr/>
      </dsp:nvSpPr>
      <dsp:spPr>
        <a:xfrm>
          <a:off x="-211700" y="439998"/>
          <a:ext cx="6969760" cy="184263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70C9F17-21DD-4C6B-B4A4-FC56789D82E8}">
      <dsp:nvSpPr>
        <dsp:cNvPr id="0" name=""/>
        <dsp:cNvSpPr/>
      </dsp:nvSpPr>
      <dsp:spPr>
        <a:xfrm>
          <a:off x="345697" y="854591"/>
          <a:ext cx="1015432" cy="101344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656AC05-6F41-4032-BE1E-876234FB0335}">
      <dsp:nvSpPr>
        <dsp:cNvPr id="0" name=""/>
        <dsp:cNvSpPr/>
      </dsp:nvSpPr>
      <dsp:spPr>
        <a:xfrm>
          <a:off x="1490959" y="439998"/>
          <a:ext cx="5690501" cy="18444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5203" tIns="195203" rIns="195203" bIns="195203" numCol="1" spcCol="1270" anchor="ctr" anchorCtr="0">
          <a:noAutofit/>
        </a:bodyPr>
        <a:lstStyle/>
        <a:p>
          <a:pPr marL="0" lvl="0" indent="0" algn="l" defTabSz="889000">
            <a:lnSpc>
              <a:spcPct val="90000"/>
            </a:lnSpc>
            <a:spcBef>
              <a:spcPct val="0"/>
            </a:spcBef>
            <a:spcAft>
              <a:spcPct val="35000"/>
            </a:spcAft>
            <a:buNone/>
          </a:pPr>
          <a:r>
            <a:rPr lang="en-GB" sz="2000" b="1" kern="1200" dirty="0"/>
            <a:t>Use static members</a:t>
          </a:r>
          <a:br>
            <a:rPr lang="en-GB" sz="2000" b="1" kern="1200" dirty="0"/>
          </a:br>
          <a:r>
            <a:rPr lang="en-GB" sz="1600" kern="1200" dirty="0"/>
            <a:t>We need a Vehicle Count</a:t>
          </a:r>
        </a:p>
        <a:p>
          <a:pPr marL="0" lvl="0" indent="0" algn="l" defTabSz="889000">
            <a:lnSpc>
              <a:spcPct val="90000"/>
            </a:lnSpc>
            <a:spcBef>
              <a:spcPct val="0"/>
            </a:spcBef>
            <a:spcAft>
              <a:spcPct val="35000"/>
            </a:spcAft>
            <a:buSzPct val="115000"/>
            <a:buNone/>
          </a:pPr>
          <a:r>
            <a:rPr lang="en-GB" sz="1600" kern="1200" dirty="0"/>
            <a:t>Each Vehicle needs a Registration Plate</a:t>
          </a:r>
        </a:p>
        <a:p>
          <a:pPr marL="0" lvl="0" indent="0" algn="l" defTabSz="889000">
            <a:lnSpc>
              <a:spcPct val="90000"/>
            </a:lnSpc>
            <a:spcBef>
              <a:spcPct val="0"/>
            </a:spcBef>
            <a:spcAft>
              <a:spcPct val="35000"/>
            </a:spcAft>
            <a:buSzPct val="115000"/>
            <a:buNone/>
          </a:pPr>
          <a:r>
            <a:rPr lang="en-GB" sz="1600" kern="1200" dirty="0"/>
            <a:t>Create a Registration plate Factory</a:t>
          </a:r>
        </a:p>
        <a:p>
          <a:pPr marL="0" lvl="0" indent="0" algn="l" defTabSz="889000">
            <a:lnSpc>
              <a:spcPct val="90000"/>
            </a:lnSpc>
            <a:spcBef>
              <a:spcPct val="0"/>
            </a:spcBef>
            <a:spcAft>
              <a:spcPct val="35000"/>
            </a:spcAft>
            <a:buSzPct val="115000"/>
            <a:buNone/>
          </a:pPr>
          <a:r>
            <a:rPr lang="en-GB" sz="1600" kern="1200" dirty="0"/>
            <a:t>to provide the next plate</a:t>
          </a:r>
          <a:endParaRPr lang="en-US" sz="1600" b="1" kern="1200" dirty="0"/>
        </a:p>
      </dsp:txBody>
      <dsp:txXfrm>
        <a:off x="1490959" y="439998"/>
        <a:ext cx="5690501" cy="1844437"/>
      </dsp:txXfrm>
    </dsp:sp>
    <dsp:sp modelId="{A30C6321-6940-4E9D-84D1-CFF719883A23}">
      <dsp:nvSpPr>
        <dsp:cNvPr id="0" name=""/>
        <dsp:cNvSpPr/>
      </dsp:nvSpPr>
      <dsp:spPr>
        <a:xfrm>
          <a:off x="-211700" y="2653323"/>
          <a:ext cx="6969760" cy="184263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19A5AB9-5146-4CC8-9B3C-F5994CAAC7CB}">
      <dsp:nvSpPr>
        <dsp:cNvPr id="0" name=""/>
        <dsp:cNvSpPr/>
      </dsp:nvSpPr>
      <dsp:spPr>
        <a:xfrm>
          <a:off x="345697" y="3067916"/>
          <a:ext cx="1015432" cy="101344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D4A5A7B-430A-470B-97C9-2884B891E74A}">
      <dsp:nvSpPr>
        <dsp:cNvPr id="0" name=""/>
        <dsp:cNvSpPr/>
      </dsp:nvSpPr>
      <dsp:spPr>
        <a:xfrm>
          <a:off x="1918526" y="2653323"/>
          <a:ext cx="4835366" cy="18444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5203" tIns="195203" rIns="195203" bIns="195203" numCol="1" spcCol="1270" anchor="ctr" anchorCtr="0">
          <a:noAutofit/>
        </a:bodyPr>
        <a:lstStyle/>
        <a:p>
          <a:pPr marL="0" lvl="0" indent="0" algn="l" defTabSz="889000">
            <a:lnSpc>
              <a:spcPct val="90000"/>
            </a:lnSpc>
            <a:spcBef>
              <a:spcPct val="0"/>
            </a:spcBef>
            <a:spcAft>
              <a:spcPct val="35000"/>
            </a:spcAft>
            <a:buNone/>
          </a:pPr>
          <a:r>
            <a:rPr lang="en-GB" sz="2000" b="1" kern="1200" dirty="0"/>
            <a:t>Duration 1.5 hour</a:t>
          </a:r>
          <a:br>
            <a:rPr lang="en-GB" sz="2000" b="1" kern="1200" dirty="0"/>
          </a:br>
          <a:endParaRPr lang="en-GB" sz="2000" b="1" kern="1200" dirty="0"/>
        </a:p>
        <a:p>
          <a:pPr marL="0" lvl="0" indent="0" algn="l" defTabSz="889000">
            <a:lnSpc>
              <a:spcPct val="90000"/>
            </a:lnSpc>
            <a:spcBef>
              <a:spcPct val="0"/>
            </a:spcBef>
            <a:spcAft>
              <a:spcPct val="35000"/>
            </a:spcAft>
            <a:buNone/>
          </a:pPr>
          <a:r>
            <a:rPr lang="en-GB" sz="1800" b="1" kern="1200" dirty="0"/>
            <a:t>Part 1 	</a:t>
          </a:r>
          <a:r>
            <a:rPr lang="en-GB" sz="1800" b="0" kern="1200" dirty="0"/>
            <a:t>1 hours</a:t>
          </a:r>
          <a:br>
            <a:rPr lang="en-GB" sz="1800" b="0" kern="1200" dirty="0"/>
          </a:br>
          <a:r>
            <a:rPr lang="en-GB" sz="1800" b="1" kern="1200" dirty="0"/>
            <a:t>Part 2</a:t>
          </a:r>
          <a:r>
            <a:rPr lang="en-GB" sz="1800" b="0" kern="1200" dirty="0"/>
            <a:t> 	30 minutes</a:t>
          </a:r>
          <a:endParaRPr lang="en-US" sz="2400" b="0" kern="1200" dirty="0"/>
        </a:p>
      </dsp:txBody>
      <dsp:txXfrm>
        <a:off x="1918526" y="2653323"/>
        <a:ext cx="4835366" cy="1844437"/>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236347" cy="333451"/>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sz="quarter" idx="1"/>
          </p:nvPr>
        </p:nvSpPr>
        <p:spPr>
          <a:xfrm>
            <a:off x="5537144" y="0"/>
            <a:ext cx="4236347" cy="333451"/>
          </a:xfrm>
          <a:prstGeom prst="rect">
            <a:avLst/>
          </a:prstGeom>
        </p:spPr>
        <p:txBody>
          <a:bodyPr vert="horz" lIns="91440" tIns="45720" rIns="91440" bIns="45720" rtlCol="0"/>
          <a:lstStyle>
            <a:lvl1pPr algn="r">
              <a:defRPr sz="1200"/>
            </a:lvl1pPr>
          </a:lstStyle>
          <a:p>
            <a:fld id="{86D088FE-3E68-47FE-8BA4-634CD34BABBC}" type="datetimeFigureOut">
              <a:rPr lang="en-GB" smtClean="0"/>
              <a:t>04/08/2026</a:t>
            </a:fld>
            <a:endParaRPr lang="en-GB"/>
          </a:p>
        </p:txBody>
      </p:sp>
      <p:sp>
        <p:nvSpPr>
          <p:cNvPr id="4" name="Footer Placeholder 3"/>
          <p:cNvSpPr>
            <a:spLocks noGrp="1"/>
          </p:cNvSpPr>
          <p:nvPr>
            <p:ph type="ftr" sz="quarter" idx="2"/>
          </p:nvPr>
        </p:nvSpPr>
        <p:spPr>
          <a:xfrm>
            <a:off x="0" y="6311825"/>
            <a:ext cx="4236347" cy="333450"/>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p:cNvSpPr>
            <a:spLocks noGrp="1"/>
          </p:cNvSpPr>
          <p:nvPr>
            <p:ph type="sldNum" sz="quarter" idx="3"/>
          </p:nvPr>
        </p:nvSpPr>
        <p:spPr>
          <a:xfrm>
            <a:off x="5537144" y="6311825"/>
            <a:ext cx="4236347" cy="333450"/>
          </a:xfrm>
          <a:prstGeom prst="rect">
            <a:avLst/>
          </a:prstGeom>
        </p:spPr>
        <p:txBody>
          <a:bodyPr vert="horz" lIns="91440" tIns="45720" rIns="91440" bIns="45720" rtlCol="0" anchor="b"/>
          <a:lstStyle>
            <a:lvl1pPr algn="r">
              <a:defRPr sz="1200"/>
            </a:lvl1pPr>
          </a:lstStyle>
          <a:p>
            <a:fld id="{29B31C5D-0DE0-4486-9782-41885BE58160}" type="slidenum">
              <a:rPr lang="en-GB" smtClean="0"/>
              <a:t>‹#›</a:t>
            </a:fld>
            <a:endParaRPr lang="en-GB"/>
          </a:p>
        </p:txBody>
      </p:sp>
    </p:spTree>
    <p:extLst>
      <p:ext uri="{BB962C8B-B14F-4D97-AF65-F5344CB8AC3E}">
        <p14:creationId xmlns:p14="http://schemas.microsoft.com/office/powerpoint/2010/main" val="299308254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4236191" cy="33341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5537372" y="0"/>
            <a:ext cx="4236191" cy="333418"/>
          </a:xfrm>
          <a:prstGeom prst="rect">
            <a:avLst/>
          </a:prstGeom>
        </p:spPr>
        <p:txBody>
          <a:bodyPr vert="horz" lIns="91440" tIns="45720" rIns="91440" bIns="45720" rtlCol="0"/>
          <a:lstStyle>
            <a:lvl1pPr algn="r">
              <a:defRPr sz="1200"/>
            </a:lvl1pPr>
          </a:lstStyle>
          <a:p>
            <a:fld id="{1D6B66C6-1E92-0F4E-A300-9D4ED1F0C23F}" type="datetimeFigureOut">
              <a:rPr lang="en-GB" smtClean="0"/>
              <a:t>04/08/2026</a:t>
            </a:fld>
            <a:endParaRPr lang="en-GB"/>
          </a:p>
        </p:txBody>
      </p:sp>
      <p:sp>
        <p:nvSpPr>
          <p:cNvPr id="4" name="Slide Image Placeholder 3"/>
          <p:cNvSpPr>
            <a:spLocks noGrp="1" noRot="1" noChangeAspect="1"/>
          </p:cNvSpPr>
          <p:nvPr>
            <p:ph type="sldImg" idx="2"/>
          </p:nvPr>
        </p:nvSpPr>
        <p:spPr>
          <a:xfrm>
            <a:off x="2894013" y="830263"/>
            <a:ext cx="3987800" cy="2243137"/>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977583" y="3198039"/>
            <a:ext cx="7820660" cy="261657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1" y="6311859"/>
            <a:ext cx="4236191" cy="33341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5537372" y="6311859"/>
            <a:ext cx="4236191" cy="333417"/>
          </a:xfrm>
          <a:prstGeom prst="rect">
            <a:avLst/>
          </a:prstGeom>
        </p:spPr>
        <p:txBody>
          <a:bodyPr vert="horz" lIns="91440" tIns="45720" rIns="91440" bIns="45720" rtlCol="0" anchor="b"/>
          <a:lstStyle>
            <a:lvl1pPr algn="r">
              <a:defRPr sz="1200"/>
            </a:lvl1pPr>
          </a:lstStyle>
          <a:p>
            <a:fld id="{548901C6-1DA1-FB44-ABEE-06A0FEB7738E}" type="slidenum">
              <a:rPr lang="en-GB" smtClean="0"/>
              <a:t>‹#›</a:t>
            </a:fld>
            <a:endParaRPr lang="en-GB"/>
          </a:p>
        </p:txBody>
      </p:sp>
    </p:spTree>
    <p:extLst>
      <p:ext uri="{BB962C8B-B14F-4D97-AF65-F5344CB8AC3E}">
        <p14:creationId xmlns:p14="http://schemas.microsoft.com/office/powerpoint/2010/main" val="12276747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5BE1F5F-BEC2-48D5-A890-C07C79853E26}" type="slidenum">
              <a:rPr lang="en-GB" smtClean="0"/>
              <a:t>1</a:t>
            </a:fld>
            <a:endParaRPr lang="en-GB"/>
          </a:p>
        </p:txBody>
      </p:sp>
    </p:spTree>
    <p:extLst>
      <p:ext uri="{BB962C8B-B14F-4D97-AF65-F5344CB8AC3E}">
        <p14:creationId xmlns:p14="http://schemas.microsoft.com/office/powerpoint/2010/main" val="25469319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spect="1" noChangeArrowheads="1" noTextEdit="1"/>
          </p:cNvSpPr>
          <p:nvPr>
            <p:ph type="sldImg"/>
          </p:nvPr>
        </p:nvSpPr>
        <p:spPr>
          <a:ln/>
        </p:spPr>
      </p:sp>
      <p:sp>
        <p:nvSpPr>
          <p:cNvPr id="8195"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30248245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548901C6-1DA1-FB44-ABEE-06A0FEB7738E}" type="slidenum">
              <a:rPr lang="en-GB" smtClean="0"/>
              <a:pPr/>
              <a:t>3</a:t>
            </a:fld>
            <a:endParaRPr lang="en-GB"/>
          </a:p>
        </p:txBody>
      </p:sp>
    </p:spTree>
    <p:extLst>
      <p:ext uri="{BB962C8B-B14F-4D97-AF65-F5344CB8AC3E}">
        <p14:creationId xmlns:p14="http://schemas.microsoft.com/office/powerpoint/2010/main" val="5264803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548901C6-1DA1-FB44-ABEE-06A0FEB7738E}" type="slidenum">
              <a:rPr lang="en-GB" smtClean="0"/>
              <a:pPr/>
              <a:t>4</a:t>
            </a:fld>
            <a:endParaRPr lang="en-GB"/>
          </a:p>
        </p:txBody>
      </p:sp>
    </p:spTree>
    <p:extLst>
      <p:ext uri="{BB962C8B-B14F-4D97-AF65-F5344CB8AC3E}">
        <p14:creationId xmlns:p14="http://schemas.microsoft.com/office/powerpoint/2010/main" val="1615246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GB" dirty="0"/>
              <a:t>Every project so far when you have had a class called</a:t>
            </a:r>
            <a:r>
              <a:rPr lang="en-GB" baseline="0" dirty="0"/>
              <a:t> Program you have been ‘defining a data type’. But not a data type you have been planning on using in code. You have never even thought of typing </a:t>
            </a:r>
          </a:p>
          <a:p>
            <a:r>
              <a:rPr lang="en-GB" baseline="0" dirty="0"/>
              <a:t>Program p = new Program();</a:t>
            </a:r>
          </a:p>
          <a:p>
            <a:r>
              <a:rPr lang="en-GB" baseline="0" dirty="0"/>
              <a:t>Mainly because p&lt;dot&gt; would not show anything interesting.</a:t>
            </a:r>
          </a:p>
          <a:p>
            <a:r>
              <a:rPr lang="en-GB" baseline="0" dirty="0"/>
              <a:t>We have been using Program as a ‘home’ to place some code that will run without us ‘calling it’ as we have this promise that Ctrl-F11 causes the ‘main’ method to run. ‘main’ is a method of class Program and by its very nature is static as the runtime is just looking to call </a:t>
            </a:r>
            <a:r>
              <a:rPr lang="en-GB" baseline="0" dirty="0" err="1"/>
              <a:t>Program.main</a:t>
            </a:r>
            <a:r>
              <a:rPr lang="en-GB" baseline="0" dirty="0"/>
              <a:t>(). ‘main’ then just calls other static routines as you have done many times in the previous labs. As far as data is concerned we have never needed multiple copies and when we have we have used a local array. But now we want multiple people each with their own name, multiple cars with their own speed. We need to write applications where all the code is not in one (Program) class.</a:t>
            </a:r>
            <a:br>
              <a:rPr lang="en-GB" baseline="0" dirty="0"/>
            </a:br>
            <a:endParaRPr lang="en-GB" baseline="0" dirty="0"/>
          </a:p>
          <a:p>
            <a:endParaRPr lang="en-GB" baseline="0" dirty="0"/>
          </a:p>
          <a:p>
            <a:r>
              <a:rPr lang="en-GB" baseline="0" dirty="0"/>
              <a:t> </a:t>
            </a:r>
            <a:endParaRPr lang="en-GB" dirty="0"/>
          </a:p>
        </p:txBody>
      </p:sp>
    </p:spTree>
    <p:extLst>
      <p:ext uri="{BB962C8B-B14F-4D97-AF65-F5344CB8AC3E}">
        <p14:creationId xmlns:p14="http://schemas.microsoft.com/office/powerpoint/2010/main" val="12373529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Rot="1" noChangeAspect="1" noChangeArrowheads="1" noTextEdit="1"/>
          </p:cNvSpPr>
          <p:nvPr>
            <p:ph type="sldImg"/>
          </p:nvPr>
        </p:nvSpPr>
        <p:spPr>
          <a:ln/>
        </p:spPr>
      </p:sp>
      <p:sp>
        <p:nvSpPr>
          <p:cNvPr id="38915" name="Rectangle 3"/>
          <p:cNvSpPr>
            <a:spLocks noGrp="1" noChangeArrowheads="1"/>
          </p:cNvSpPr>
          <p:nvPr>
            <p:ph type="body" idx="1"/>
          </p:nvPr>
        </p:nvSpPr>
        <p:spPr>
          <a:noFill/>
          <a:ln/>
        </p:spPr>
        <p:txBody>
          <a:bodyPr/>
          <a:lstStyle/>
          <a:p>
            <a:r>
              <a:rPr lang="en-GB" dirty="0"/>
              <a:t>The accelerate method is an instance method of the Car class. This code will therefore be executed whenever the method is invoked on any Car object. Consider the following code, which creates two car objects and then gets them accelerating:</a:t>
            </a:r>
          </a:p>
          <a:p>
            <a:r>
              <a:rPr lang="en-GB" dirty="0"/>
              <a:t>	Car c = new Car();	</a:t>
            </a:r>
            <a:br>
              <a:rPr lang="en-GB" dirty="0"/>
            </a:br>
            <a:r>
              <a:rPr lang="en-GB" dirty="0"/>
              <a:t>	Car d = new Car();	</a:t>
            </a:r>
            <a:br>
              <a:rPr lang="en-GB" dirty="0"/>
            </a:br>
            <a:r>
              <a:rPr lang="en-GB" dirty="0"/>
              <a:t>	</a:t>
            </a:r>
            <a:r>
              <a:rPr lang="en-GB" dirty="0" err="1"/>
              <a:t>c.accelerate</a:t>
            </a:r>
            <a:r>
              <a:rPr lang="en-GB" dirty="0"/>
              <a:t>( 10 );	</a:t>
            </a:r>
            <a:br>
              <a:rPr lang="en-GB" dirty="0"/>
            </a:br>
            <a:r>
              <a:rPr lang="en-GB" dirty="0"/>
              <a:t>	</a:t>
            </a:r>
            <a:r>
              <a:rPr lang="en-GB" dirty="0" err="1"/>
              <a:t>d.accelerate</a:t>
            </a:r>
            <a:r>
              <a:rPr lang="en-GB" dirty="0"/>
              <a:t>( 20 );</a:t>
            </a:r>
          </a:p>
          <a:p>
            <a:br>
              <a:rPr lang="en-GB" dirty="0"/>
            </a:br>
            <a:r>
              <a:rPr lang="en-GB" dirty="0"/>
              <a:t>Note the two calls to accelerate. Now, how does the code in the Car class know which of the two Car objects should have its speed adjusted? The answer to this is that the method receives a hidden parameter, called this, which refers to the object that the method was invoked against. </a:t>
            </a:r>
          </a:p>
          <a:p>
            <a:r>
              <a:rPr lang="en-GB" dirty="0"/>
              <a:t>In the case of the call </a:t>
            </a:r>
            <a:r>
              <a:rPr lang="en-GB" dirty="0" err="1"/>
              <a:t>c.accelerate</a:t>
            </a:r>
            <a:r>
              <a:rPr lang="en-GB" dirty="0"/>
              <a:t>(10), this will equal c; for </a:t>
            </a:r>
            <a:r>
              <a:rPr lang="en-GB" dirty="0" err="1"/>
              <a:t>d.accelerate</a:t>
            </a:r>
            <a:r>
              <a:rPr lang="en-GB" dirty="0"/>
              <a:t>(20), this will equal d.</a:t>
            </a:r>
          </a:p>
          <a:p>
            <a:r>
              <a:rPr lang="en-GB" dirty="0"/>
              <a:t>You rarely need to explicitly use the this reference, as the compiler will silently insert it as needed. It is, however, very useful in a couple of situations:</a:t>
            </a:r>
          </a:p>
          <a:p>
            <a:pPr marL="171450" indent="-171450">
              <a:buFont typeface="Wingdings" panose="05000000000000000000" pitchFamily="2" charset="2"/>
              <a:buChar char="§"/>
            </a:pPr>
            <a:r>
              <a:rPr lang="en-GB" dirty="0"/>
              <a:t>You need to pass a reference to the current object to a method</a:t>
            </a:r>
          </a:p>
          <a:p>
            <a:pPr marL="171450" indent="-171450">
              <a:buFont typeface="Wingdings" panose="05000000000000000000" pitchFamily="2" charset="2"/>
              <a:buChar char="§"/>
            </a:pPr>
            <a:r>
              <a:rPr lang="en-GB" dirty="0"/>
              <a:t>A parameter name needs to be disambiguated from a field name</a:t>
            </a:r>
          </a:p>
        </p:txBody>
      </p:sp>
    </p:spTree>
    <p:extLst>
      <p:ext uri="{BB962C8B-B14F-4D97-AF65-F5344CB8AC3E}">
        <p14:creationId xmlns:p14="http://schemas.microsoft.com/office/powerpoint/2010/main" val="331010497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Above is a simple example of the</a:t>
            </a:r>
            <a:r>
              <a:rPr lang="en-GB" baseline="0" dirty="0"/>
              <a:t> Factory class. The Bank class is designed as a factory for Account instances.</a:t>
            </a:r>
          </a:p>
          <a:p>
            <a:r>
              <a:rPr lang="en-GB" baseline="0" dirty="0"/>
              <a:t>The constructor of the Account is internal. Therefore, an Account may only be instantiated inside the class library but not from the client applications using the class library.</a:t>
            </a:r>
          </a:p>
          <a:p>
            <a:r>
              <a:rPr lang="en-GB" baseline="0" dirty="0"/>
              <a:t>The only way a client application (using the class library) can get a new Account instance is by calling the static Bank method, </a:t>
            </a:r>
            <a:r>
              <a:rPr lang="en-GB" baseline="0" dirty="0" err="1"/>
              <a:t>CreateAccount</a:t>
            </a:r>
            <a:r>
              <a:rPr lang="en-GB" baseline="0" dirty="0"/>
              <a:t>.  </a:t>
            </a:r>
          </a:p>
          <a:p>
            <a:r>
              <a:rPr lang="en-GB" baseline="0" dirty="0"/>
              <a:t>Factory classes can be useful in situations when you want a central factory to watch over the instance creation. </a:t>
            </a:r>
          </a:p>
          <a:p>
            <a:r>
              <a:rPr lang="en-GB" b="1" baseline="0" dirty="0"/>
              <a:t>For example </a:t>
            </a:r>
            <a:r>
              <a:rPr lang="en-GB" baseline="0" dirty="0"/>
              <a:t>to detect the credentials of the uses,  assign automatic ID's, restrict creation of instances, create a pool of objects ready for deployment or access databases to set the properties of the instance being created and many more uses. </a:t>
            </a:r>
            <a:endParaRPr lang="en-GB" dirty="0"/>
          </a:p>
          <a:p>
            <a:endParaRPr lang="en-IN" dirty="0"/>
          </a:p>
        </p:txBody>
      </p:sp>
      <p:sp>
        <p:nvSpPr>
          <p:cNvPr id="4" name="Slide Number Placeholder 3"/>
          <p:cNvSpPr>
            <a:spLocks noGrp="1"/>
          </p:cNvSpPr>
          <p:nvPr>
            <p:ph type="sldNum" sz="quarter" idx="10"/>
          </p:nvPr>
        </p:nvSpPr>
        <p:spPr/>
        <p:txBody>
          <a:bodyPr/>
          <a:lstStyle/>
          <a:p>
            <a:fld id="{548901C6-1DA1-FB44-ABEE-06A0FEB7738E}" type="slidenum">
              <a:rPr lang="en-GB" smtClean="0"/>
              <a:pPr/>
              <a:t>7</a:t>
            </a:fld>
            <a:endParaRPr lang="en-GB"/>
          </a:p>
        </p:txBody>
      </p:sp>
    </p:spTree>
    <p:extLst>
      <p:ext uri="{BB962C8B-B14F-4D97-AF65-F5344CB8AC3E}">
        <p14:creationId xmlns:p14="http://schemas.microsoft.com/office/powerpoint/2010/main" val="8048153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Rot="1" noChangeAspect="1" noChangeArrowheads="1" noTextEdit="1"/>
          </p:cNvSpPr>
          <p:nvPr>
            <p:ph type="sldImg"/>
          </p:nvPr>
        </p:nvSpPr>
        <p:spPr>
          <a:ln/>
        </p:spPr>
      </p:sp>
      <p:sp>
        <p:nvSpPr>
          <p:cNvPr id="30723" name="Rectangle 3"/>
          <p:cNvSpPr>
            <a:spLocks noGrp="1" noChangeArrowheads="1"/>
          </p:cNvSpPr>
          <p:nvPr>
            <p:ph type="body" idx="1"/>
          </p:nvPr>
        </p:nvSpPr>
        <p:spPr>
          <a:noFill/>
          <a:ln/>
        </p:spPr>
        <p:txBody>
          <a:bodyPr/>
          <a:lstStyle/>
          <a:p>
            <a:r>
              <a:rPr lang="en-GB" dirty="0"/>
              <a:t>An important thing to note about static members is that they cannot access instance members unless they acquire a reference to an object. You will doubtless remember from before that instance methods get a special parameter, ‘this’, that they use to identify the object that the code is currently operating against.</a:t>
            </a:r>
          </a:p>
          <a:p>
            <a:r>
              <a:rPr lang="en-GB" dirty="0"/>
              <a:t>Static members don't receive a ‘this’ reference because they aren't working on an object.</a:t>
            </a:r>
          </a:p>
          <a:p>
            <a:r>
              <a:rPr lang="en-GB" dirty="0"/>
              <a:t>However, they can access instance members if they are passed a reference to an object (or create an object for themselves, as shown in the example above).</a:t>
            </a:r>
          </a:p>
        </p:txBody>
      </p:sp>
      <p:sp>
        <p:nvSpPr>
          <p:cNvPr id="2" name="Slide Number Placeholder 1"/>
          <p:cNvSpPr>
            <a:spLocks noGrp="1"/>
          </p:cNvSpPr>
          <p:nvPr>
            <p:ph type="sldNum" sz="quarter" idx="10"/>
          </p:nvPr>
        </p:nvSpPr>
        <p:spPr/>
        <p:txBody>
          <a:bodyPr/>
          <a:lstStyle/>
          <a:p>
            <a:fld id="{548901C6-1DA1-FB44-ABEE-06A0FEB7738E}" type="slidenum">
              <a:rPr lang="en-GB" smtClean="0"/>
              <a:pPr/>
              <a:t>8</a:t>
            </a:fld>
            <a:endParaRPr lang="en-GB"/>
          </a:p>
        </p:txBody>
      </p:sp>
    </p:spTree>
    <p:extLst>
      <p:ext uri="{BB962C8B-B14F-4D97-AF65-F5344CB8AC3E}">
        <p14:creationId xmlns:p14="http://schemas.microsoft.com/office/powerpoint/2010/main" val="39751757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Rot="1" noChangeAspect="1" noChangeArrowheads="1" noTextEdit="1"/>
          </p:cNvSpPr>
          <p:nvPr>
            <p:ph type="sldImg"/>
          </p:nvPr>
        </p:nvSpPr>
        <p:spPr>
          <a:ln/>
        </p:spPr>
      </p:sp>
      <p:sp>
        <p:nvSpPr>
          <p:cNvPr id="31747" name="Rectangle 3"/>
          <p:cNvSpPr>
            <a:spLocks noGrp="1" noChangeArrowheads="1"/>
          </p:cNvSpPr>
          <p:nvPr>
            <p:ph type="body" idx="1"/>
          </p:nvPr>
        </p:nvSpPr>
        <p:spPr>
          <a:noFill/>
          <a:ln/>
        </p:spPr>
        <p:txBody>
          <a:bodyPr/>
          <a:lstStyle/>
          <a:p>
            <a:r>
              <a:rPr lang="en-GB" dirty="0"/>
              <a:t>In the same way that objects often require initialisation, the class itself might require initialisation so that it can set values for the static fields. You can, of course, provide initialisation statements at the point of declaration for a static field.</a:t>
            </a:r>
          </a:p>
          <a:p>
            <a:r>
              <a:rPr lang="en-GB" dirty="0"/>
              <a:t>However, flexibility is available by coding a static </a:t>
            </a:r>
            <a:r>
              <a:rPr lang="en-GB" dirty="0" err="1"/>
              <a:t>initialiser</a:t>
            </a:r>
            <a:r>
              <a:rPr lang="en-GB" dirty="0"/>
              <a:t>. This is invoked by the JVM once, before any access is made to the type at all. Therefore, you can guarantee that no methods or properties have been called, and no objects created, when the static </a:t>
            </a:r>
            <a:r>
              <a:rPr lang="en-GB" dirty="0" err="1"/>
              <a:t>initialiser</a:t>
            </a:r>
            <a:r>
              <a:rPr lang="en-GB" dirty="0"/>
              <a:t>(s) are invoked. However, any static fields that are initialised at the point of declaration will be in their initialised state.</a:t>
            </a:r>
          </a:p>
          <a:p>
            <a:r>
              <a:rPr lang="en-GB" dirty="0"/>
              <a:t>An important thing to note is that they can take no parameters (the JVM wouldn't know what to pass in!), nor can it have an access modifier (only the JVM can invoke it, anyway).</a:t>
            </a:r>
          </a:p>
        </p:txBody>
      </p:sp>
      <p:sp>
        <p:nvSpPr>
          <p:cNvPr id="2" name="Slide Number Placeholder 1"/>
          <p:cNvSpPr>
            <a:spLocks noGrp="1"/>
          </p:cNvSpPr>
          <p:nvPr>
            <p:ph type="sldNum" sz="quarter" idx="10"/>
          </p:nvPr>
        </p:nvSpPr>
        <p:spPr/>
        <p:txBody>
          <a:bodyPr/>
          <a:lstStyle/>
          <a:p>
            <a:fld id="{548901C6-1DA1-FB44-ABEE-06A0FEB7738E}" type="slidenum">
              <a:rPr lang="en-GB" smtClean="0"/>
              <a:pPr/>
              <a:t>9</a:t>
            </a:fld>
            <a:endParaRPr lang="en-GB"/>
          </a:p>
        </p:txBody>
      </p:sp>
    </p:spTree>
    <p:extLst>
      <p:ext uri="{BB962C8B-B14F-4D97-AF65-F5344CB8AC3E}">
        <p14:creationId xmlns:p14="http://schemas.microsoft.com/office/powerpoint/2010/main" val="27003071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Rot="1" noChangeAspect="1" noChangeArrowheads="1" noTextEdit="1"/>
          </p:cNvSpPr>
          <p:nvPr>
            <p:ph type="sldImg"/>
          </p:nvPr>
        </p:nvSpPr>
        <p:spPr>
          <a:ln/>
        </p:spPr>
      </p:sp>
      <p:sp>
        <p:nvSpPr>
          <p:cNvPr id="32771" name="Rectangle 3"/>
          <p:cNvSpPr>
            <a:spLocks noGrp="1" noChangeArrowheads="1"/>
          </p:cNvSpPr>
          <p:nvPr>
            <p:ph type="body" idx="1"/>
          </p:nvPr>
        </p:nvSpPr>
        <p:spPr>
          <a:noFill/>
          <a:ln/>
        </p:spPr>
        <p:txBody>
          <a:bodyPr/>
          <a:lstStyle/>
          <a:p>
            <a:endParaRPr lang="en-GB" dirty="0"/>
          </a:p>
        </p:txBody>
      </p:sp>
      <p:sp>
        <p:nvSpPr>
          <p:cNvPr id="2" name="Slide Number Placeholder 1"/>
          <p:cNvSpPr>
            <a:spLocks noGrp="1"/>
          </p:cNvSpPr>
          <p:nvPr>
            <p:ph type="sldNum" sz="quarter" idx="10"/>
          </p:nvPr>
        </p:nvSpPr>
        <p:spPr/>
        <p:txBody>
          <a:bodyPr/>
          <a:lstStyle/>
          <a:p>
            <a:fld id="{548901C6-1DA1-FB44-ABEE-06A0FEB7738E}" type="slidenum">
              <a:rPr lang="en-GB" smtClean="0"/>
              <a:pPr/>
              <a:t>10</a:t>
            </a:fld>
            <a:endParaRPr lang="en-GB"/>
          </a:p>
        </p:txBody>
      </p:sp>
    </p:spTree>
    <p:extLst>
      <p:ext uri="{BB962C8B-B14F-4D97-AF65-F5344CB8AC3E}">
        <p14:creationId xmlns:p14="http://schemas.microsoft.com/office/powerpoint/2010/main" val="134523778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Rot="1" noChangeAspect="1" noChangeArrowheads="1" noTextEdit="1"/>
          </p:cNvSpPr>
          <p:nvPr>
            <p:ph type="sldImg"/>
          </p:nvPr>
        </p:nvSpPr>
        <p:spPr>
          <a:ln/>
        </p:spPr>
      </p:sp>
      <p:sp>
        <p:nvSpPr>
          <p:cNvPr id="32771" name="Rectangle 3"/>
          <p:cNvSpPr>
            <a:spLocks noGrp="1" noChangeArrowheads="1"/>
          </p:cNvSpPr>
          <p:nvPr>
            <p:ph type="body" idx="1"/>
          </p:nvPr>
        </p:nvSpPr>
        <p:spPr>
          <a:noFill/>
          <a:ln/>
        </p:spPr>
        <p:txBody>
          <a:bodyPr/>
          <a:lstStyle/>
          <a:p>
            <a:endParaRPr lang="en-GB" dirty="0"/>
          </a:p>
        </p:txBody>
      </p:sp>
      <p:sp>
        <p:nvSpPr>
          <p:cNvPr id="2" name="Slide Number Placeholder 1"/>
          <p:cNvSpPr>
            <a:spLocks noGrp="1"/>
          </p:cNvSpPr>
          <p:nvPr>
            <p:ph type="sldNum" sz="quarter" idx="10"/>
          </p:nvPr>
        </p:nvSpPr>
        <p:spPr/>
        <p:txBody>
          <a:bodyPr/>
          <a:lstStyle/>
          <a:p>
            <a:fld id="{548901C6-1DA1-FB44-ABEE-06A0FEB7738E}" type="slidenum">
              <a:rPr lang="en-GB" smtClean="0"/>
              <a:pPr/>
              <a:t>11</a:t>
            </a:fld>
            <a:endParaRPr lang="en-GB"/>
          </a:p>
        </p:txBody>
      </p:sp>
    </p:spTree>
    <p:extLst>
      <p:ext uri="{BB962C8B-B14F-4D97-AF65-F5344CB8AC3E}">
        <p14:creationId xmlns:p14="http://schemas.microsoft.com/office/powerpoint/2010/main" val="135083003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Rot="1" noChangeAspect="1" noChangeArrowheads="1" noTextEdit="1"/>
          </p:cNvSpPr>
          <p:nvPr>
            <p:ph type="sldImg"/>
          </p:nvPr>
        </p:nvSpPr>
        <p:spPr>
          <a:ln/>
        </p:spPr>
      </p:sp>
      <p:sp>
        <p:nvSpPr>
          <p:cNvPr id="32771" name="Rectangle 3"/>
          <p:cNvSpPr>
            <a:spLocks noGrp="1" noChangeArrowheads="1"/>
          </p:cNvSpPr>
          <p:nvPr>
            <p:ph type="body" idx="1"/>
          </p:nvPr>
        </p:nvSpPr>
        <p:spPr>
          <a:noFill/>
          <a:ln/>
        </p:spPr>
        <p:txBody>
          <a:bodyPr/>
          <a:lstStyle/>
          <a:p>
            <a:endParaRPr lang="en-GB" dirty="0"/>
          </a:p>
        </p:txBody>
      </p:sp>
      <p:sp>
        <p:nvSpPr>
          <p:cNvPr id="2" name="Slide Number Placeholder 1"/>
          <p:cNvSpPr>
            <a:spLocks noGrp="1"/>
          </p:cNvSpPr>
          <p:nvPr>
            <p:ph type="sldNum" sz="quarter" idx="10"/>
          </p:nvPr>
        </p:nvSpPr>
        <p:spPr/>
        <p:txBody>
          <a:bodyPr/>
          <a:lstStyle/>
          <a:p>
            <a:fld id="{548901C6-1DA1-FB44-ABEE-06A0FEB7738E}" type="slidenum">
              <a:rPr lang="en-GB" smtClean="0"/>
              <a:pPr/>
              <a:t>12</a:t>
            </a:fld>
            <a:endParaRPr lang="en-GB"/>
          </a:p>
        </p:txBody>
      </p:sp>
    </p:spTree>
    <p:extLst>
      <p:ext uri="{BB962C8B-B14F-4D97-AF65-F5344CB8AC3E}">
        <p14:creationId xmlns:p14="http://schemas.microsoft.com/office/powerpoint/2010/main" val="225187926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p:spPr>
        <p:txBody>
          <a:bodyPr/>
          <a:lstStyle/>
          <a:p>
            <a:r>
              <a:rPr lang="en-GB" dirty="0"/>
              <a:t>Types can have both instance and static members. Instance members require an object to operate against (remember the hidden this parameter); static members work for the type.</a:t>
            </a:r>
          </a:p>
        </p:txBody>
      </p:sp>
      <p:sp>
        <p:nvSpPr>
          <p:cNvPr id="2" name="Slide Number Placeholder 1"/>
          <p:cNvSpPr>
            <a:spLocks noGrp="1"/>
          </p:cNvSpPr>
          <p:nvPr>
            <p:ph type="sldNum" sz="quarter" idx="10"/>
          </p:nvPr>
        </p:nvSpPr>
        <p:spPr/>
        <p:txBody>
          <a:bodyPr/>
          <a:lstStyle/>
          <a:p>
            <a:fld id="{548901C6-1DA1-FB44-ABEE-06A0FEB7738E}" type="slidenum">
              <a:rPr lang="en-GB" smtClean="0"/>
              <a:pPr/>
              <a:t>13</a:t>
            </a:fld>
            <a:endParaRPr lang="en-GB"/>
          </a:p>
        </p:txBody>
      </p:sp>
    </p:spTree>
    <p:extLst>
      <p:ext uri="{BB962C8B-B14F-4D97-AF65-F5344CB8AC3E}">
        <p14:creationId xmlns:p14="http://schemas.microsoft.com/office/powerpoint/2010/main" val="68149603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Rot="1" noChangeAspect="1" noChangeArrowheads="1" noTextEdit="1"/>
          </p:cNvSpPr>
          <p:nvPr>
            <p:ph type="sldImg"/>
          </p:nvPr>
        </p:nvSpPr>
        <p:spPr>
          <a:ln/>
        </p:spPr>
      </p:sp>
      <p:sp>
        <p:nvSpPr>
          <p:cNvPr id="29699" name="Rectangle 3"/>
          <p:cNvSpPr>
            <a:spLocks noGrp="1" noChangeArrowheads="1"/>
          </p:cNvSpPr>
          <p:nvPr>
            <p:ph type="body" idx="1"/>
          </p:nvPr>
        </p:nvSpPr>
        <p:spPr>
          <a:noFill/>
          <a:ln/>
        </p:spPr>
        <p:txBody>
          <a:bodyPr/>
          <a:lstStyle/>
          <a:p>
            <a:endParaRPr lang="en-US"/>
          </a:p>
        </p:txBody>
      </p:sp>
      <p:sp>
        <p:nvSpPr>
          <p:cNvPr id="2" name="Slide Number Placeholder 1"/>
          <p:cNvSpPr>
            <a:spLocks noGrp="1"/>
          </p:cNvSpPr>
          <p:nvPr>
            <p:ph type="sldNum" sz="quarter" idx="10"/>
          </p:nvPr>
        </p:nvSpPr>
        <p:spPr/>
        <p:txBody>
          <a:bodyPr/>
          <a:lstStyle/>
          <a:p>
            <a:fld id="{548901C6-1DA1-FB44-ABEE-06A0FEB7738E}" type="slidenum">
              <a:rPr lang="en-GB" smtClean="0"/>
              <a:pPr/>
              <a:t>14</a:t>
            </a:fld>
            <a:endParaRPr lang="en-GB"/>
          </a:p>
        </p:txBody>
      </p:sp>
    </p:spTree>
    <p:extLst>
      <p:ext uri="{BB962C8B-B14F-4D97-AF65-F5344CB8AC3E}">
        <p14:creationId xmlns:p14="http://schemas.microsoft.com/office/powerpoint/2010/main" val="240130568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7.emf"/></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Q&amp;A/what's next">
    <p:bg>
      <p:bgPr>
        <a:solidFill>
          <a:srgbClr val="EDCD3C"/>
        </a:solidFill>
        <a:effectLst/>
      </p:bgPr>
    </p:bg>
    <p:spTree>
      <p:nvGrpSpPr>
        <p:cNvPr id="1" name=""/>
        <p:cNvGrpSpPr/>
        <p:nvPr/>
      </p:nvGrpSpPr>
      <p:grpSpPr>
        <a:xfrm>
          <a:off x="0" y="0"/>
          <a:ext cx="0" cy="0"/>
          <a:chOff x="0" y="0"/>
          <a:chExt cx="0" cy="0"/>
        </a:xfrm>
      </p:grpSpPr>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80900" y="302477"/>
            <a:ext cx="2643023" cy="1610367"/>
          </a:xfrm>
          <a:prstGeom prst="rect">
            <a:avLst/>
          </a:prstGeom>
        </p:spPr>
      </p:pic>
      <p:sp>
        <p:nvSpPr>
          <p:cNvPr id="7" name="Text Placeholder 6"/>
          <p:cNvSpPr>
            <a:spLocks noGrp="1"/>
          </p:cNvSpPr>
          <p:nvPr>
            <p:ph type="body" sz="quarter" idx="12" hasCustomPrompt="1"/>
          </p:nvPr>
        </p:nvSpPr>
        <p:spPr>
          <a:xfrm>
            <a:off x="385300" y="5306004"/>
            <a:ext cx="3534471"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sz="1600" b="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grpSp>
        <p:nvGrpSpPr>
          <p:cNvPr id="9" name="Group 8"/>
          <p:cNvGrpSpPr/>
          <p:nvPr userDrawn="1"/>
        </p:nvGrpSpPr>
        <p:grpSpPr>
          <a:xfrm>
            <a:off x="0" y="3516594"/>
            <a:ext cx="6358189" cy="2396903"/>
            <a:chOff x="999763" y="4580698"/>
            <a:chExt cx="3632716" cy="1370734"/>
          </a:xfrm>
          <a:solidFill>
            <a:srgbClr val="004050"/>
          </a:solidFill>
        </p:grpSpPr>
        <p:sp>
          <p:nvSpPr>
            <p:cNvPr id="10" name="Rectangle 9"/>
            <p:cNvSpPr/>
            <p:nvPr userDrawn="1"/>
          </p:nvSpPr>
          <p:spPr>
            <a:xfrm>
              <a:off x="999763" y="5031740"/>
              <a:ext cx="1554386"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p:cNvSpPr/>
            <p:nvPr userDrawn="1"/>
          </p:nvSpPr>
          <p:spPr>
            <a:xfrm>
              <a:off x="999763" y="5373431"/>
              <a:ext cx="1554387"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2" name="Group 11">
              <a:extLst>
                <a:ext uri="{FF2B5EF4-FFF2-40B4-BE49-F238E27FC236}">
                  <a16:creationId xmlns:a16="http://schemas.microsoft.com/office/drawing/2014/main" id="{51C13B23-0164-1C4E-9E7A-3F1ECA7824F7}"/>
                </a:ext>
              </a:extLst>
            </p:cNvPr>
            <p:cNvGrpSpPr/>
            <p:nvPr userDrawn="1"/>
          </p:nvGrpSpPr>
          <p:grpSpPr>
            <a:xfrm>
              <a:off x="2227580" y="4580698"/>
              <a:ext cx="2404899" cy="1370734"/>
              <a:chOff x="7799133" y="1870745"/>
              <a:chExt cx="1010349" cy="584292"/>
            </a:xfrm>
            <a:grpFill/>
          </p:grpSpPr>
          <p:sp>
            <p:nvSpPr>
              <p:cNvPr id="13" name="Freeform 12">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a:p>
            </p:txBody>
          </p:sp>
          <p:sp>
            <p:nvSpPr>
              <p:cNvPr id="14" name="Freeform 13">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a:p>
            </p:txBody>
          </p:sp>
          <p:sp>
            <p:nvSpPr>
              <p:cNvPr id="15" name="Freeform 14">
                <a:extLst>
                  <a:ext uri="{FF2B5EF4-FFF2-40B4-BE49-F238E27FC236}">
                    <a16:creationId xmlns:a16="http://schemas.microsoft.com/office/drawing/2014/main" id="{17BA7C41-EA1C-2F4D-90C7-EC472AB85B8A}"/>
                  </a:ext>
                </a:extLst>
              </p:cNvPr>
              <p:cNvSpPr/>
              <p:nvPr userDrawn="1"/>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grpSp>
      </p:grpSp>
      <p:sp>
        <p:nvSpPr>
          <p:cNvPr id="16"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1" y="1914129"/>
            <a:ext cx="3592020" cy="2277604"/>
          </a:xfrm>
        </p:spPr>
        <p:txBody>
          <a:bodyPr anchor="b" anchorCtr="0">
            <a:noAutofit/>
          </a:bodyPr>
          <a:lstStyle>
            <a:lvl1pPr algn="l">
              <a:lnSpc>
                <a:spcPct val="100000"/>
              </a:lnSpc>
              <a:defRPr sz="3600"/>
            </a:lvl1pPr>
          </a:lstStyle>
          <a:p>
            <a:r>
              <a:rPr lang="en-US" noProof="0" dirty="0"/>
              <a:t>CLICK TO EDIT TITLE</a:t>
            </a:r>
            <a:endParaRPr lang="en-GB" noProof="0" dirty="0"/>
          </a:p>
        </p:txBody>
      </p:sp>
    </p:spTree>
    <p:extLst>
      <p:ext uri="{BB962C8B-B14F-4D97-AF65-F5344CB8AC3E}">
        <p14:creationId xmlns:p14="http://schemas.microsoft.com/office/powerpoint/2010/main" val="1221280981"/>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_Q&amp;A/what's next">
    <p:bg>
      <p:bgPr>
        <a:solidFill>
          <a:srgbClr val="7E007C"/>
        </a:solidFill>
        <a:effectLst/>
      </p:bgPr>
    </p:bg>
    <p:spTree>
      <p:nvGrpSpPr>
        <p:cNvPr id="1" name=""/>
        <p:cNvGrpSpPr/>
        <p:nvPr/>
      </p:nvGrpSpPr>
      <p:grpSpPr>
        <a:xfrm>
          <a:off x="0" y="0"/>
          <a:ext cx="0" cy="0"/>
          <a:chOff x="0" y="0"/>
          <a:chExt cx="0" cy="0"/>
        </a:xfrm>
      </p:grpSpPr>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100000" contrast="100000"/>
                    </a14:imgEffect>
                  </a14:imgLayer>
                </a14:imgProps>
              </a:ext>
              <a:ext uri="{28A0092B-C50C-407E-A947-70E740481C1C}">
                <a14:useLocalDpi xmlns:a14="http://schemas.microsoft.com/office/drawing/2010/main" val="0"/>
              </a:ext>
            </a:extLst>
          </a:blip>
          <a:stretch>
            <a:fillRect/>
          </a:stretch>
        </p:blipFill>
        <p:spPr>
          <a:xfrm>
            <a:off x="80900" y="302477"/>
            <a:ext cx="2643023" cy="1610367"/>
          </a:xfrm>
          <a:prstGeom prst="rect">
            <a:avLst/>
          </a:prstGeom>
        </p:spPr>
      </p:pic>
      <p:sp>
        <p:nvSpPr>
          <p:cNvPr id="7" name="Text Placeholder 6"/>
          <p:cNvSpPr>
            <a:spLocks noGrp="1"/>
          </p:cNvSpPr>
          <p:nvPr>
            <p:ph type="body" sz="quarter" idx="12" hasCustomPrompt="1"/>
          </p:nvPr>
        </p:nvSpPr>
        <p:spPr>
          <a:xfrm>
            <a:off x="385300" y="5306004"/>
            <a:ext cx="3534471"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sz="1600" b="0">
                <a:solidFill>
                  <a:schemeClr val="bg1"/>
                </a:solidFill>
              </a:defRPr>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grpSp>
        <p:nvGrpSpPr>
          <p:cNvPr id="9" name="Group 8"/>
          <p:cNvGrpSpPr/>
          <p:nvPr userDrawn="1"/>
        </p:nvGrpSpPr>
        <p:grpSpPr>
          <a:xfrm>
            <a:off x="0" y="3516594"/>
            <a:ext cx="6358189" cy="2396903"/>
            <a:chOff x="999763" y="4580698"/>
            <a:chExt cx="3632716" cy="1370734"/>
          </a:xfrm>
          <a:solidFill>
            <a:srgbClr val="FF004C"/>
          </a:solidFill>
        </p:grpSpPr>
        <p:sp>
          <p:nvSpPr>
            <p:cNvPr id="10" name="Rectangle 9"/>
            <p:cNvSpPr/>
            <p:nvPr userDrawn="1"/>
          </p:nvSpPr>
          <p:spPr>
            <a:xfrm>
              <a:off x="999763" y="5031740"/>
              <a:ext cx="1554386"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p:cNvSpPr/>
            <p:nvPr userDrawn="1"/>
          </p:nvSpPr>
          <p:spPr>
            <a:xfrm>
              <a:off x="999763" y="5373431"/>
              <a:ext cx="1554387"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2" name="Group 11">
              <a:extLst>
                <a:ext uri="{FF2B5EF4-FFF2-40B4-BE49-F238E27FC236}">
                  <a16:creationId xmlns:a16="http://schemas.microsoft.com/office/drawing/2014/main" id="{51C13B23-0164-1C4E-9E7A-3F1ECA7824F7}"/>
                </a:ext>
              </a:extLst>
            </p:cNvPr>
            <p:cNvGrpSpPr/>
            <p:nvPr userDrawn="1"/>
          </p:nvGrpSpPr>
          <p:grpSpPr>
            <a:xfrm>
              <a:off x="2227580" y="4580698"/>
              <a:ext cx="2404899" cy="1370734"/>
              <a:chOff x="7799133" y="1870745"/>
              <a:chExt cx="1010349" cy="584292"/>
            </a:xfrm>
            <a:grpFill/>
          </p:grpSpPr>
          <p:sp>
            <p:nvSpPr>
              <p:cNvPr id="13" name="Freeform 12">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a:p>
            </p:txBody>
          </p:sp>
          <p:sp>
            <p:nvSpPr>
              <p:cNvPr id="14" name="Freeform 13">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a:p>
            </p:txBody>
          </p:sp>
          <p:sp>
            <p:nvSpPr>
              <p:cNvPr id="15" name="Freeform 14">
                <a:extLst>
                  <a:ext uri="{FF2B5EF4-FFF2-40B4-BE49-F238E27FC236}">
                    <a16:creationId xmlns:a16="http://schemas.microsoft.com/office/drawing/2014/main" id="{17BA7C41-EA1C-2F4D-90C7-EC472AB85B8A}"/>
                  </a:ext>
                </a:extLst>
              </p:cNvPr>
              <p:cNvSpPr/>
              <p:nvPr userDrawn="1"/>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grpSp>
      </p:grpSp>
      <p:sp>
        <p:nvSpPr>
          <p:cNvPr id="16"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1" y="1914129"/>
            <a:ext cx="3592020" cy="2277604"/>
          </a:xfrm>
        </p:spPr>
        <p:txBody>
          <a:bodyPr anchor="b" anchorCtr="0">
            <a:noAutofit/>
          </a:bodyPr>
          <a:lstStyle>
            <a:lvl1pPr algn="l">
              <a:lnSpc>
                <a:spcPct val="100000"/>
              </a:lnSpc>
              <a:defRPr sz="3600">
                <a:solidFill>
                  <a:schemeClr val="bg1"/>
                </a:solidFill>
              </a:defRPr>
            </a:lvl1pPr>
          </a:lstStyle>
          <a:p>
            <a:r>
              <a:rPr lang="en-US" noProof="0" dirty="0"/>
              <a:t>CLICK TO EDIT TITLE</a:t>
            </a:r>
            <a:endParaRPr lang="en-GB" noProof="0" dirty="0"/>
          </a:p>
        </p:txBody>
      </p:sp>
    </p:spTree>
    <p:extLst>
      <p:ext uri="{BB962C8B-B14F-4D97-AF65-F5344CB8AC3E}">
        <p14:creationId xmlns:p14="http://schemas.microsoft.com/office/powerpoint/2010/main" val="3920985136"/>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Follow us">
    <p:bg>
      <p:bgPr>
        <a:solidFill>
          <a:srgbClr val="28CFF9"/>
        </a:solidFill>
        <a:effectLst/>
      </p:bgPr>
    </p:bg>
    <p:spTree>
      <p:nvGrpSpPr>
        <p:cNvPr id="1" name=""/>
        <p:cNvGrpSpPr/>
        <p:nvPr/>
      </p:nvGrpSpPr>
      <p:grpSpPr>
        <a:xfrm>
          <a:off x="0" y="0"/>
          <a:ext cx="0" cy="0"/>
          <a:chOff x="0" y="0"/>
          <a:chExt cx="0" cy="0"/>
        </a:xfrm>
      </p:grpSpPr>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80900" y="302477"/>
            <a:ext cx="2643023" cy="1610367"/>
          </a:xfrm>
          <a:prstGeom prst="rect">
            <a:avLst/>
          </a:prstGeom>
        </p:spPr>
      </p:pic>
      <p:sp>
        <p:nvSpPr>
          <p:cNvPr id="7" name="Text Placeholder 6"/>
          <p:cNvSpPr>
            <a:spLocks noGrp="1"/>
          </p:cNvSpPr>
          <p:nvPr>
            <p:ph type="body" sz="quarter" idx="12" hasCustomPrompt="1"/>
          </p:nvPr>
        </p:nvSpPr>
        <p:spPr>
          <a:xfrm>
            <a:off x="385300" y="5306004"/>
            <a:ext cx="3534471"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sz="1600" b="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grpSp>
        <p:nvGrpSpPr>
          <p:cNvPr id="9" name="Group 8"/>
          <p:cNvGrpSpPr/>
          <p:nvPr userDrawn="1"/>
        </p:nvGrpSpPr>
        <p:grpSpPr>
          <a:xfrm>
            <a:off x="0" y="3516594"/>
            <a:ext cx="6358189" cy="2396903"/>
            <a:chOff x="999763" y="4580698"/>
            <a:chExt cx="3632716" cy="1370734"/>
          </a:xfrm>
          <a:solidFill>
            <a:srgbClr val="004050"/>
          </a:solidFill>
        </p:grpSpPr>
        <p:sp>
          <p:nvSpPr>
            <p:cNvPr id="10" name="Rectangle 9"/>
            <p:cNvSpPr/>
            <p:nvPr userDrawn="1"/>
          </p:nvSpPr>
          <p:spPr>
            <a:xfrm>
              <a:off x="999763" y="5031740"/>
              <a:ext cx="1554386"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p:cNvSpPr/>
            <p:nvPr userDrawn="1"/>
          </p:nvSpPr>
          <p:spPr>
            <a:xfrm>
              <a:off x="999763" y="5373431"/>
              <a:ext cx="1554387"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2" name="Group 11">
              <a:extLst>
                <a:ext uri="{FF2B5EF4-FFF2-40B4-BE49-F238E27FC236}">
                  <a16:creationId xmlns:a16="http://schemas.microsoft.com/office/drawing/2014/main" id="{51C13B23-0164-1C4E-9E7A-3F1ECA7824F7}"/>
                </a:ext>
              </a:extLst>
            </p:cNvPr>
            <p:cNvGrpSpPr/>
            <p:nvPr userDrawn="1"/>
          </p:nvGrpSpPr>
          <p:grpSpPr>
            <a:xfrm>
              <a:off x="2227580" y="4580698"/>
              <a:ext cx="2404899" cy="1370734"/>
              <a:chOff x="7799133" y="1870745"/>
              <a:chExt cx="1010349" cy="584292"/>
            </a:xfrm>
            <a:grpFill/>
          </p:grpSpPr>
          <p:sp>
            <p:nvSpPr>
              <p:cNvPr id="13" name="Freeform 12">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a:p>
            </p:txBody>
          </p:sp>
          <p:sp>
            <p:nvSpPr>
              <p:cNvPr id="14" name="Freeform 13">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a:p>
            </p:txBody>
          </p:sp>
          <p:sp>
            <p:nvSpPr>
              <p:cNvPr id="15" name="Freeform 14">
                <a:extLst>
                  <a:ext uri="{FF2B5EF4-FFF2-40B4-BE49-F238E27FC236}">
                    <a16:creationId xmlns:a16="http://schemas.microsoft.com/office/drawing/2014/main" id="{17BA7C41-EA1C-2F4D-90C7-EC472AB85B8A}"/>
                  </a:ext>
                </a:extLst>
              </p:cNvPr>
              <p:cNvSpPr/>
              <p:nvPr userDrawn="1"/>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grpSp>
      </p:grpSp>
      <p:sp>
        <p:nvSpPr>
          <p:cNvPr id="16"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1" y="1914129"/>
            <a:ext cx="3592020" cy="2277604"/>
          </a:xfrm>
        </p:spPr>
        <p:txBody>
          <a:bodyPr anchor="b" anchorCtr="0">
            <a:noAutofit/>
          </a:bodyPr>
          <a:lstStyle>
            <a:lvl1pPr algn="l">
              <a:lnSpc>
                <a:spcPct val="100000"/>
              </a:lnSpc>
              <a:defRPr sz="3600"/>
            </a:lvl1pPr>
          </a:lstStyle>
          <a:p>
            <a:r>
              <a:rPr lang="en-US" noProof="0" dirty="0"/>
              <a:t>CLICK TO EDIT TITLE</a:t>
            </a:r>
            <a:endParaRPr lang="en-GB" noProof="0" dirty="0"/>
          </a:p>
        </p:txBody>
      </p:sp>
    </p:spTree>
    <p:extLst>
      <p:ext uri="{BB962C8B-B14F-4D97-AF65-F5344CB8AC3E}">
        <p14:creationId xmlns:p14="http://schemas.microsoft.com/office/powerpoint/2010/main" val="986434422"/>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Action Tips">
    <p:bg>
      <p:bgPr>
        <a:solidFill>
          <a:srgbClr val="EB622E"/>
        </a:solidFill>
        <a:effectLst/>
      </p:bgPr>
    </p:bg>
    <p:spTree>
      <p:nvGrpSpPr>
        <p:cNvPr id="1" name=""/>
        <p:cNvGrpSpPr/>
        <p:nvPr/>
      </p:nvGrpSpPr>
      <p:grpSpPr>
        <a:xfrm>
          <a:off x="0" y="0"/>
          <a:ext cx="0" cy="0"/>
          <a:chOff x="0" y="0"/>
          <a:chExt cx="0" cy="0"/>
        </a:xfrm>
      </p:grpSpPr>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80900" y="302477"/>
            <a:ext cx="2643023" cy="1610367"/>
          </a:xfrm>
          <a:prstGeom prst="rect">
            <a:avLst/>
          </a:prstGeom>
        </p:spPr>
      </p:pic>
      <p:sp>
        <p:nvSpPr>
          <p:cNvPr id="7" name="Text Placeholder 6"/>
          <p:cNvSpPr>
            <a:spLocks noGrp="1"/>
          </p:cNvSpPr>
          <p:nvPr>
            <p:ph type="body" sz="quarter" idx="12" hasCustomPrompt="1"/>
          </p:nvPr>
        </p:nvSpPr>
        <p:spPr>
          <a:xfrm>
            <a:off x="385300" y="5306004"/>
            <a:ext cx="3534471"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sz="1600" b="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grpSp>
        <p:nvGrpSpPr>
          <p:cNvPr id="9" name="Group 8"/>
          <p:cNvGrpSpPr/>
          <p:nvPr userDrawn="1"/>
        </p:nvGrpSpPr>
        <p:grpSpPr>
          <a:xfrm>
            <a:off x="0" y="3516594"/>
            <a:ext cx="6358189" cy="2396903"/>
            <a:chOff x="999763" y="4580698"/>
            <a:chExt cx="3632716" cy="1370734"/>
          </a:xfrm>
          <a:solidFill>
            <a:srgbClr val="004050"/>
          </a:solidFill>
        </p:grpSpPr>
        <p:sp>
          <p:nvSpPr>
            <p:cNvPr id="10" name="Rectangle 9"/>
            <p:cNvSpPr/>
            <p:nvPr userDrawn="1"/>
          </p:nvSpPr>
          <p:spPr>
            <a:xfrm>
              <a:off x="999763" y="5031740"/>
              <a:ext cx="1554386"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p:cNvSpPr/>
            <p:nvPr userDrawn="1"/>
          </p:nvSpPr>
          <p:spPr>
            <a:xfrm>
              <a:off x="999763" y="5373431"/>
              <a:ext cx="1554387"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2" name="Group 11">
              <a:extLst>
                <a:ext uri="{FF2B5EF4-FFF2-40B4-BE49-F238E27FC236}">
                  <a16:creationId xmlns:a16="http://schemas.microsoft.com/office/drawing/2014/main" id="{51C13B23-0164-1C4E-9E7A-3F1ECA7824F7}"/>
                </a:ext>
              </a:extLst>
            </p:cNvPr>
            <p:cNvGrpSpPr/>
            <p:nvPr userDrawn="1"/>
          </p:nvGrpSpPr>
          <p:grpSpPr>
            <a:xfrm>
              <a:off x="2227580" y="4580698"/>
              <a:ext cx="2404899" cy="1370734"/>
              <a:chOff x="7799133" y="1870745"/>
              <a:chExt cx="1010349" cy="584292"/>
            </a:xfrm>
            <a:grpFill/>
          </p:grpSpPr>
          <p:sp>
            <p:nvSpPr>
              <p:cNvPr id="13" name="Freeform 12">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a:p>
            </p:txBody>
          </p:sp>
          <p:sp>
            <p:nvSpPr>
              <p:cNvPr id="14" name="Freeform 13">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a:p>
            </p:txBody>
          </p:sp>
          <p:sp>
            <p:nvSpPr>
              <p:cNvPr id="15" name="Freeform 14">
                <a:extLst>
                  <a:ext uri="{FF2B5EF4-FFF2-40B4-BE49-F238E27FC236}">
                    <a16:creationId xmlns:a16="http://schemas.microsoft.com/office/drawing/2014/main" id="{17BA7C41-EA1C-2F4D-90C7-EC472AB85B8A}"/>
                  </a:ext>
                </a:extLst>
              </p:cNvPr>
              <p:cNvSpPr/>
              <p:nvPr userDrawn="1"/>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grpSp>
      </p:grpSp>
      <p:sp>
        <p:nvSpPr>
          <p:cNvPr id="16"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1" y="1914129"/>
            <a:ext cx="3592020" cy="2277604"/>
          </a:xfrm>
        </p:spPr>
        <p:txBody>
          <a:bodyPr anchor="b" anchorCtr="0">
            <a:noAutofit/>
          </a:bodyPr>
          <a:lstStyle>
            <a:lvl1pPr algn="l">
              <a:lnSpc>
                <a:spcPct val="100000"/>
              </a:lnSpc>
              <a:defRPr sz="3600"/>
            </a:lvl1pPr>
          </a:lstStyle>
          <a:p>
            <a:r>
              <a:rPr lang="en-US" noProof="0" dirty="0"/>
              <a:t>CLICK TO EDIT TITLE</a:t>
            </a:r>
            <a:endParaRPr lang="en-GB" noProof="0" dirty="0"/>
          </a:p>
        </p:txBody>
      </p:sp>
    </p:spTree>
    <p:extLst>
      <p:ext uri="{BB962C8B-B14F-4D97-AF65-F5344CB8AC3E}">
        <p14:creationId xmlns:p14="http://schemas.microsoft.com/office/powerpoint/2010/main" val="1198876426"/>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 1">
    <p:bg>
      <p:bgPr>
        <a:solidFill>
          <a:srgbClr val="09EDB8"/>
        </a:solidFill>
        <a:effectLst/>
      </p:bgPr>
    </p:bg>
    <p:spTree>
      <p:nvGrpSpPr>
        <p:cNvPr id="1" name=""/>
        <p:cNvGrpSpPr/>
        <p:nvPr/>
      </p:nvGrpSpPr>
      <p:grpSpPr>
        <a:xfrm>
          <a:off x="0" y="0"/>
          <a:ext cx="0" cy="0"/>
          <a:chOff x="0" y="0"/>
          <a:chExt cx="0" cy="0"/>
        </a:xfrm>
      </p:grpSpPr>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80900" y="302477"/>
            <a:ext cx="2643023" cy="1610367"/>
          </a:xfrm>
          <a:prstGeom prst="rect">
            <a:avLst/>
          </a:prstGeom>
        </p:spPr>
      </p:pic>
      <p:sp>
        <p:nvSpPr>
          <p:cNvPr id="8" name="Text Placeholder 6"/>
          <p:cNvSpPr>
            <a:spLocks noGrp="1"/>
          </p:cNvSpPr>
          <p:nvPr>
            <p:ph type="body" sz="quarter" idx="12" hasCustomPrompt="1"/>
          </p:nvPr>
        </p:nvSpPr>
        <p:spPr>
          <a:xfrm>
            <a:off x="385300" y="5306004"/>
            <a:ext cx="3534471"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sz="1600" b="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grpSp>
        <p:nvGrpSpPr>
          <p:cNvPr id="9" name="Group 8"/>
          <p:cNvGrpSpPr/>
          <p:nvPr userDrawn="1"/>
        </p:nvGrpSpPr>
        <p:grpSpPr>
          <a:xfrm>
            <a:off x="0" y="3516594"/>
            <a:ext cx="6358189" cy="2396903"/>
            <a:chOff x="999763" y="4580698"/>
            <a:chExt cx="3632716" cy="1370734"/>
          </a:xfrm>
          <a:solidFill>
            <a:srgbClr val="004050"/>
          </a:solidFill>
        </p:grpSpPr>
        <p:sp>
          <p:nvSpPr>
            <p:cNvPr id="10" name="Rectangle 9"/>
            <p:cNvSpPr/>
            <p:nvPr userDrawn="1"/>
          </p:nvSpPr>
          <p:spPr>
            <a:xfrm>
              <a:off x="999763" y="5031740"/>
              <a:ext cx="1554386"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p:cNvSpPr/>
            <p:nvPr userDrawn="1"/>
          </p:nvSpPr>
          <p:spPr>
            <a:xfrm>
              <a:off x="999763" y="5373431"/>
              <a:ext cx="1554387"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2" name="Group 11">
              <a:extLst>
                <a:ext uri="{FF2B5EF4-FFF2-40B4-BE49-F238E27FC236}">
                  <a16:creationId xmlns:a16="http://schemas.microsoft.com/office/drawing/2014/main" id="{51C13B23-0164-1C4E-9E7A-3F1ECA7824F7}"/>
                </a:ext>
              </a:extLst>
            </p:cNvPr>
            <p:cNvGrpSpPr/>
            <p:nvPr userDrawn="1"/>
          </p:nvGrpSpPr>
          <p:grpSpPr>
            <a:xfrm>
              <a:off x="2227580" y="4580698"/>
              <a:ext cx="2404899" cy="1370734"/>
              <a:chOff x="7799133" y="1870745"/>
              <a:chExt cx="1010349" cy="584292"/>
            </a:xfrm>
            <a:grpFill/>
          </p:grpSpPr>
          <p:sp>
            <p:nvSpPr>
              <p:cNvPr id="13" name="Freeform 12">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a:p>
            </p:txBody>
          </p:sp>
          <p:sp>
            <p:nvSpPr>
              <p:cNvPr id="14" name="Freeform 13">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a:p>
            </p:txBody>
          </p:sp>
          <p:sp>
            <p:nvSpPr>
              <p:cNvPr id="15" name="Freeform 14">
                <a:extLst>
                  <a:ext uri="{FF2B5EF4-FFF2-40B4-BE49-F238E27FC236}">
                    <a16:creationId xmlns:a16="http://schemas.microsoft.com/office/drawing/2014/main" id="{17BA7C41-EA1C-2F4D-90C7-EC472AB85B8A}"/>
                  </a:ext>
                </a:extLst>
              </p:cNvPr>
              <p:cNvSpPr/>
              <p:nvPr userDrawn="1"/>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grpSp>
      </p:grpSp>
      <p:sp>
        <p:nvSpPr>
          <p:cNvPr id="18"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1" y="1914129"/>
            <a:ext cx="3592020" cy="2277604"/>
          </a:xfrm>
        </p:spPr>
        <p:txBody>
          <a:bodyPr anchor="b" anchorCtr="0">
            <a:noAutofit/>
          </a:bodyPr>
          <a:lstStyle>
            <a:lvl1pPr algn="l">
              <a:lnSpc>
                <a:spcPct val="100000"/>
              </a:lnSpc>
              <a:defRPr sz="3600"/>
            </a:lvl1pPr>
          </a:lstStyle>
          <a:p>
            <a:r>
              <a:rPr lang="en-US" noProof="0" dirty="0"/>
              <a:t>CLICK TO EDIT TITLE</a:t>
            </a:r>
            <a:endParaRPr lang="en-GB" noProof="0" dirty="0"/>
          </a:p>
        </p:txBody>
      </p:sp>
    </p:spTree>
    <p:extLst>
      <p:ext uri="{BB962C8B-B14F-4D97-AF65-F5344CB8AC3E}">
        <p14:creationId xmlns:p14="http://schemas.microsoft.com/office/powerpoint/2010/main" val="2656105774"/>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Housekeeping">
    <p:bg>
      <p:bgPr>
        <a:solidFill>
          <a:schemeClr val="tx1"/>
        </a:solidFill>
        <a:effectLst/>
      </p:bgPr>
    </p:bg>
    <p:spTree>
      <p:nvGrpSpPr>
        <p:cNvPr id="1" name=""/>
        <p:cNvGrpSpPr/>
        <p:nvPr/>
      </p:nvGrpSpPr>
      <p:grpSpPr>
        <a:xfrm>
          <a:off x="0" y="0"/>
          <a:ext cx="0" cy="0"/>
          <a:chOff x="0" y="0"/>
          <a:chExt cx="0" cy="0"/>
        </a:xfrm>
      </p:grpSpPr>
      <p:sp>
        <p:nvSpPr>
          <p:cNvPr id="12" name="object 3">
            <a:extLst>
              <a:ext uri="{FF2B5EF4-FFF2-40B4-BE49-F238E27FC236}">
                <a16:creationId xmlns:a16="http://schemas.microsoft.com/office/drawing/2014/main" id="{3344A4B7-0EC8-AD4A-8611-5B12AB419DC2}"/>
              </a:ext>
            </a:extLst>
          </p:cNvPr>
          <p:cNvSpPr/>
          <p:nvPr userDrawn="1"/>
        </p:nvSpPr>
        <p:spPr>
          <a:xfrm>
            <a:off x="0" y="0"/>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chemeClr val="tx2"/>
          </a:solidFill>
        </p:spPr>
        <p:txBody>
          <a:bodyPr wrap="square" lIns="0" tIns="0" rIns="0" bIns="0" rtlCol="0"/>
          <a:lstStyle/>
          <a:p>
            <a:endParaRPr sz="1029"/>
          </a:p>
        </p:txBody>
      </p:sp>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4" y="3433680"/>
            <a:ext cx="5627171" cy="968987"/>
          </a:xfrm>
        </p:spPr>
        <p:txBody>
          <a:bodyPr anchor="t" anchorCtr="0">
            <a:noAutofit/>
          </a:bodyPr>
          <a:lstStyle>
            <a:lvl1pPr algn="l">
              <a:lnSpc>
                <a:spcPts val="6000"/>
              </a:lnSpc>
              <a:defRPr sz="3600">
                <a:solidFill>
                  <a:schemeClr val="bg1"/>
                </a:solidFill>
              </a:defRPr>
            </a:lvl1pPr>
          </a:lstStyle>
          <a:p>
            <a:r>
              <a:rPr lang="en-US" noProof="0"/>
              <a:t>Housekeeping</a:t>
            </a:r>
            <a:endParaRPr lang="en-GB" noProof="0" dirty="0"/>
          </a:p>
        </p:txBody>
      </p:sp>
      <p:sp>
        <p:nvSpPr>
          <p:cNvPr id="6" name="Text Placeholder 6"/>
          <p:cNvSpPr>
            <a:spLocks noGrp="1"/>
          </p:cNvSpPr>
          <p:nvPr>
            <p:ph type="body" sz="quarter" idx="12" hasCustomPrompt="1"/>
          </p:nvPr>
        </p:nvSpPr>
        <p:spPr>
          <a:xfrm>
            <a:off x="384784" y="4894524"/>
            <a:ext cx="5627171" cy="1186921"/>
          </a:xfrm>
        </p:spPr>
        <p:txBody>
          <a:bodyPr/>
          <a:lstStyle>
            <a:lvl1pPr marL="342900" marR="0" indent="-342900" algn="l" defTabSz="914400" rtl="0" eaLnBrk="1" fontAlgn="auto" latinLnBrk="0" hangingPunct="1">
              <a:lnSpc>
                <a:spcPct val="100000"/>
              </a:lnSpc>
              <a:spcBef>
                <a:spcPts val="0"/>
              </a:spcBef>
              <a:spcAft>
                <a:spcPts val="0"/>
              </a:spcAft>
              <a:buClrTx/>
              <a:buSzPct val="115000"/>
              <a:buFont typeface="Arial" panose="020B0604020202020204" pitchFamily="34" charset="0"/>
              <a:buChar char="•"/>
              <a:tabLst/>
              <a:defRPr sz="2000" b="0">
                <a:solidFill>
                  <a:schemeClr val="bg1"/>
                </a:solidFill>
              </a:defRPr>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spTree>
    <p:extLst>
      <p:ext uri="{BB962C8B-B14F-4D97-AF65-F5344CB8AC3E}">
        <p14:creationId xmlns:p14="http://schemas.microsoft.com/office/powerpoint/2010/main" val="42768793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Meet &amp; Greet 1">
    <p:bg>
      <p:bgPr>
        <a:solidFill>
          <a:srgbClr val="38E2BB"/>
        </a:solidFill>
        <a:effectLst/>
      </p:bgPr>
    </p:bg>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5" y="1706477"/>
            <a:ext cx="5002556" cy="808123"/>
          </a:xfrm>
        </p:spPr>
        <p:txBody>
          <a:bodyPr anchor="t" anchorCtr="0">
            <a:noAutofit/>
          </a:bodyPr>
          <a:lstStyle>
            <a:lvl1pPr algn="l">
              <a:lnSpc>
                <a:spcPts val="6000"/>
              </a:lnSpc>
              <a:defRPr sz="3600">
                <a:solidFill>
                  <a:srgbClr val="004050"/>
                </a:solidFill>
              </a:defRPr>
            </a:lvl1pPr>
          </a:lstStyle>
          <a:p>
            <a:r>
              <a:rPr lang="en-US" noProof="0" dirty="0"/>
              <a:t>Meet &amp; Greet</a:t>
            </a:r>
            <a:endParaRPr lang="en-GB" noProof="0" dirty="0"/>
          </a:p>
        </p:txBody>
      </p:sp>
      <p:sp>
        <p:nvSpPr>
          <p:cNvPr id="18" name="Text Placeholder 3"/>
          <p:cNvSpPr>
            <a:spLocks noGrp="1"/>
          </p:cNvSpPr>
          <p:nvPr>
            <p:ph type="body" sz="quarter" idx="10" hasCustomPrompt="1"/>
          </p:nvPr>
        </p:nvSpPr>
        <p:spPr>
          <a:xfrm>
            <a:off x="384785" y="2915404"/>
            <a:ext cx="4278655" cy="3401576"/>
          </a:xfrm>
        </p:spPr>
        <p:txBody>
          <a:bodyPr/>
          <a:lstStyle>
            <a:lvl1pPr>
              <a:lnSpc>
                <a:spcPct val="100000"/>
              </a:lnSpc>
              <a:defRPr b="0" baseline="0"/>
            </a:lvl1pPr>
          </a:lstStyle>
          <a:p>
            <a:pPr lvl="0"/>
            <a:r>
              <a:rPr lang="en-US" dirty="0"/>
              <a:t>Click to edit instructions</a:t>
            </a:r>
          </a:p>
        </p:txBody>
      </p:sp>
    </p:spTree>
    <p:extLst>
      <p:ext uri="{BB962C8B-B14F-4D97-AF65-F5344CB8AC3E}">
        <p14:creationId xmlns:p14="http://schemas.microsoft.com/office/powerpoint/2010/main" val="4045959733"/>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3_03 Section Divider">
    <p:bg>
      <p:bgPr>
        <a:solidFill>
          <a:schemeClr val="tx2"/>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51C13B23-0164-1C4E-9E7A-3F1ECA7824F7}"/>
              </a:ext>
            </a:extLst>
          </p:cNvPr>
          <p:cNvGrpSpPr/>
          <p:nvPr userDrawn="1"/>
        </p:nvGrpSpPr>
        <p:grpSpPr>
          <a:xfrm>
            <a:off x="3297651" y="2366578"/>
            <a:ext cx="7767721" cy="4491421"/>
            <a:chOff x="7799133" y="1870745"/>
            <a:chExt cx="1010349" cy="584292"/>
          </a:xfrm>
          <a:solidFill>
            <a:srgbClr val="004050"/>
          </a:solidFill>
        </p:grpSpPr>
        <p:sp>
          <p:nvSpPr>
            <p:cNvPr id="10" name="Freeform 9">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a:p>
          </p:txBody>
        </p:sp>
        <p:sp>
          <p:nvSpPr>
            <p:cNvPr id="11" name="Freeform 10">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17BA7C41-EA1C-2F4D-90C7-EC472AB85B8A}"/>
                </a:ext>
              </a:extLst>
            </p:cNvPr>
            <p:cNvSpPr/>
            <p:nvPr/>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grpSp>
      <p:sp>
        <p:nvSpPr>
          <p:cNvPr id="2" name="Rectangle 1"/>
          <p:cNvSpPr/>
          <p:nvPr userDrawn="1"/>
        </p:nvSpPr>
        <p:spPr>
          <a:xfrm>
            <a:off x="-1" y="3844205"/>
            <a:ext cx="8314267" cy="432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p:cNvSpPr/>
          <p:nvPr userDrawn="1"/>
        </p:nvSpPr>
        <p:spPr>
          <a:xfrm>
            <a:off x="-10132" y="4967139"/>
            <a:ext cx="8324398" cy="432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76239" y="1556247"/>
            <a:ext cx="5810250" cy="2277604"/>
          </a:xfrm>
        </p:spPr>
        <p:txBody>
          <a:bodyPr anchor="b" anchorCtr="0">
            <a:noAutofit/>
          </a:bodyPr>
          <a:lstStyle>
            <a:lvl1pPr algn="l">
              <a:lnSpc>
                <a:spcPct val="90000"/>
              </a:lnSpc>
              <a:defRPr sz="3600" spc="60" baseline="0">
                <a:solidFill>
                  <a:srgbClr val="004050"/>
                </a:solidFill>
              </a:defRPr>
            </a:lvl1pPr>
          </a:lstStyle>
          <a:p>
            <a:r>
              <a:rPr lang="en-US" noProof="0" dirty="0"/>
              <a:t>CLICK TO EDIT </a:t>
            </a:r>
            <a:br>
              <a:rPr lang="en-US" noProof="0" dirty="0"/>
            </a:br>
            <a:r>
              <a:rPr lang="en-US" noProof="0" dirty="0"/>
              <a:t>MASTER TITLE STYLE</a:t>
            </a:r>
            <a:endParaRPr lang="en-GB" noProof="0" dirty="0"/>
          </a:p>
        </p:txBody>
      </p:sp>
    </p:spTree>
    <p:extLst>
      <p:ext uri="{BB962C8B-B14F-4D97-AF65-F5344CB8AC3E}">
        <p14:creationId xmlns:p14="http://schemas.microsoft.com/office/powerpoint/2010/main" val="20029218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4">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 name="Text Placeholder 4"/>
          <p:cNvSpPr>
            <a:spLocks noGrp="1"/>
          </p:cNvSpPr>
          <p:nvPr>
            <p:ph type="body" sz="quarter" idx="15" hasCustomPrompt="1"/>
          </p:nvPr>
        </p:nvSpPr>
        <p:spPr>
          <a:xfrm>
            <a:off x="5037137" y="1349984"/>
            <a:ext cx="6770688" cy="5119407"/>
          </a:xfrm>
        </p:spPr>
        <p:txBody>
          <a:bodyPr/>
          <a:lstStyle>
            <a:lvl1pPr marL="0" indent="0">
              <a:lnSpc>
                <a:spcPct val="100000"/>
              </a:lnSpc>
              <a:buFont typeface="Arial" panose="020B0604020202020204" pitchFamily="34" charset="0"/>
              <a:buNone/>
              <a:defRPr sz="2000" b="0"/>
            </a:lvl1pPr>
            <a:lvl2pPr marL="180000" indent="-180000">
              <a:lnSpc>
                <a:spcPct val="100000"/>
              </a:lnSpc>
              <a:buFont typeface="Arial" panose="020B0604020202020204" pitchFamily="34" charset="0"/>
              <a:buChar char="•"/>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sz="2000"/>
            </a:lvl4pPr>
            <a:lvl5pPr marL="180000" indent="-180000">
              <a:buFont typeface="Arial" panose="020B0604020202020204" pitchFamily="34" charset="0"/>
              <a:buChar char="•"/>
              <a:defRPr sz="2000"/>
            </a:lvl5pPr>
          </a:lstStyle>
          <a:p>
            <a:pPr lvl="0"/>
            <a:r>
              <a:rPr lang="en-US" dirty="0"/>
              <a:t>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Freeform 12">
            <a:extLst>
              <a:ext uri="{FF2B5EF4-FFF2-40B4-BE49-F238E27FC236}">
                <a16:creationId xmlns:a16="http://schemas.microsoft.com/office/drawing/2014/main" id="{DF3D0604-3EEB-7547-A86F-8B3EFC40A3EC}"/>
              </a:ext>
            </a:extLst>
          </p:cNvPr>
          <p:cNvSpPr/>
          <p:nvPr userDrawn="1"/>
        </p:nvSpPr>
        <p:spPr>
          <a:xfrm>
            <a:off x="384784" y="4504759"/>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rgbClr val="09EDB8"/>
          </a:solidFill>
          <a:ln w="6350" cap="flat">
            <a:noFill/>
            <a:prstDash val="solid"/>
            <a:miter/>
          </a:ln>
        </p:spPr>
        <p:txBody>
          <a:bodyPr rtlCol="0" anchor="ctr"/>
          <a:lstStyle/>
          <a:p>
            <a:endParaRPr lang="en-GB"/>
          </a:p>
        </p:txBody>
      </p:sp>
      <p:sp>
        <p:nvSpPr>
          <p:cNvPr id="10" name="Text Placeholder 2"/>
          <p:cNvSpPr>
            <a:spLocks noGrp="1"/>
          </p:cNvSpPr>
          <p:nvPr>
            <p:ph type="body" sz="quarter" idx="16" hasCustomPrompt="1"/>
          </p:nvPr>
        </p:nvSpPr>
        <p:spPr>
          <a:xfrm>
            <a:off x="384784" y="1349984"/>
            <a:ext cx="3443732" cy="2751998"/>
          </a:xfrm>
        </p:spPr>
        <p:txBody>
          <a:bodyPr/>
          <a:lstStyle>
            <a:lvl1pPr marL="0" indent="0">
              <a:lnSpc>
                <a:spcPct val="90000"/>
              </a:lnSpc>
              <a:spcAft>
                <a:spcPts val="0"/>
              </a:spcAft>
              <a:buFont typeface="Arial" panose="020B0604020202020204" pitchFamily="34" charset="0"/>
              <a:buNone/>
              <a:defRPr sz="3600" cap="all" spc="60" baseline="0">
                <a:solidFill>
                  <a:srgbClr val="09EDB8"/>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slide title to sit here</a:t>
            </a:r>
          </a:p>
        </p:txBody>
      </p:sp>
    </p:spTree>
    <p:extLst>
      <p:ext uri="{BB962C8B-B14F-4D97-AF65-F5344CB8AC3E}">
        <p14:creationId xmlns:p14="http://schemas.microsoft.com/office/powerpoint/2010/main" val="3589945353"/>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Arrow Left">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2">
            <a:extLst>
              <a:ext uri="{28A0092B-C50C-407E-A947-70E740481C1C}">
                <a14:useLocalDpi xmlns:a14="http://schemas.microsoft.com/office/drawing/2010/main" val="0"/>
              </a:ext>
            </a:extLst>
          </a:blip>
          <a:srcRect r="-1"/>
          <a:stretch/>
        </p:blipFill>
        <p:spPr>
          <a:xfrm>
            <a:off x="-6057" y="3264823"/>
            <a:ext cx="5967455" cy="2859259"/>
          </a:xfrm>
          <a:prstGeom prst="rect">
            <a:avLst/>
          </a:prstGeom>
        </p:spPr>
      </p:pic>
      <p:sp>
        <p:nvSpPr>
          <p:cNvPr id="3" name="Text Placeholder 2"/>
          <p:cNvSpPr>
            <a:spLocks noGrp="1"/>
          </p:cNvSpPr>
          <p:nvPr>
            <p:ph type="body" sz="quarter" idx="10" hasCustomPrompt="1"/>
          </p:nvPr>
        </p:nvSpPr>
        <p:spPr>
          <a:xfrm>
            <a:off x="384784" y="1242034"/>
            <a:ext cx="3694112" cy="2917842"/>
          </a:xfrm>
        </p:spPr>
        <p:txBody>
          <a:bodyPr anchor="b"/>
          <a:lstStyle>
            <a:lvl1pPr marL="0" indent="0">
              <a:lnSpc>
                <a:spcPct val="100000"/>
              </a:lnSpc>
              <a:spcAft>
                <a:spcPts val="0"/>
              </a:spcAft>
              <a:buFont typeface="Arial" panose="020B0604020202020204" pitchFamily="34" charset="0"/>
              <a:buNone/>
              <a:defRPr sz="3600" cap="none" baseline="0">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5" name="Text Placeholder 4"/>
          <p:cNvSpPr>
            <a:spLocks noGrp="1"/>
          </p:cNvSpPr>
          <p:nvPr>
            <p:ph type="body" sz="quarter" idx="11" hasCustomPrompt="1"/>
          </p:nvPr>
        </p:nvSpPr>
        <p:spPr>
          <a:xfrm>
            <a:off x="6098146" y="579549"/>
            <a:ext cx="5718225" cy="5899039"/>
          </a:xfrm>
        </p:spPr>
        <p:txBody>
          <a:bodyPr/>
          <a:lstStyle>
            <a:lvl1pPr marL="0" indent="0">
              <a:buFont typeface="Arial" panose="020B0604020202020204" pitchFamily="34" charset="0"/>
              <a:buNone/>
              <a:defRPr sz="20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a:p>
            <a:pPr lvl="1"/>
            <a:r>
              <a:rPr lang="en-US" dirty="0"/>
              <a:t>Second level</a:t>
            </a:r>
          </a:p>
          <a:p>
            <a:pPr lvl="2"/>
            <a:r>
              <a:rPr lang="en-GB" dirty="0"/>
              <a:t>Third level</a:t>
            </a:r>
          </a:p>
          <a:p>
            <a:pPr lvl="2"/>
            <a:r>
              <a:rPr lang="en-GB" dirty="0"/>
              <a:t>Fourth level</a:t>
            </a:r>
          </a:p>
          <a:p>
            <a:pPr lvl="2"/>
            <a:r>
              <a:rPr lang="en-GB" dirty="0"/>
              <a:t>Fifth level</a:t>
            </a:r>
          </a:p>
        </p:txBody>
      </p:sp>
    </p:spTree>
    <p:extLst>
      <p:ext uri="{BB962C8B-B14F-4D97-AF65-F5344CB8AC3E}">
        <p14:creationId xmlns:p14="http://schemas.microsoft.com/office/powerpoint/2010/main" val="137035841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Text and Image (half screen)">
    <p:bg>
      <p:bgPr>
        <a:solidFill>
          <a:schemeClr val="bg1"/>
        </a:solidFill>
        <a:effectLst/>
      </p:bgPr>
    </p:bg>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373063" y="1892635"/>
            <a:ext cx="614348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dirty="0"/>
              <a:t>Click icon to add picture</a:t>
            </a:r>
          </a:p>
        </p:txBody>
      </p:sp>
      <p:sp>
        <p:nvSpPr>
          <p:cNvPr id="11" name="Text Placeholder 2"/>
          <p:cNvSpPr>
            <a:spLocks noGrp="1"/>
          </p:cNvSpPr>
          <p:nvPr>
            <p:ph type="body" sz="quarter" idx="12" hasCustomPrompt="1"/>
          </p:nvPr>
        </p:nvSpPr>
        <p:spPr>
          <a:xfrm>
            <a:off x="385650" y="1147572"/>
            <a:ext cx="512390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6" name="Freeform 15">
            <a:extLst>
              <a:ext uri="{FF2B5EF4-FFF2-40B4-BE49-F238E27FC236}">
                <a16:creationId xmlns:a16="http://schemas.microsoft.com/office/drawing/2014/main" id="{D44E23D4-CD16-B448-8F0A-11F5CE4FAB4C}"/>
              </a:ext>
            </a:extLst>
          </p:cNvPr>
          <p:cNvSpPr/>
          <p:nvPr userDrawn="1"/>
        </p:nvSpPr>
        <p:spPr>
          <a:xfrm>
            <a:off x="3229535" y="4488657"/>
            <a:ext cx="3729957" cy="236934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641350">
                <a:moveTo>
                  <a:pt x="117151" y="24275"/>
                </a:moveTo>
                <a:cubicBezTo>
                  <a:pt x="34918" y="69741"/>
                  <a:pt x="-5912" y="140163"/>
                  <a:pt x="692" y="235603"/>
                </a:cubicBezTo>
                <a:cubicBezTo>
                  <a:pt x="7994" y="341013"/>
                  <a:pt x="103117" y="429659"/>
                  <a:pt x="208781" y="429659"/>
                </a:cubicBezTo>
                <a:lnTo>
                  <a:pt x="350450" y="429659"/>
                </a:lnTo>
                <a:lnTo>
                  <a:pt x="350450" y="641432"/>
                </a:lnTo>
                <a:lnTo>
                  <a:pt x="428301" y="641432"/>
                </a:lnTo>
                <a:lnTo>
                  <a:pt x="428301" y="430358"/>
                </a:lnTo>
                <a:lnTo>
                  <a:pt x="777551" y="430358"/>
                </a:lnTo>
                <a:cubicBezTo>
                  <a:pt x="722305" y="492842"/>
                  <a:pt x="679379" y="561231"/>
                  <a:pt x="652519" y="640352"/>
                </a:cubicBezTo>
                <a:cubicBezTo>
                  <a:pt x="668712" y="640352"/>
                  <a:pt x="683761" y="640352"/>
                  <a:pt x="698747" y="640352"/>
                </a:cubicBez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cubicBezTo>
                  <a:pt x="687889" y="141687"/>
                  <a:pt x="670616" y="141687"/>
                  <a:pt x="652138" y="141687"/>
                </a:cubicBez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cubicBezTo>
                  <a:pt x="350704" y="258463"/>
                  <a:pt x="350704" y="300818"/>
                  <a:pt x="350704" y="343045"/>
                </a:cubicBezTo>
                <a:lnTo>
                  <a:pt x="350704" y="352634"/>
                </a:lnTo>
                <a:cubicBezTo>
                  <a:pt x="349319" y="352892"/>
                  <a:pt x="347920" y="353061"/>
                  <a:pt x="346513" y="353142"/>
                </a:cubicBezTo>
                <a:cubicBezTo>
                  <a:pt x="300539" y="353142"/>
                  <a:pt x="254564" y="353142"/>
                  <a:pt x="208591" y="352697"/>
                </a:cubicBez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00EDB3"/>
          </a:solidFill>
          <a:ln w="6350" cap="flat">
            <a:noFill/>
            <a:prstDash val="solid"/>
            <a:miter/>
          </a:ln>
        </p:spPr>
        <p:txBody>
          <a:bodyPr rtlCol="0" anchor="ctr"/>
          <a:lstStyle/>
          <a:p>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91211489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Activity 1">
    <p:bg>
      <p:bgPr>
        <a:solidFill>
          <a:srgbClr val="0EEEB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rgbClr val="004050"/>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4"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lvl1pPr>
          </a:lstStyle>
          <a:p>
            <a:pPr lvl="0"/>
            <a:r>
              <a:rPr lang="en-US" dirty="0"/>
              <a:t>Click to edit instructions</a:t>
            </a:r>
          </a:p>
        </p:txBody>
      </p:sp>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accent1"/>
          </a:solidFill>
          <a:ln w="6350" cap="flat">
            <a:noFill/>
            <a:prstDash val="solid"/>
            <a:miter/>
          </a:ln>
        </p:spPr>
        <p:txBody>
          <a:bodyPr rtlCol="0" anchor="ctr"/>
          <a:lstStyle/>
          <a:p>
            <a:endParaRPr lang="en-GB"/>
          </a:p>
        </p:txBody>
      </p:sp>
    </p:spTree>
    <p:extLst>
      <p:ext uri="{BB962C8B-B14F-4D97-AF65-F5344CB8AC3E}">
        <p14:creationId xmlns:p14="http://schemas.microsoft.com/office/powerpoint/2010/main" val="2786887003"/>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4_01 Section Divider">
    <p:bg>
      <p:bgPr>
        <a:solidFill>
          <a:schemeClr val="tx1"/>
        </a:solidFill>
        <a:effectLst/>
      </p:bgPr>
    </p:bg>
    <p:spTree>
      <p:nvGrpSpPr>
        <p:cNvPr id="1" name=""/>
        <p:cNvGrpSpPr/>
        <p:nvPr/>
      </p:nvGrpSpPr>
      <p:grpSpPr>
        <a:xfrm>
          <a:off x="0" y="0"/>
          <a:ext cx="0" cy="0"/>
          <a:chOff x="0" y="0"/>
          <a:chExt cx="0" cy="0"/>
        </a:xfrm>
      </p:grpSpPr>
      <p:sp>
        <p:nvSpPr>
          <p:cNvPr id="5" name="Rectangle 4"/>
          <p:cNvSpPr/>
          <p:nvPr userDrawn="1"/>
        </p:nvSpPr>
        <p:spPr>
          <a:xfrm>
            <a:off x="-609" y="0"/>
            <a:ext cx="12192609" cy="6858000"/>
          </a:xfrm>
          <a:prstGeom prst="rect">
            <a:avLst/>
          </a:prstGeom>
          <a:solidFill>
            <a:srgbClr val="28CF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object 3">
            <a:extLst>
              <a:ext uri="{FF2B5EF4-FFF2-40B4-BE49-F238E27FC236}">
                <a16:creationId xmlns:a16="http://schemas.microsoft.com/office/drawing/2014/main" id="{3344A4B7-0EC8-AD4A-8611-5B12AB419DC2}"/>
              </a:ext>
            </a:extLst>
          </p:cNvPr>
          <p:cNvSpPr/>
          <p:nvPr userDrawn="1"/>
        </p:nvSpPr>
        <p:spPr>
          <a:xfrm>
            <a:off x="0" y="0"/>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rgbClr val="004050"/>
          </a:solidFill>
        </p:spPr>
        <p:txBody>
          <a:bodyPr wrap="square" lIns="0" tIns="0" rIns="0" bIns="0" rtlCol="0"/>
          <a:lstStyle/>
          <a:p>
            <a:endParaRPr sz="1029"/>
          </a:p>
        </p:txBody>
      </p:sp>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76238" y="2779800"/>
            <a:ext cx="5627171" cy="1682133"/>
          </a:xfrm>
        </p:spPr>
        <p:txBody>
          <a:bodyPr anchor="b" anchorCtr="0">
            <a:noAutofit/>
          </a:bodyPr>
          <a:lstStyle>
            <a:lvl1pPr algn="l">
              <a:lnSpc>
                <a:spcPct val="100000"/>
              </a:lnSpc>
              <a:defRPr sz="3600" spc="60" baseline="0">
                <a:solidFill>
                  <a:srgbClr val="004050"/>
                </a:solidFill>
              </a:defRPr>
            </a:lvl1pPr>
          </a:lstStyle>
          <a:p>
            <a:r>
              <a:rPr lang="en-US" noProof="0" dirty="0"/>
              <a:t>CLICK TO EDIT MASTER TITLE STYLE</a:t>
            </a:r>
            <a:endParaRPr lang="en-GB" noProof="0" dirty="0"/>
          </a:p>
        </p:txBody>
      </p:sp>
      <p:sp>
        <p:nvSpPr>
          <p:cNvPr id="7" name="Rectangle 6"/>
          <p:cNvSpPr/>
          <p:nvPr userDrawn="1"/>
        </p:nvSpPr>
        <p:spPr>
          <a:xfrm>
            <a:off x="758190" y="769620"/>
            <a:ext cx="379608" cy="110490"/>
          </a:xfrm>
          <a:prstGeom prst="rect">
            <a:avLst/>
          </a:prstGeom>
          <a:solidFill>
            <a:srgbClr val="28CF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 Placeholder 6"/>
          <p:cNvSpPr>
            <a:spLocks noGrp="1"/>
          </p:cNvSpPr>
          <p:nvPr>
            <p:ph type="body" sz="quarter" idx="12" hasCustomPrompt="1"/>
          </p:nvPr>
        </p:nvSpPr>
        <p:spPr>
          <a:xfrm>
            <a:off x="384784" y="4894524"/>
            <a:ext cx="5627171" cy="1186921"/>
          </a:xfrm>
        </p:spPr>
        <p:txBody>
          <a:bodyPr/>
          <a:lstStyle>
            <a:lvl1pPr marL="342900" marR="0" indent="-342900" algn="l" defTabSz="914400" rtl="0" eaLnBrk="1" fontAlgn="auto" latinLnBrk="0" hangingPunct="1">
              <a:lnSpc>
                <a:spcPct val="100000"/>
              </a:lnSpc>
              <a:spcBef>
                <a:spcPts val="0"/>
              </a:spcBef>
              <a:spcAft>
                <a:spcPts val="0"/>
              </a:spcAft>
              <a:buClrTx/>
              <a:buSzPct val="115000"/>
              <a:buFont typeface="Arial" panose="020B0604020202020204" pitchFamily="34" charset="0"/>
              <a:buChar char="•"/>
              <a:tabLst/>
              <a:defRPr sz="2000" b="0">
                <a:solidFill>
                  <a:srgbClr val="004050"/>
                </a:solidFill>
              </a:defRPr>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spTree>
    <p:extLst>
      <p:ext uri="{BB962C8B-B14F-4D97-AF65-F5344CB8AC3E}">
        <p14:creationId xmlns:p14="http://schemas.microsoft.com/office/powerpoint/2010/main" val="211614484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7_Text Slide - With side bar C1">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28CF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 Placeholder 2"/>
          <p:cNvSpPr>
            <a:spLocks noGrp="1"/>
          </p:cNvSpPr>
          <p:nvPr>
            <p:ph type="body" sz="quarter" idx="10" hasCustomPrompt="1"/>
          </p:nvPr>
        </p:nvSpPr>
        <p:spPr>
          <a:xfrm>
            <a:off x="384784" y="1349984"/>
            <a:ext cx="3443732" cy="2751998"/>
          </a:xfrm>
        </p:spPr>
        <p:txBody>
          <a:bodyPr/>
          <a:lstStyle>
            <a:lvl1pPr marL="0" indent="0">
              <a:lnSpc>
                <a:spcPct val="90000"/>
              </a:lnSpc>
              <a:spcAft>
                <a:spcPts val="0"/>
              </a:spcAft>
              <a:buFont typeface="Arial" panose="020B0604020202020204" pitchFamily="34" charset="0"/>
              <a:buNone/>
              <a:defRPr sz="3600" cap="all" spc="60" baseline="0">
                <a:solidFill>
                  <a:srgbClr val="004050"/>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slide title to sit here</a:t>
            </a:r>
          </a:p>
        </p:txBody>
      </p:sp>
      <p:sp>
        <p:nvSpPr>
          <p:cNvPr id="9" name="Text Placeholder 4"/>
          <p:cNvSpPr>
            <a:spLocks noGrp="1"/>
          </p:cNvSpPr>
          <p:nvPr>
            <p:ph type="body" sz="quarter" idx="15" hasCustomPrompt="1"/>
          </p:nvPr>
        </p:nvSpPr>
        <p:spPr>
          <a:xfrm>
            <a:off x="5037138" y="1349984"/>
            <a:ext cx="5803900" cy="4094163"/>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20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t>
            </a:r>
            <a:r>
              <a:rPr lang="en-US" dirty="0" err="1"/>
              <a:t>sed</a:t>
            </a:r>
            <a:r>
              <a:rPr lang="en-US" dirty="0"/>
              <a:t> </a:t>
            </a:r>
            <a:r>
              <a:rPr lang="en-US" dirty="0" err="1"/>
              <a:t>diam</a:t>
            </a:r>
            <a:r>
              <a:rPr lang="en-US" dirty="0"/>
              <a:t> </a:t>
            </a:r>
            <a:r>
              <a:rPr lang="en-US" dirty="0" err="1"/>
              <a:t>nonummy</a:t>
            </a:r>
            <a:r>
              <a:rPr lang="en-US" dirty="0"/>
              <a:t> </a:t>
            </a:r>
            <a:r>
              <a:rPr lang="en-US" dirty="0" err="1"/>
              <a:t>nibh</a:t>
            </a:r>
            <a:r>
              <a:rPr lang="en-US" dirty="0"/>
              <a:t> </a:t>
            </a:r>
            <a:r>
              <a:rPr lang="en-US" dirty="0" err="1"/>
              <a:t>laoreet</a:t>
            </a:r>
            <a:r>
              <a:rPr lang="en-US" dirty="0"/>
              <a:t> </a:t>
            </a:r>
            <a:r>
              <a:rPr lang="en-US" dirty="0" err="1"/>
              <a:t>dolore</a:t>
            </a:r>
            <a:r>
              <a:rPr lang="en-US" dirty="0"/>
              <a:t> magna.</a:t>
            </a:r>
          </a:p>
          <a:p>
            <a:pPr lvl="1"/>
            <a:r>
              <a:rPr lang="en-US" dirty="0"/>
              <a:t>Second level</a:t>
            </a:r>
          </a:p>
        </p:txBody>
      </p:sp>
      <p:sp>
        <p:nvSpPr>
          <p:cNvPr id="11" name="Freeform 10">
            <a:extLst>
              <a:ext uri="{FF2B5EF4-FFF2-40B4-BE49-F238E27FC236}">
                <a16:creationId xmlns:a16="http://schemas.microsoft.com/office/drawing/2014/main" id="{35B5D0DF-4895-DB4F-85D9-C3FFDE55B8C8}"/>
              </a:ext>
            </a:extLst>
          </p:cNvPr>
          <p:cNvSpPr/>
          <p:nvPr userDrawn="1"/>
        </p:nvSpPr>
        <p:spPr>
          <a:xfrm>
            <a:off x="384784" y="4708688"/>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rgbClr val="004050"/>
          </a:solidFill>
          <a:ln w="6350" cap="flat">
            <a:noFill/>
            <a:prstDash val="solid"/>
            <a:miter/>
          </a:ln>
        </p:spPr>
        <p:txBody>
          <a:bodyPr rtlCol="0" anchor="ctr"/>
          <a:lstStyle/>
          <a:p>
            <a:endParaRPr lang="en-GB"/>
          </a:p>
        </p:txBody>
      </p:sp>
    </p:spTree>
    <p:extLst>
      <p:ext uri="{BB962C8B-B14F-4D97-AF65-F5344CB8AC3E}">
        <p14:creationId xmlns:p14="http://schemas.microsoft.com/office/powerpoint/2010/main" val="274887005"/>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7_Text Slide A">
    <p:spTree>
      <p:nvGrpSpPr>
        <p:cNvPr id="1" name=""/>
        <p:cNvGrpSpPr/>
        <p:nvPr/>
      </p:nvGrpSpPr>
      <p:grpSpPr>
        <a:xfrm>
          <a:off x="0" y="0"/>
          <a:ext cx="0" cy="0"/>
          <a:chOff x="0" y="0"/>
          <a:chExt cx="0" cy="0"/>
        </a:xfrm>
      </p:grpSpPr>
      <p:grpSp>
        <p:nvGrpSpPr>
          <p:cNvPr id="2" name="Group 1"/>
          <p:cNvGrpSpPr/>
          <p:nvPr userDrawn="1"/>
        </p:nvGrpSpPr>
        <p:grpSpPr>
          <a:xfrm>
            <a:off x="-6058" y="3516217"/>
            <a:ext cx="5797612" cy="2396903"/>
            <a:chOff x="1320045" y="4580698"/>
            <a:chExt cx="3312434" cy="1370734"/>
          </a:xfrm>
          <a:solidFill>
            <a:srgbClr val="28CFF9"/>
          </a:solidFill>
        </p:grpSpPr>
        <p:sp>
          <p:nvSpPr>
            <p:cNvPr id="12" name="Rectangle 11"/>
            <p:cNvSpPr/>
            <p:nvPr userDrawn="1"/>
          </p:nvSpPr>
          <p:spPr>
            <a:xfrm>
              <a:off x="1320045" y="5031740"/>
              <a:ext cx="1234104"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Rectangle 12"/>
            <p:cNvSpPr/>
            <p:nvPr userDrawn="1"/>
          </p:nvSpPr>
          <p:spPr>
            <a:xfrm>
              <a:off x="1320046" y="5373431"/>
              <a:ext cx="1234104"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4" name="Group 13">
              <a:extLst>
                <a:ext uri="{FF2B5EF4-FFF2-40B4-BE49-F238E27FC236}">
                  <a16:creationId xmlns:a16="http://schemas.microsoft.com/office/drawing/2014/main" id="{51C13B23-0164-1C4E-9E7A-3F1ECA7824F7}"/>
                </a:ext>
              </a:extLst>
            </p:cNvPr>
            <p:cNvGrpSpPr/>
            <p:nvPr userDrawn="1"/>
          </p:nvGrpSpPr>
          <p:grpSpPr>
            <a:xfrm>
              <a:off x="2227580" y="4580698"/>
              <a:ext cx="2404899" cy="1370734"/>
              <a:chOff x="7799133" y="1870745"/>
              <a:chExt cx="1010349" cy="584292"/>
            </a:xfrm>
            <a:grpFill/>
          </p:grpSpPr>
          <p:sp>
            <p:nvSpPr>
              <p:cNvPr id="15" name="Freeform 14">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a:p>
            </p:txBody>
          </p:sp>
          <p:sp>
            <p:nvSpPr>
              <p:cNvPr id="16" name="Freeform 15">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a:p>
            </p:txBody>
          </p:sp>
          <p:sp>
            <p:nvSpPr>
              <p:cNvPr id="17" name="Freeform 16">
                <a:extLst>
                  <a:ext uri="{FF2B5EF4-FFF2-40B4-BE49-F238E27FC236}">
                    <a16:creationId xmlns:a16="http://schemas.microsoft.com/office/drawing/2014/main" id="{17BA7C41-EA1C-2F4D-90C7-EC472AB85B8A}"/>
                  </a:ext>
                </a:extLst>
              </p:cNvPr>
              <p:cNvSpPr/>
              <p:nvPr/>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grpSp>
      </p:grpSp>
      <p:sp>
        <p:nvSpPr>
          <p:cNvPr id="11" name="Text Placeholder 2"/>
          <p:cNvSpPr>
            <a:spLocks noGrp="1"/>
          </p:cNvSpPr>
          <p:nvPr>
            <p:ph type="body" sz="quarter" idx="10" hasCustomPrompt="1"/>
          </p:nvPr>
        </p:nvSpPr>
        <p:spPr>
          <a:xfrm>
            <a:off x="384784" y="1242034"/>
            <a:ext cx="3694112" cy="2917842"/>
          </a:xfrm>
        </p:spPr>
        <p:txBody>
          <a:bodyPr anchor="b"/>
          <a:lstStyle>
            <a:lvl1pPr marL="0" indent="0">
              <a:lnSpc>
                <a:spcPct val="100000"/>
              </a:lnSpc>
              <a:spcAft>
                <a:spcPts val="0"/>
              </a:spcAft>
              <a:buFont typeface="Arial" panose="020B0604020202020204" pitchFamily="34" charset="0"/>
              <a:buNone/>
              <a:defRPr sz="3600" cap="none" baseline="0">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8" name="Text Placeholder 4"/>
          <p:cNvSpPr>
            <a:spLocks noGrp="1"/>
          </p:cNvSpPr>
          <p:nvPr>
            <p:ph type="body" sz="quarter" idx="11" hasCustomPrompt="1"/>
          </p:nvPr>
        </p:nvSpPr>
        <p:spPr>
          <a:xfrm>
            <a:off x="6098146" y="579549"/>
            <a:ext cx="5718225" cy="5899039"/>
          </a:xfrm>
        </p:spPr>
        <p:txBody>
          <a:bodyPr/>
          <a:lstStyle>
            <a:lvl1pPr marL="0" indent="0">
              <a:buFont typeface="Arial" panose="020B0604020202020204" pitchFamily="34" charset="0"/>
              <a:buNone/>
              <a:defRPr sz="20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a:p>
            <a:pPr lvl="1"/>
            <a:r>
              <a:rPr lang="en-US" dirty="0"/>
              <a:t>Second level</a:t>
            </a:r>
          </a:p>
          <a:p>
            <a:pPr lvl="2"/>
            <a:r>
              <a:rPr lang="en-GB" dirty="0"/>
              <a:t>Third level</a:t>
            </a:r>
          </a:p>
          <a:p>
            <a:pPr lvl="2"/>
            <a:r>
              <a:rPr lang="en-GB" dirty="0"/>
              <a:t>Fourth level</a:t>
            </a:r>
          </a:p>
          <a:p>
            <a:pPr lvl="2"/>
            <a:r>
              <a:rPr lang="en-GB" dirty="0"/>
              <a:t>Fifth level</a:t>
            </a:r>
          </a:p>
        </p:txBody>
      </p:sp>
    </p:spTree>
    <p:extLst>
      <p:ext uri="{BB962C8B-B14F-4D97-AF65-F5344CB8AC3E}">
        <p14:creationId xmlns:p14="http://schemas.microsoft.com/office/powerpoint/2010/main" val="822106750"/>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4_Text and Image (half screen)">
    <p:bg>
      <p:bgPr>
        <a:solidFill>
          <a:schemeClr val="bg1"/>
        </a:solidFill>
        <a:effectLst/>
      </p:bgPr>
    </p:bg>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373063" y="1892635"/>
            <a:ext cx="614348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dirty="0"/>
              <a:t>Click icon to add picture</a:t>
            </a:r>
          </a:p>
        </p:txBody>
      </p:sp>
      <p:sp>
        <p:nvSpPr>
          <p:cNvPr id="11" name="Text Placeholder 2"/>
          <p:cNvSpPr>
            <a:spLocks noGrp="1"/>
          </p:cNvSpPr>
          <p:nvPr>
            <p:ph type="body" sz="quarter" idx="12" hasCustomPrompt="1"/>
          </p:nvPr>
        </p:nvSpPr>
        <p:spPr>
          <a:xfrm>
            <a:off x="385650" y="1147572"/>
            <a:ext cx="512390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6" name="Freeform 15">
            <a:extLst>
              <a:ext uri="{FF2B5EF4-FFF2-40B4-BE49-F238E27FC236}">
                <a16:creationId xmlns:a16="http://schemas.microsoft.com/office/drawing/2014/main" id="{D44E23D4-CD16-B448-8F0A-11F5CE4FAB4C}"/>
              </a:ext>
            </a:extLst>
          </p:cNvPr>
          <p:cNvSpPr/>
          <p:nvPr userDrawn="1"/>
        </p:nvSpPr>
        <p:spPr>
          <a:xfrm>
            <a:off x="3229535" y="4488657"/>
            <a:ext cx="3729957" cy="236934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641350">
                <a:moveTo>
                  <a:pt x="117151" y="24275"/>
                </a:moveTo>
                <a:cubicBezTo>
                  <a:pt x="34918" y="69741"/>
                  <a:pt x="-5912" y="140163"/>
                  <a:pt x="692" y="235603"/>
                </a:cubicBezTo>
                <a:cubicBezTo>
                  <a:pt x="7994" y="341013"/>
                  <a:pt x="103117" y="429659"/>
                  <a:pt x="208781" y="429659"/>
                </a:cubicBezTo>
                <a:lnTo>
                  <a:pt x="350450" y="429659"/>
                </a:lnTo>
                <a:lnTo>
                  <a:pt x="350450" y="641432"/>
                </a:lnTo>
                <a:lnTo>
                  <a:pt x="428301" y="641432"/>
                </a:lnTo>
                <a:lnTo>
                  <a:pt x="428301" y="430358"/>
                </a:lnTo>
                <a:lnTo>
                  <a:pt x="777551" y="430358"/>
                </a:lnTo>
                <a:cubicBezTo>
                  <a:pt x="722305" y="492842"/>
                  <a:pt x="679379" y="561231"/>
                  <a:pt x="652519" y="640352"/>
                </a:cubicBezTo>
                <a:cubicBezTo>
                  <a:pt x="668712" y="640352"/>
                  <a:pt x="683761" y="640352"/>
                  <a:pt x="698747" y="640352"/>
                </a:cubicBez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cubicBezTo>
                  <a:pt x="687889" y="141687"/>
                  <a:pt x="670616" y="141687"/>
                  <a:pt x="652138" y="141687"/>
                </a:cubicBez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cubicBezTo>
                  <a:pt x="350704" y="258463"/>
                  <a:pt x="350704" y="300818"/>
                  <a:pt x="350704" y="343045"/>
                </a:cubicBezTo>
                <a:lnTo>
                  <a:pt x="350704" y="352634"/>
                </a:lnTo>
                <a:cubicBezTo>
                  <a:pt x="349319" y="352892"/>
                  <a:pt x="347920" y="353061"/>
                  <a:pt x="346513" y="353142"/>
                </a:cubicBezTo>
                <a:cubicBezTo>
                  <a:pt x="300539" y="353142"/>
                  <a:pt x="254564" y="353142"/>
                  <a:pt x="208591" y="352697"/>
                </a:cubicBez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28CFF9"/>
          </a:solidFill>
          <a:ln w="6350" cap="flat">
            <a:noFill/>
            <a:prstDash val="solid"/>
            <a:miter/>
          </a:ln>
        </p:spPr>
        <p:txBody>
          <a:bodyPr rtlCol="0" anchor="ctr"/>
          <a:lstStyle/>
          <a:p>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194725214"/>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1_Activity 1">
    <p:bg>
      <p:bgPr>
        <a:solidFill>
          <a:srgbClr val="28CFF9"/>
        </a:solidFill>
        <a:effectLst/>
      </p:bgPr>
    </p:bg>
    <p:spTree>
      <p:nvGrpSpPr>
        <p:cNvPr id="1" name=""/>
        <p:cNvGrpSpPr/>
        <p:nvPr/>
      </p:nvGrpSpPr>
      <p:grpSpPr>
        <a:xfrm>
          <a:off x="0" y="0"/>
          <a:ext cx="0" cy="0"/>
          <a:chOff x="0" y="0"/>
          <a:chExt cx="0" cy="0"/>
        </a:xfrm>
      </p:grpSpPr>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accent1"/>
          </a:solidFill>
          <a:ln w="6350" cap="flat">
            <a:noFill/>
            <a:prstDash val="solid"/>
            <a:miter/>
          </a:ln>
        </p:spPr>
        <p:txBody>
          <a:bodyPr rtlCol="0" anchor="ctr"/>
          <a:lstStyle/>
          <a:p>
            <a:endParaRPr lang="en-GB"/>
          </a:p>
        </p:txBody>
      </p:sp>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rgbClr val="004050"/>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6"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lvl1pPr>
          </a:lstStyle>
          <a:p>
            <a:pPr lvl="0"/>
            <a:r>
              <a:rPr lang="en-US" dirty="0"/>
              <a:t>Click to edit instructions</a:t>
            </a:r>
          </a:p>
        </p:txBody>
      </p:sp>
    </p:spTree>
    <p:extLst>
      <p:ext uri="{BB962C8B-B14F-4D97-AF65-F5344CB8AC3E}">
        <p14:creationId xmlns:p14="http://schemas.microsoft.com/office/powerpoint/2010/main" val="1928947671"/>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5_03 Section Divider">
    <p:bg>
      <p:bgPr>
        <a:solidFill>
          <a:srgbClr val="F3622C"/>
        </a:solidFill>
        <a:effectLst/>
      </p:bgPr>
    </p:bg>
    <p:spTree>
      <p:nvGrpSpPr>
        <p:cNvPr id="1" name=""/>
        <p:cNvGrpSpPr/>
        <p:nvPr/>
      </p:nvGrpSpPr>
      <p:grpSpPr>
        <a:xfrm>
          <a:off x="0" y="0"/>
          <a:ext cx="0" cy="0"/>
          <a:chOff x="0" y="0"/>
          <a:chExt cx="0" cy="0"/>
        </a:xfrm>
      </p:grpSpPr>
      <p:sp>
        <p:nvSpPr>
          <p:cNvPr id="16" name="Rectangle 15"/>
          <p:cNvSpPr/>
          <p:nvPr userDrawn="1"/>
        </p:nvSpPr>
        <p:spPr>
          <a:xfrm>
            <a:off x="760859" y="768561"/>
            <a:ext cx="379608" cy="110490"/>
          </a:xfrm>
          <a:prstGeom prst="rect">
            <a:avLst/>
          </a:prstGeom>
          <a:solidFill>
            <a:srgbClr val="F362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9" name="Group 8">
            <a:extLst>
              <a:ext uri="{FF2B5EF4-FFF2-40B4-BE49-F238E27FC236}">
                <a16:creationId xmlns:a16="http://schemas.microsoft.com/office/drawing/2014/main" id="{51C13B23-0164-1C4E-9E7A-3F1ECA7824F7}"/>
              </a:ext>
            </a:extLst>
          </p:cNvPr>
          <p:cNvGrpSpPr/>
          <p:nvPr userDrawn="1"/>
        </p:nvGrpSpPr>
        <p:grpSpPr>
          <a:xfrm>
            <a:off x="3297651" y="2366578"/>
            <a:ext cx="7767721" cy="4491421"/>
            <a:chOff x="7799133" y="1870745"/>
            <a:chExt cx="1010349" cy="584292"/>
          </a:xfrm>
          <a:solidFill>
            <a:srgbClr val="F8D237"/>
          </a:solidFill>
        </p:grpSpPr>
        <p:sp>
          <p:nvSpPr>
            <p:cNvPr id="10" name="Freeform 9">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a:p>
          </p:txBody>
        </p:sp>
        <p:sp>
          <p:nvSpPr>
            <p:cNvPr id="11" name="Freeform 10">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17BA7C41-EA1C-2F4D-90C7-EC472AB85B8A}"/>
                </a:ext>
              </a:extLst>
            </p:cNvPr>
            <p:cNvSpPr/>
            <p:nvPr/>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grpSp>
      <p:sp>
        <p:nvSpPr>
          <p:cNvPr id="2" name="Rectangle 1"/>
          <p:cNvSpPr/>
          <p:nvPr userDrawn="1"/>
        </p:nvSpPr>
        <p:spPr>
          <a:xfrm>
            <a:off x="-1" y="3841786"/>
            <a:ext cx="8212667" cy="432000"/>
          </a:xfrm>
          <a:prstGeom prst="rect">
            <a:avLst/>
          </a:prstGeom>
          <a:solidFill>
            <a:srgbClr val="F8D23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p:cNvSpPr/>
          <p:nvPr userDrawn="1"/>
        </p:nvSpPr>
        <p:spPr>
          <a:xfrm>
            <a:off x="-10132" y="4965471"/>
            <a:ext cx="8146316" cy="432000"/>
          </a:xfrm>
          <a:prstGeom prst="rect">
            <a:avLst/>
          </a:prstGeom>
          <a:solidFill>
            <a:srgbClr val="F8D23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76239" y="1556247"/>
            <a:ext cx="5810250" cy="2277604"/>
          </a:xfrm>
        </p:spPr>
        <p:txBody>
          <a:bodyPr anchor="b" anchorCtr="0">
            <a:noAutofit/>
          </a:bodyPr>
          <a:lstStyle>
            <a:lvl1pPr algn="l">
              <a:lnSpc>
                <a:spcPct val="90000"/>
              </a:lnSpc>
              <a:defRPr sz="3600" spc="60" baseline="0">
                <a:solidFill>
                  <a:schemeClr val="bg1"/>
                </a:solidFill>
              </a:defRPr>
            </a:lvl1pPr>
          </a:lstStyle>
          <a:p>
            <a:r>
              <a:rPr lang="en-US" noProof="0" dirty="0"/>
              <a:t>CLICK TO EDIT </a:t>
            </a:r>
            <a:br>
              <a:rPr lang="en-US" noProof="0" dirty="0"/>
            </a:br>
            <a:r>
              <a:rPr lang="en-US" noProof="0" dirty="0"/>
              <a:t>MASTER TITLE STYLE</a:t>
            </a:r>
            <a:endParaRPr lang="en-GB" noProof="0" dirty="0"/>
          </a:p>
        </p:txBody>
      </p:sp>
    </p:spTree>
    <p:extLst>
      <p:ext uri="{BB962C8B-B14F-4D97-AF65-F5344CB8AC3E}">
        <p14:creationId xmlns:p14="http://schemas.microsoft.com/office/powerpoint/2010/main" val="122356146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2_Text Slide - With side bar C1">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F362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endParaRPr>
          </a:p>
        </p:txBody>
      </p:sp>
      <p:sp>
        <p:nvSpPr>
          <p:cNvPr id="8" name="Text Placeholder 2"/>
          <p:cNvSpPr>
            <a:spLocks noGrp="1"/>
          </p:cNvSpPr>
          <p:nvPr>
            <p:ph type="body" sz="quarter" idx="10" hasCustomPrompt="1"/>
          </p:nvPr>
        </p:nvSpPr>
        <p:spPr>
          <a:xfrm>
            <a:off x="384784" y="1349984"/>
            <a:ext cx="3443732" cy="2751998"/>
          </a:xfrm>
        </p:spPr>
        <p:txBody>
          <a:bodyPr/>
          <a:lstStyle>
            <a:lvl1pPr marL="0" indent="0">
              <a:lnSpc>
                <a:spcPct val="90000"/>
              </a:lnSpc>
              <a:spcAft>
                <a:spcPts val="0"/>
              </a:spcAft>
              <a:buFont typeface="Arial" panose="020B0604020202020204" pitchFamily="34" charset="0"/>
              <a:buNone/>
              <a:defRPr sz="3600" cap="all" spc="60" baseline="0">
                <a:solidFill>
                  <a:schemeClr val="bg1"/>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slide title to sit here</a:t>
            </a:r>
          </a:p>
        </p:txBody>
      </p:sp>
      <p:sp>
        <p:nvSpPr>
          <p:cNvPr id="9" name="Text Placeholder 4"/>
          <p:cNvSpPr>
            <a:spLocks noGrp="1"/>
          </p:cNvSpPr>
          <p:nvPr>
            <p:ph type="body" sz="quarter" idx="15" hasCustomPrompt="1"/>
          </p:nvPr>
        </p:nvSpPr>
        <p:spPr>
          <a:xfrm>
            <a:off x="5037138" y="1349984"/>
            <a:ext cx="5803900" cy="4094163"/>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20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t>
            </a:r>
            <a:r>
              <a:rPr lang="en-US" dirty="0" err="1"/>
              <a:t>sed</a:t>
            </a:r>
            <a:r>
              <a:rPr lang="en-US" dirty="0"/>
              <a:t> </a:t>
            </a:r>
            <a:r>
              <a:rPr lang="en-US" dirty="0" err="1"/>
              <a:t>diam</a:t>
            </a:r>
            <a:r>
              <a:rPr lang="en-US" dirty="0"/>
              <a:t> </a:t>
            </a:r>
            <a:r>
              <a:rPr lang="en-US" dirty="0" err="1"/>
              <a:t>nonummy</a:t>
            </a:r>
            <a:r>
              <a:rPr lang="en-US" dirty="0"/>
              <a:t> </a:t>
            </a:r>
            <a:r>
              <a:rPr lang="en-US" dirty="0" err="1"/>
              <a:t>nibh</a:t>
            </a:r>
            <a:r>
              <a:rPr lang="en-US" dirty="0"/>
              <a:t> </a:t>
            </a:r>
            <a:r>
              <a:rPr lang="en-US" dirty="0" err="1"/>
              <a:t>laoreet</a:t>
            </a:r>
            <a:r>
              <a:rPr lang="en-US" dirty="0"/>
              <a:t> </a:t>
            </a:r>
            <a:r>
              <a:rPr lang="en-US" dirty="0" err="1"/>
              <a:t>dolore</a:t>
            </a:r>
            <a:r>
              <a:rPr lang="en-US" dirty="0"/>
              <a:t> magna.</a:t>
            </a:r>
          </a:p>
          <a:p>
            <a:pPr lvl="1"/>
            <a:r>
              <a:rPr lang="en-US" dirty="0"/>
              <a:t>Second level</a:t>
            </a:r>
          </a:p>
        </p:txBody>
      </p:sp>
      <p:sp>
        <p:nvSpPr>
          <p:cNvPr id="14" name="Rectangle 13"/>
          <p:cNvSpPr/>
          <p:nvPr userDrawn="1"/>
        </p:nvSpPr>
        <p:spPr>
          <a:xfrm>
            <a:off x="0" y="5030515"/>
            <a:ext cx="2361189" cy="132089"/>
          </a:xfrm>
          <a:prstGeom prst="rect">
            <a:avLst/>
          </a:prstGeom>
          <a:solidFill>
            <a:srgbClr val="F8D23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Rectangle 14"/>
          <p:cNvSpPr/>
          <p:nvPr userDrawn="1"/>
        </p:nvSpPr>
        <p:spPr>
          <a:xfrm>
            <a:off x="0" y="5379138"/>
            <a:ext cx="2746241" cy="133200"/>
          </a:xfrm>
          <a:prstGeom prst="rect">
            <a:avLst/>
          </a:prstGeom>
          <a:solidFill>
            <a:srgbClr val="F8D23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7" name="Group 6">
            <a:extLst>
              <a:ext uri="{FF2B5EF4-FFF2-40B4-BE49-F238E27FC236}">
                <a16:creationId xmlns:a16="http://schemas.microsoft.com/office/drawing/2014/main" id="{51C13B23-0164-1C4E-9E7A-3F1ECA7824F7}"/>
              </a:ext>
            </a:extLst>
          </p:cNvPr>
          <p:cNvGrpSpPr/>
          <p:nvPr userDrawn="1"/>
        </p:nvGrpSpPr>
        <p:grpSpPr>
          <a:xfrm>
            <a:off x="2203017" y="4568506"/>
            <a:ext cx="2424152" cy="1401684"/>
            <a:chOff x="7799133" y="1870745"/>
            <a:chExt cx="1010349" cy="584292"/>
          </a:xfrm>
          <a:solidFill>
            <a:srgbClr val="F8D237"/>
          </a:solidFill>
        </p:grpSpPr>
        <p:sp>
          <p:nvSpPr>
            <p:cNvPr id="11" name="Freeform 10">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a:p>
          </p:txBody>
        </p:sp>
        <p:sp>
          <p:nvSpPr>
            <p:cNvPr id="12" name="Freeform 11">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17BA7C41-EA1C-2F4D-90C7-EC472AB85B8A}"/>
                </a:ext>
              </a:extLst>
            </p:cNvPr>
            <p:cNvSpPr/>
            <p:nvPr/>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998918914"/>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1_Text Slide A">
    <p:spTree>
      <p:nvGrpSpPr>
        <p:cNvPr id="1" name=""/>
        <p:cNvGrpSpPr/>
        <p:nvPr/>
      </p:nvGrpSpPr>
      <p:grpSpPr>
        <a:xfrm>
          <a:off x="0" y="0"/>
          <a:ext cx="0" cy="0"/>
          <a:chOff x="0" y="0"/>
          <a:chExt cx="0" cy="0"/>
        </a:xfrm>
      </p:grpSpPr>
      <p:grpSp>
        <p:nvGrpSpPr>
          <p:cNvPr id="8" name="Group 7"/>
          <p:cNvGrpSpPr/>
          <p:nvPr userDrawn="1"/>
        </p:nvGrpSpPr>
        <p:grpSpPr>
          <a:xfrm>
            <a:off x="-6058" y="3516217"/>
            <a:ext cx="5797612" cy="2396903"/>
            <a:chOff x="1320045" y="4580698"/>
            <a:chExt cx="3312434" cy="1370734"/>
          </a:xfrm>
          <a:solidFill>
            <a:srgbClr val="F3622C"/>
          </a:solidFill>
        </p:grpSpPr>
        <p:sp>
          <p:nvSpPr>
            <p:cNvPr id="9" name="Rectangle 8"/>
            <p:cNvSpPr/>
            <p:nvPr userDrawn="1"/>
          </p:nvSpPr>
          <p:spPr>
            <a:xfrm>
              <a:off x="1320045" y="5031740"/>
              <a:ext cx="1234104"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Rectangle 9"/>
            <p:cNvSpPr/>
            <p:nvPr userDrawn="1"/>
          </p:nvSpPr>
          <p:spPr>
            <a:xfrm>
              <a:off x="1320046" y="5373431"/>
              <a:ext cx="1234104"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1" name="Group 10">
              <a:extLst>
                <a:ext uri="{FF2B5EF4-FFF2-40B4-BE49-F238E27FC236}">
                  <a16:creationId xmlns:a16="http://schemas.microsoft.com/office/drawing/2014/main" id="{51C13B23-0164-1C4E-9E7A-3F1ECA7824F7}"/>
                </a:ext>
              </a:extLst>
            </p:cNvPr>
            <p:cNvGrpSpPr/>
            <p:nvPr userDrawn="1"/>
          </p:nvGrpSpPr>
          <p:grpSpPr>
            <a:xfrm>
              <a:off x="2227580" y="4580698"/>
              <a:ext cx="2404899" cy="1370734"/>
              <a:chOff x="7799133" y="1870745"/>
              <a:chExt cx="1010349" cy="584292"/>
            </a:xfrm>
            <a:grpFill/>
          </p:grpSpPr>
          <p:sp>
            <p:nvSpPr>
              <p:cNvPr id="12" name="Freeform 11">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a:p>
            </p:txBody>
          </p:sp>
          <p:sp>
            <p:nvSpPr>
              <p:cNvPr id="14" name="Freeform 13">
                <a:extLst>
                  <a:ext uri="{FF2B5EF4-FFF2-40B4-BE49-F238E27FC236}">
                    <a16:creationId xmlns:a16="http://schemas.microsoft.com/office/drawing/2014/main" id="{17BA7C41-EA1C-2F4D-90C7-EC472AB85B8A}"/>
                  </a:ext>
                </a:extLst>
              </p:cNvPr>
              <p:cNvSpPr/>
              <p:nvPr/>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grpSp>
      </p:grpSp>
      <p:sp>
        <p:nvSpPr>
          <p:cNvPr id="15" name="Text Placeholder 2"/>
          <p:cNvSpPr>
            <a:spLocks noGrp="1"/>
          </p:cNvSpPr>
          <p:nvPr>
            <p:ph type="body" sz="quarter" idx="10" hasCustomPrompt="1"/>
          </p:nvPr>
        </p:nvSpPr>
        <p:spPr>
          <a:xfrm>
            <a:off x="384784" y="1242034"/>
            <a:ext cx="3694112" cy="2917842"/>
          </a:xfrm>
        </p:spPr>
        <p:txBody>
          <a:bodyPr anchor="b"/>
          <a:lstStyle>
            <a:lvl1pPr marL="0" indent="0">
              <a:lnSpc>
                <a:spcPct val="100000"/>
              </a:lnSpc>
              <a:spcAft>
                <a:spcPts val="0"/>
              </a:spcAft>
              <a:buFont typeface="Arial" panose="020B0604020202020204" pitchFamily="34" charset="0"/>
              <a:buNone/>
              <a:defRPr sz="3600" cap="none" baseline="0">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6" name="Text Placeholder 4"/>
          <p:cNvSpPr>
            <a:spLocks noGrp="1"/>
          </p:cNvSpPr>
          <p:nvPr>
            <p:ph type="body" sz="quarter" idx="11" hasCustomPrompt="1"/>
          </p:nvPr>
        </p:nvSpPr>
        <p:spPr>
          <a:xfrm>
            <a:off x="6098146" y="579549"/>
            <a:ext cx="5718225" cy="5899039"/>
          </a:xfrm>
        </p:spPr>
        <p:txBody>
          <a:bodyPr/>
          <a:lstStyle>
            <a:lvl1pPr marL="0" indent="0">
              <a:buFont typeface="Arial" panose="020B0604020202020204" pitchFamily="34" charset="0"/>
              <a:buNone/>
              <a:defRPr sz="20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a:p>
            <a:pPr lvl="1"/>
            <a:r>
              <a:rPr lang="en-US" dirty="0"/>
              <a:t>Second level</a:t>
            </a:r>
          </a:p>
          <a:p>
            <a:pPr lvl="2"/>
            <a:r>
              <a:rPr lang="en-GB" dirty="0"/>
              <a:t>Third level</a:t>
            </a:r>
          </a:p>
          <a:p>
            <a:pPr lvl="2"/>
            <a:r>
              <a:rPr lang="en-GB" dirty="0"/>
              <a:t>Fourth level</a:t>
            </a:r>
          </a:p>
          <a:p>
            <a:pPr lvl="2"/>
            <a:r>
              <a:rPr lang="en-GB" dirty="0"/>
              <a:t>Fifth level</a:t>
            </a:r>
          </a:p>
        </p:txBody>
      </p:sp>
    </p:spTree>
    <p:extLst>
      <p:ext uri="{BB962C8B-B14F-4D97-AF65-F5344CB8AC3E}">
        <p14:creationId xmlns:p14="http://schemas.microsoft.com/office/powerpoint/2010/main" val="141614849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_Text and Image (half screen)">
    <p:bg>
      <p:bgPr>
        <a:solidFill>
          <a:schemeClr val="bg1"/>
        </a:solidFill>
        <a:effectLst/>
      </p:bgPr>
    </p:bg>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373063" y="1892635"/>
            <a:ext cx="614348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dirty="0"/>
              <a:t>Click icon to add picture</a:t>
            </a:r>
          </a:p>
        </p:txBody>
      </p:sp>
      <p:sp>
        <p:nvSpPr>
          <p:cNvPr id="11" name="Text Placeholder 2"/>
          <p:cNvSpPr>
            <a:spLocks noGrp="1"/>
          </p:cNvSpPr>
          <p:nvPr>
            <p:ph type="body" sz="quarter" idx="12" hasCustomPrompt="1"/>
          </p:nvPr>
        </p:nvSpPr>
        <p:spPr>
          <a:xfrm>
            <a:off x="385650" y="1147572"/>
            <a:ext cx="512390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6" name="Freeform 15">
            <a:extLst>
              <a:ext uri="{FF2B5EF4-FFF2-40B4-BE49-F238E27FC236}">
                <a16:creationId xmlns:a16="http://schemas.microsoft.com/office/drawing/2014/main" id="{D44E23D4-CD16-B448-8F0A-11F5CE4FAB4C}"/>
              </a:ext>
            </a:extLst>
          </p:cNvPr>
          <p:cNvSpPr/>
          <p:nvPr userDrawn="1"/>
        </p:nvSpPr>
        <p:spPr>
          <a:xfrm>
            <a:off x="3229535" y="4488657"/>
            <a:ext cx="3729957" cy="236934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641350">
                <a:moveTo>
                  <a:pt x="117151" y="24275"/>
                </a:moveTo>
                <a:cubicBezTo>
                  <a:pt x="34918" y="69741"/>
                  <a:pt x="-5912" y="140163"/>
                  <a:pt x="692" y="235603"/>
                </a:cubicBezTo>
                <a:cubicBezTo>
                  <a:pt x="7994" y="341013"/>
                  <a:pt x="103117" y="429659"/>
                  <a:pt x="208781" y="429659"/>
                </a:cubicBezTo>
                <a:lnTo>
                  <a:pt x="350450" y="429659"/>
                </a:lnTo>
                <a:lnTo>
                  <a:pt x="350450" y="641432"/>
                </a:lnTo>
                <a:lnTo>
                  <a:pt x="428301" y="641432"/>
                </a:lnTo>
                <a:lnTo>
                  <a:pt x="428301" y="430358"/>
                </a:lnTo>
                <a:lnTo>
                  <a:pt x="777551" y="430358"/>
                </a:lnTo>
                <a:cubicBezTo>
                  <a:pt x="722305" y="492842"/>
                  <a:pt x="679379" y="561231"/>
                  <a:pt x="652519" y="640352"/>
                </a:cubicBezTo>
                <a:cubicBezTo>
                  <a:pt x="668712" y="640352"/>
                  <a:pt x="683761" y="640352"/>
                  <a:pt x="698747" y="640352"/>
                </a:cubicBez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cubicBezTo>
                  <a:pt x="687889" y="141687"/>
                  <a:pt x="670616" y="141687"/>
                  <a:pt x="652138" y="141687"/>
                </a:cubicBez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cubicBezTo>
                  <a:pt x="350704" y="258463"/>
                  <a:pt x="350704" y="300818"/>
                  <a:pt x="350704" y="343045"/>
                </a:cubicBezTo>
                <a:lnTo>
                  <a:pt x="350704" y="352634"/>
                </a:lnTo>
                <a:cubicBezTo>
                  <a:pt x="349319" y="352892"/>
                  <a:pt x="347920" y="353061"/>
                  <a:pt x="346513" y="353142"/>
                </a:cubicBezTo>
                <a:cubicBezTo>
                  <a:pt x="300539" y="353142"/>
                  <a:pt x="254564" y="353142"/>
                  <a:pt x="208591" y="352697"/>
                </a:cubicBez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F1612C"/>
          </a:solidFill>
          <a:ln w="6350" cap="flat">
            <a:noFill/>
            <a:prstDash val="solid"/>
            <a:miter/>
          </a:ln>
        </p:spPr>
        <p:txBody>
          <a:bodyPr rtlCol="0" anchor="ctr"/>
          <a:lstStyle/>
          <a:p>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100865721"/>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2_Activity 1">
    <p:bg>
      <p:bgPr>
        <a:solidFill>
          <a:srgbClr val="F3622C"/>
        </a:solidFill>
        <a:effectLst/>
      </p:bgPr>
    </p:bg>
    <p:spTree>
      <p:nvGrpSpPr>
        <p:cNvPr id="1" name=""/>
        <p:cNvGrpSpPr/>
        <p:nvPr/>
      </p:nvGrpSpPr>
      <p:grpSpPr>
        <a:xfrm>
          <a:off x="0" y="0"/>
          <a:ext cx="0" cy="0"/>
          <a:chOff x="0" y="0"/>
          <a:chExt cx="0" cy="0"/>
        </a:xfrm>
      </p:grpSpPr>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accent1"/>
          </a:solidFill>
          <a:ln w="6350" cap="flat">
            <a:noFill/>
            <a:prstDash val="solid"/>
            <a:miter/>
          </a:ln>
        </p:spPr>
        <p:txBody>
          <a:bodyPr rtlCol="0" anchor="ctr"/>
          <a:lstStyle/>
          <a:p>
            <a:endParaRPr lang="en-GB">
              <a:solidFill>
                <a:schemeClr val="bg1"/>
              </a:solidFill>
            </a:endParaRPr>
          </a:p>
        </p:txBody>
      </p:sp>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rgbClr val="004050"/>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6"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lvl1pPr>
          </a:lstStyle>
          <a:p>
            <a:pPr lvl="0"/>
            <a:r>
              <a:rPr lang="en-US" dirty="0"/>
              <a:t>Click to edit instructions</a:t>
            </a:r>
          </a:p>
        </p:txBody>
      </p:sp>
    </p:spTree>
    <p:extLst>
      <p:ext uri="{BB962C8B-B14F-4D97-AF65-F5344CB8AC3E}">
        <p14:creationId xmlns:p14="http://schemas.microsoft.com/office/powerpoint/2010/main" val="1937711222"/>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3_02 Section Divider">
    <p:bg>
      <p:bgPr>
        <a:solidFill>
          <a:srgbClr val="7E007C"/>
        </a:solidFill>
        <a:effectLst/>
      </p:bgPr>
    </p:bg>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A0DD6AED-2202-DD48-A2D6-60CCC5F07320}"/>
              </a:ext>
            </a:extLst>
          </p:cNvPr>
          <p:cNvSpPr/>
          <p:nvPr userDrawn="1"/>
        </p:nvSpPr>
        <p:spPr>
          <a:xfrm>
            <a:off x="-609" y="2116538"/>
            <a:ext cx="11411496" cy="5526322"/>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rgbClr val="F91258"/>
          </a:solidFill>
          <a:ln w="6350" cap="flat">
            <a:noFill/>
            <a:prstDash val="solid"/>
            <a:miter/>
          </a:ln>
        </p:spPr>
        <p:txBody>
          <a:bodyPr rtlCol="0" anchor="ctr"/>
          <a:lstStyle/>
          <a:p>
            <a:endParaRPr lang="en-GB"/>
          </a:p>
        </p:txBody>
      </p:sp>
      <p:sp>
        <p:nvSpPr>
          <p:cNvPr id="13"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76238" y="2067007"/>
            <a:ext cx="5627171" cy="2353439"/>
          </a:xfrm>
        </p:spPr>
        <p:txBody>
          <a:bodyPr anchor="b" anchorCtr="0">
            <a:noAutofit/>
          </a:bodyPr>
          <a:lstStyle>
            <a:lvl1pPr algn="l">
              <a:lnSpc>
                <a:spcPts val="6000"/>
              </a:lnSpc>
              <a:defRPr sz="3600" spc="60" baseline="0">
                <a:solidFill>
                  <a:schemeClr val="bg1"/>
                </a:solidFill>
              </a:defRPr>
            </a:lvl1pPr>
          </a:lstStyle>
          <a:p>
            <a:r>
              <a:rPr lang="en-US" noProof="0" dirty="0"/>
              <a:t>CLICK TO EDIT MASTER TITLE STYLE</a:t>
            </a:r>
            <a:endParaRPr lang="en-GB" noProof="0" dirty="0"/>
          </a:p>
        </p:txBody>
      </p:sp>
    </p:spTree>
    <p:extLst>
      <p:ext uri="{BB962C8B-B14F-4D97-AF65-F5344CB8AC3E}">
        <p14:creationId xmlns:p14="http://schemas.microsoft.com/office/powerpoint/2010/main" val="39967457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4_Text Slide - With side bar C1">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7E00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 Placeholder 2"/>
          <p:cNvSpPr>
            <a:spLocks noGrp="1"/>
          </p:cNvSpPr>
          <p:nvPr>
            <p:ph type="body" sz="quarter" idx="10" hasCustomPrompt="1"/>
          </p:nvPr>
        </p:nvSpPr>
        <p:spPr>
          <a:xfrm>
            <a:off x="384784" y="1349984"/>
            <a:ext cx="3443732" cy="2751998"/>
          </a:xfrm>
        </p:spPr>
        <p:txBody>
          <a:bodyPr/>
          <a:lstStyle>
            <a:lvl1pPr marL="0" indent="0">
              <a:lnSpc>
                <a:spcPct val="90000"/>
              </a:lnSpc>
              <a:spcAft>
                <a:spcPts val="0"/>
              </a:spcAft>
              <a:buFont typeface="Arial" panose="020B0604020202020204" pitchFamily="34" charset="0"/>
              <a:buNone/>
              <a:defRPr sz="3600" cap="all" spc="60" baseline="0">
                <a:solidFill>
                  <a:schemeClr val="bg1"/>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slide title to sit here</a:t>
            </a:r>
          </a:p>
        </p:txBody>
      </p:sp>
      <p:sp>
        <p:nvSpPr>
          <p:cNvPr id="9" name="Text Placeholder 4"/>
          <p:cNvSpPr>
            <a:spLocks noGrp="1"/>
          </p:cNvSpPr>
          <p:nvPr>
            <p:ph type="body" sz="quarter" idx="15" hasCustomPrompt="1"/>
          </p:nvPr>
        </p:nvSpPr>
        <p:spPr>
          <a:xfrm>
            <a:off x="5037138" y="1349984"/>
            <a:ext cx="5803900" cy="4094163"/>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20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t>
            </a:r>
            <a:r>
              <a:rPr lang="en-US" dirty="0" err="1"/>
              <a:t>sed</a:t>
            </a:r>
            <a:r>
              <a:rPr lang="en-US" dirty="0"/>
              <a:t> </a:t>
            </a:r>
            <a:r>
              <a:rPr lang="en-US" dirty="0" err="1"/>
              <a:t>diam</a:t>
            </a:r>
            <a:r>
              <a:rPr lang="en-US" dirty="0"/>
              <a:t> </a:t>
            </a:r>
            <a:r>
              <a:rPr lang="en-US" dirty="0" err="1"/>
              <a:t>nonummy</a:t>
            </a:r>
            <a:r>
              <a:rPr lang="en-US" dirty="0"/>
              <a:t> </a:t>
            </a:r>
            <a:r>
              <a:rPr lang="en-US" dirty="0" err="1"/>
              <a:t>nibh</a:t>
            </a:r>
            <a:r>
              <a:rPr lang="en-US" dirty="0"/>
              <a:t> </a:t>
            </a:r>
            <a:r>
              <a:rPr lang="en-US" dirty="0" err="1"/>
              <a:t>laoreet</a:t>
            </a:r>
            <a:r>
              <a:rPr lang="en-US" dirty="0"/>
              <a:t> </a:t>
            </a:r>
            <a:r>
              <a:rPr lang="en-US" dirty="0" err="1"/>
              <a:t>dolore</a:t>
            </a:r>
            <a:r>
              <a:rPr lang="en-US" dirty="0"/>
              <a:t> magna.</a:t>
            </a:r>
          </a:p>
          <a:p>
            <a:pPr lvl="1"/>
            <a:r>
              <a:rPr lang="en-US" dirty="0"/>
              <a:t>Second level</a:t>
            </a:r>
          </a:p>
        </p:txBody>
      </p:sp>
      <p:grpSp>
        <p:nvGrpSpPr>
          <p:cNvPr id="7" name="Group 6">
            <a:extLst>
              <a:ext uri="{FF2B5EF4-FFF2-40B4-BE49-F238E27FC236}">
                <a16:creationId xmlns:a16="http://schemas.microsoft.com/office/drawing/2014/main" id="{51C13B23-0164-1C4E-9E7A-3F1ECA7824F7}"/>
              </a:ext>
            </a:extLst>
          </p:cNvPr>
          <p:cNvGrpSpPr/>
          <p:nvPr userDrawn="1"/>
        </p:nvGrpSpPr>
        <p:grpSpPr>
          <a:xfrm>
            <a:off x="2327195" y="4606108"/>
            <a:ext cx="2293146" cy="1326143"/>
            <a:chOff x="7799133" y="1870745"/>
            <a:chExt cx="1010349" cy="584292"/>
          </a:xfrm>
          <a:solidFill>
            <a:srgbClr val="FF004C"/>
          </a:solidFill>
        </p:grpSpPr>
        <p:sp>
          <p:nvSpPr>
            <p:cNvPr id="11" name="Freeform 10">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a:p>
          </p:txBody>
        </p:sp>
        <p:sp>
          <p:nvSpPr>
            <p:cNvPr id="12" name="Freeform 11">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17BA7C41-EA1C-2F4D-90C7-EC472AB85B8A}"/>
                </a:ext>
              </a:extLst>
            </p:cNvPr>
            <p:cNvSpPr/>
            <p:nvPr/>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grpSp>
      <p:sp>
        <p:nvSpPr>
          <p:cNvPr id="3" name="Rectangle 2"/>
          <p:cNvSpPr/>
          <p:nvPr userDrawn="1"/>
        </p:nvSpPr>
        <p:spPr>
          <a:xfrm>
            <a:off x="-11069" y="5042941"/>
            <a:ext cx="2506981" cy="126517"/>
          </a:xfrm>
          <a:prstGeom prst="rect">
            <a:avLst/>
          </a:prstGeom>
          <a:solidFill>
            <a:srgbClr val="FF004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p:cNvSpPr/>
          <p:nvPr userDrawn="1"/>
        </p:nvSpPr>
        <p:spPr>
          <a:xfrm>
            <a:off x="0" y="5374222"/>
            <a:ext cx="2506981" cy="126000"/>
          </a:xfrm>
          <a:prstGeom prst="rect">
            <a:avLst/>
          </a:prstGeom>
          <a:solidFill>
            <a:srgbClr val="FF004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345788051"/>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5_Text Slide A">
    <p:spTree>
      <p:nvGrpSpPr>
        <p:cNvPr id="1" name=""/>
        <p:cNvGrpSpPr/>
        <p:nvPr/>
      </p:nvGrpSpPr>
      <p:grpSpPr>
        <a:xfrm>
          <a:off x="0" y="0"/>
          <a:ext cx="0" cy="0"/>
          <a:chOff x="0" y="0"/>
          <a:chExt cx="0" cy="0"/>
        </a:xfrm>
      </p:grpSpPr>
      <p:grpSp>
        <p:nvGrpSpPr>
          <p:cNvPr id="15" name="Group 14"/>
          <p:cNvGrpSpPr/>
          <p:nvPr userDrawn="1"/>
        </p:nvGrpSpPr>
        <p:grpSpPr>
          <a:xfrm>
            <a:off x="-6058" y="3516217"/>
            <a:ext cx="5797612" cy="2396903"/>
            <a:chOff x="1320045" y="4580698"/>
            <a:chExt cx="3312434" cy="1370734"/>
          </a:xfrm>
          <a:solidFill>
            <a:srgbClr val="7E007C"/>
          </a:solidFill>
        </p:grpSpPr>
        <p:sp>
          <p:nvSpPr>
            <p:cNvPr id="16" name="Rectangle 15"/>
            <p:cNvSpPr/>
            <p:nvPr userDrawn="1"/>
          </p:nvSpPr>
          <p:spPr>
            <a:xfrm>
              <a:off x="1320045" y="5031740"/>
              <a:ext cx="1234104"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Rectangle 16"/>
            <p:cNvSpPr/>
            <p:nvPr userDrawn="1"/>
          </p:nvSpPr>
          <p:spPr>
            <a:xfrm>
              <a:off x="1320046" y="5373431"/>
              <a:ext cx="1234104"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8" name="Group 17">
              <a:extLst>
                <a:ext uri="{FF2B5EF4-FFF2-40B4-BE49-F238E27FC236}">
                  <a16:creationId xmlns:a16="http://schemas.microsoft.com/office/drawing/2014/main" id="{51C13B23-0164-1C4E-9E7A-3F1ECA7824F7}"/>
                </a:ext>
              </a:extLst>
            </p:cNvPr>
            <p:cNvGrpSpPr/>
            <p:nvPr userDrawn="1"/>
          </p:nvGrpSpPr>
          <p:grpSpPr>
            <a:xfrm>
              <a:off x="2227580" y="4580698"/>
              <a:ext cx="2404899" cy="1370734"/>
              <a:chOff x="7799133" y="1870745"/>
              <a:chExt cx="1010349" cy="584292"/>
            </a:xfrm>
            <a:grpFill/>
          </p:grpSpPr>
          <p:sp>
            <p:nvSpPr>
              <p:cNvPr id="19" name="Freeform 18">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17BA7C41-EA1C-2F4D-90C7-EC472AB85B8A}"/>
                  </a:ext>
                </a:extLst>
              </p:cNvPr>
              <p:cNvSpPr/>
              <p:nvPr userDrawn="1"/>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grpSp>
      </p:grpSp>
      <p:sp>
        <p:nvSpPr>
          <p:cNvPr id="11" name="Text Placeholder 2"/>
          <p:cNvSpPr>
            <a:spLocks noGrp="1"/>
          </p:cNvSpPr>
          <p:nvPr>
            <p:ph type="body" sz="quarter" idx="10" hasCustomPrompt="1"/>
          </p:nvPr>
        </p:nvSpPr>
        <p:spPr>
          <a:xfrm>
            <a:off x="384784" y="1242034"/>
            <a:ext cx="3694112" cy="2917842"/>
          </a:xfrm>
        </p:spPr>
        <p:txBody>
          <a:bodyPr anchor="b"/>
          <a:lstStyle>
            <a:lvl1pPr marL="0" indent="0">
              <a:lnSpc>
                <a:spcPct val="100000"/>
              </a:lnSpc>
              <a:spcAft>
                <a:spcPts val="0"/>
              </a:spcAft>
              <a:buFont typeface="Arial" panose="020B0604020202020204" pitchFamily="34" charset="0"/>
              <a:buNone/>
              <a:defRPr sz="3600" cap="none" baseline="0">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2" name="Text Placeholder 4"/>
          <p:cNvSpPr>
            <a:spLocks noGrp="1"/>
          </p:cNvSpPr>
          <p:nvPr>
            <p:ph type="body" sz="quarter" idx="11" hasCustomPrompt="1"/>
          </p:nvPr>
        </p:nvSpPr>
        <p:spPr>
          <a:xfrm>
            <a:off x="6098146" y="579549"/>
            <a:ext cx="5718225" cy="5899039"/>
          </a:xfrm>
        </p:spPr>
        <p:txBody>
          <a:bodyPr/>
          <a:lstStyle>
            <a:lvl1pPr marL="0" indent="0">
              <a:buFont typeface="Arial" panose="020B0604020202020204" pitchFamily="34" charset="0"/>
              <a:buNone/>
              <a:defRPr sz="20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a:p>
            <a:pPr lvl="1"/>
            <a:r>
              <a:rPr lang="en-US" dirty="0"/>
              <a:t>Second level</a:t>
            </a:r>
          </a:p>
          <a:p>
            <a:pPr lvl="2"/>
            <a:r>
              <a:rPr lang="en-GB" dirty="0"/>
              <a:t>Third level</a:t>
            </a:r>
          </a:p>
          <a:p>
            <a:pPr lvl="2"/>
            <a:r>
              <a:rPr lang="en-GB" dirty="0"/>
              <a:t>Fourth level</a:t>
            </a:r>
          </a:p>
          <a:p>
            <a:pPr lvl="2"/>
            <a:r>
              <a:rPr lang="en-GB" dirty="0"/>
              <a:t>Fifth level</a:t>
            </a:r>
          </a:p>
        </p:txBody>
      </p:sp>
    </p:spTree>
    <p:extLst>
      <p:ext uri="{BB962C8B-B14F-4D97-AF65-F5344CB8AC3E}">
        <p14:creationId xmlns:p14="http://schemas.microsoft.com/office/powerpoint/2010/main" val="1596148475"/>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_Text and Image (half screen)">
    <p:bg>
      <p:bgPr>
        <a:solidFill>
          <a:schemeClr val="bg1"/>
        </a:solidFill>
        <a:effectLst/>
      </p:bgPr>
    </p:bg>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373063" y="1892635"/>
            <a:ext cx="614348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dirty="0"/>
              <a:t>Click icon to add picture</a:t>
            </a:r>
          </a:p>
        </p:txBody>
      </p:sp>
      <p:sp>
        <p:nvSpPr>
          <p:cNvPr id="11" name="Text Placeholder 2"/>
          <p:cNvSpPr>
            <a:spLocks noGrp="1"/>
          </p:cNvSpPr>
          <p:nvPr>
            <p:ph type="body" sz="quarter" idx="12" hasCustomPrompt="1"/>
          </p:nvPr>
        </p:nvSpPr>
        <p:spPr>
          <a:xfrm>
            <a:off x="385650" y="1147572"/>
            <a:ext cx="512390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6" name="Freeform 15">
            <a:extLst>
              <a:ext uri="{FF2B5EF4-FFF2-40B4-BE49-F238E27FC236}">
                <a16:creationId xmlns:a16="http://schemas.microsoft.com/office/drawing/2014/main" id="{D44E23D4-CD16-B448-8F0A-11F5CE4FAB4C}"/>
              </a:ext>
            </a:extLst>
          </p:cNvPr>
          <p:cNvSpPr/>
          <p:nvPr userDrawn="1"/>
        </p:nvSpPr>
        <p:spPr>
          <a:xfrm>
            <a:off x="3229535" y="4488657"/>
            <a:ext cx="3729957" cy="236934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641350">
                <a:moveTo>
                  <a:pt x="117151" y="24275"/>
                </a:moveTo>
                <a:cubicBezTo>
                  <a:pt x="34918" y="69741"/>
                  <a:pt x="-5912" y="140163"/>
                  <a:pt x="692" y="235603"/>
                </a:cubicBezTo>
                <a:cubicBezTo>
                  <a:pt x="7994" y="341013"/>
                  <a:pt x="103117" y="429659"/>
                  <a:pt x="208781" y="429659"/>
                </a:cubicBezTo>
                <a:lnTo>
                  <a:pt x="350450" y="429659"/>
                </a:lnTo>
                <a:lnTo>
                  <a:pt x="350450" y="641432"/>
                </a:lnTo>
                <a:lnTo>
                  <a:pt x="428301" y="641432"/>
                </a:lnTo>
                <a:lnTo>
                  <a:pt x="428301" y="430358"/>
                </a:lnTo>
                <a:lnTo>
                  <a:pt x="777551" y="430358"/>
                </a:lnTo>
                <a:cubicBezTo>
                  <a:pt x="722305" y="492842"/>
                  <a:pt x="679379" y="561231"/>
                  <a:pt x="652519" y="640352"/>
                </a:cubicBezTo>
                <a:cubicBezTo>
                  <a:pt x="668712" y="640352"/>
                  <a:pt x="683761" y="640352"/>
                  <a:pt x="698747" y="640352"/>
                </a:cubicBez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cubicBezTo>
                  <a:pt x="687889" y="141687"/>
                  <a:pt x="670616" y="141687"/>
                  <a:pt x="652138" y="141687"/>
                </a:cubicBez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cubicBezTo>
                  <a:pt x="350704" y="258463"/>
                  <a:pt x="350704" y="300818"/>
                  <a:pt x="350704" y="343045"/>
                </a:cubicBezTo>
                <a:lnTo>
                  <a:pt x="350704" y="352634"/>
                </a:lnTo>
                <a:cubicBezTo>
                  <a:pt x="349319" y="352892"/>
                  <a:pt x="347920" y="353061"/>
                  <a:pt x="346513" y="353142"/>
                </a:cubicBezTo>
                <a:cubicBezTo>
                  <a:pt x="300539" y="353142"/>
                  <a:pt x="254564" y="353142"/>
                  <a:pt x="208591" y="352697"/>
                </a:cubicBez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7E007C"/>
          </a:solidFill>
          <a:ln w="6350" cap="flat">
            <a:noFill/>
            <a:prstDash val="solid"/>
            <a:miter/>
          </a:ln>
        </p:spPr>
        <p:txBody>
          <a:bodyPr rtlCol="0" anchor="ctr"/>
          <a:lstStyle/>
          <a:p>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6546401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3_Activity 1">
    <p:bg>
      <p:bgPr>
        <a:solidFill>
          <a:srgbClr val="7E007C"/>
        </a:solidFill>
        <a:effectLst/>
      </p:bgPr>
    </p:bg>
    <p:spTree>
      <p:nvGrpSpPr>
        <p:cNvPr id="1" name=""/>
        <p:cNvGrpSpPr/>
        <p:nvPr/>
      </p:nvGrpSpPr>
      <p:grpSpPr>
        <a:xfrm>
          <a:off x="0" y="0"/>
          <a:ext cx="0" cy="0"/>
          <a:chOff x="0" y="0"/>
          <a:chExt cx="0" cy="0"/>
        </a:xfrm>
      </p:grpSpPr>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bg1"/>
          </a:solidFill>
          <a:ln w="6350" cap="flat">
            <a:noFill/>
            <a:prstDash val="solid"/>
            <a:miter/>
          </a:ln>
        </p:spPr>
        <p:txBody>
          <a:bodyPr rtlCol="0" anchor="ctr"/>
          <a:lstStyle/>
          <a:p>
            <a:endParaRPr lang="en-GB">
              <a:solidFill>
                <a:schemeClr val="bg1"/>
              </a:solidFill>
            </a:endParaRPr>
          </a:p>
        </p:txBody>
      </p:sp>
      <p:sp>
        <p:nvSpPr>
          <p:cNvPr id="7"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chemeClr val="bg1"/>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8"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solidFill>
                  <a:schemeClr val="bg1"/>
                </a:solidFill>
              </a:defRPr>
            </a:lvl1pPr>
          </a:lstStyle>
          <a:p>
            <a:pPr lvl="0"/>
            <a:r>
              <a:rPr lang="en-US" dirty="0"/>
              <a:t>Click to edit instructions</a:t>
            </a:r>
          </a:p>
        </p:txBody>
      </p:sp>
    </p:spTree>
    <p:extLst>
      <p:ext uri="{BB962C8B-B14F-4D97-AF65-F5344CB8AC3E}">
        <p14:creationId xmlns:p14="http://schemas.microsoft.com/office/powerpoint/2010/main" val="3175680889"/>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
        <p:nvSpPr>
          <p:cNvPr id="8" name="Text Placeholder 2">
            <a:extLst>
              <a:ext uri="{FF2B5EF4-FFF2-40B4-BE49-F238E27FC236}">
                <a16:creationId xmlns:a16="http://schemas.microsoft.com/office/drawing/2014/main" id="{B623AAC1-38C0-EC41-AF66-7EC76ACCB83E}"/>
              </a:ext>
            </a:extLst>
          </p:cNvPr>
          <p:cNvSpPr>
            <a:spLocks noGrp="1"/>
          </p:cNvSpPr>
          <p:nvPr>
            <p:ph idx="1"/>
          </p:nvPr>
        </p:nvSpPr>
        <p:spPr>
          <a:xfrm>
            <a:off x="341272" y="1368256"/>
            <a:ext cx="11516239" cy="4955354"/>
          </a:xfrm>
          <a:prstGeom prst="rect">
            <a:avLst/>
          </a:prstGeom>
        </p:spPr>
        <p:txBody>
          <a:bodyPr vert="horz" lIns="0" tIns="0" rIns="0" bIns="0" rtlCol="0" anchor="t" anchorCtr="0">
            <a:noAutofit/>
          </a:bodyPr>
          <a:lstStyle>
            <a:lvl2pPr marL="355600" indent="-266700">
              <a:buFont typeface="Arial" panose="020B0604020202020204" pitchFamily="34" charset="0"/>
              <a:buChar char="•"/>
              <a:defRPr/>
            </a:lvl2pPr>
            <a:lvl3pPr marL="355600" indent="-266700">
              <a:buFont typeface="Arial" panose="020B0604020202020204" pitchFamily="34" charset="0"/>
              <a:buChar char="•"/>
              <a:defRPr/>
            </a:lvl3pPr>
            <a:lvl4pPr marL="355600" indent="-266700">
              <a:buFont typeface="Arial" panose="020B0604020202020204" pitchFamily="34" charset="0"/>
              <a:buChar char="•"/>
              <a:defRPr/>
            </a:lvl4pPr>
            <a:lvl5pPr marL="355600" indent="-266700">
              <a:buFont typeface="Arial" panose="020B0604020202020204" pitchFamily="34" charset="0"/>
              <a:buChar char="•"/>
              <a:defRPr/>
            </a:lvl5pPr>
          </a:lstStyle>
          <a:p>
            <a:pPr lvl="0"/>
            <a:r>
              <a:rPr lang="en-US" dirty="0"/>
              <a:t>Edit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3212588995"/>
      </p:ext>
    </p:extLst>
  </p:cSld>
  <p:clrMapOvr>
    <a:masterClrMapping/>
  </p:clrMapOvr>
  <p:extLst>
    <p:ext uri="{DCECCB84-F9BA-43D5-87BE-67443E8EF086}">
      <p15:sldGuideLst xmlns:p15="http://schemas.microsoft.com/office/powerpoint/2012/main">
        <p15:guide id="1" orient="horz" pos="777" userDrawn="1">
          <p15:clr>
            <a:srgbClr val="FBAE40"/>
          </p15:clr>
        </p15:guide>
        <p15:guide id="2" pos="3840" userDrawn="1">
          <p15:clr>
            <a:srgbClr val="FBAE40"/>
          </p15:clr>
        </p15:guide>
        <p15:guide id="3" orient="horz" pos="2160" userDrawn="1">
          <p15:clr>
            <a:srgbClr val="FBAE40"/>
          </p15:clr>
        </p15:guide>
        <p15:guide id="4" orient="horz" pos="2260" userDrawn="1">
          <p15:clr>
            <a:srgbClr val="FBAE40"/>
          </p15:clr>
        </p15:guide>
        <p15:guide id="5" pos="3940" userDrawn="1">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and image">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2" name="Rectangle 1"/>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3915446001"/>
      </p:ext>
    </p:extLst>
  </p:cSld>
  <p:clrMapOvr>
    <a:masterClrMapping/>
  </p:clrMapOvr>
  <p:extLst>
    <p:ext uri="{DCECCB84-F9BA-43D5-87BE-67443E8EF086}">
      <p15:sldGuideLst xmlns:p15="http://schemas.microsoft.com/office/powerpoint/2012/main">
        <p15:guide id="1" orient="horz" pos="777">
          <p15:clr>
            <a:srgbClr val="FBAE40"/>
          </p15:clr>
        </p15:guide>
        <p15:guide id="2" pos="3840" userDrawn="1">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icons and text">
    <p:spTree>
      <p:nvGrpSpPr>
        <p:cNvPr id="1" name=""/>
        <p:cNvGrpSpPr/>
        <p:nvPr/>
      </p:nvGrpSpPr>
      <p:grpSpPr>
        <a:xfrm>
          <a:off x="0" y="0"/>
          <a:ext cx="0" cy="0"/>
          <a:chOff x="0" y="0"/>
          <a:chExt cx="0" cy="0"/>
        </a:xfrm>
      </p:grpSpPr>
      <p:sp>
        <p:nvSpPr>
          <p:cNvPr id="3" name="Text Placeholder 4"/>
          <p:cNvSpPr>
            <a:spLocks noGrp="1"/>
          </p:cNvSpPr>
          <p:nvPr>
            <p:ph type="body" sz="quarter" idx="15" hasCustomPrompt="1"/>
          </p:nvPr>
        </p:nvSpPr>
        <p:spPr>
          <a:xfrm>
            <a:off x="1059427" y="3673998"/>
            <a:ext cx="2124159" cy="2749952"/>
          </a:xfrm>
        </p:spPr>
        <p:txBody>
          <a:bodyPr/>
          <a:lstStyle>
            <a:lvl1pPr marL="0" indent="0">
              <a:lnSpc>
                <a:spcPct val="100000"/>
              </a:lnSpc>
              <a:buFont typeface="Arial" panose="020B0604020202020204" pitchFamily="34" charset="0"/>
              <a:buNone/>
              <a:defRPr sz="2000" b="0"/>
            </a:lvl1pPr>
            <a:lvl2pPr marL="0" indent="0">
              <a:buFont typeface="Arial" panose="020B0604020202020204" pitchFamily="34" charset="0"/>
              <a:buNone/>
              <a:defRPr sz="18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p:txBody>
      </p:sp>
      <p:sp>
        <p:nvSpPr>
          <p:cNvPr id="4" name="Text Placeholder 4"/>
          <p:cNvSpPr>
            <a:spLocks noGrp="1"/>
          </p:cNvSpPr>
          <p:nvPr>
            <p:ph type="body" sz="quarter" idx="16" hasCustomPrompt="1"/>
          </p:nvPr>
        </p:nvSpPr>
        <p:spPr>
          <a:xfrm>
            <a:off x="3639645" y="3673998"/>
            <a:ext cx="2068065" cy="2749952"/>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18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p:txBody>
      </p:sp>
      <p:sp>
        <p:nvSpPr>
          <p:cNvPr id="6" name="Text Placeholder 4"/>
          <p:cNvSpPr>
            <a:spLocks noGrp="1"/>
          </p:cNvSpPr>
          <p:nvPr>
            <p:ph type="body" sz="quarter" idx="17" hasCustomPrompt="1"/>
          </p:nvPr>
        </p:nvSpPr>
        <p:spPr>
          <a:xfrm>
            <a:off x="6149996" y="3673998"/>
            <a:ext cx="2130523" cy="2749952"/>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18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p:txBody>
      </p:sp>
      <p:sp>
        <p:nvSpPr>
          <p:cNvPr id="7" name="Picture Placeholder 21"/>
          <p:cNvSpPr>
            <a:spLocks noGrp="1"/>
          </p:cNvSpPr>
          <p:nvPr>
            <p:ph type="pic" sz="quarter" idx="18" hasCustomPrompt="1"/>
          </p:nvPr>
        </p:nvSpPr>
        <p:spPr>
          <a:xfrm>
            <a:off x="1059428" y="1993484"/>
            <a:ext cx="1437932" cy="1437930"/>
          </a:xfrm>
        </p:spPr>
        <p:txBody>
          <a:bodyPr/>
          <a:lstStyle>
            <a:lvl1pPr marL="0" indent="0">
              <a:buNone/>
              <a:defRPr/>
            </a:lvl1pPr>
          </a:lstStyle>
          <a:p>
            <a:r>
              <a:rPr lang="en-GB" dirty="0"/>
              <a:t>icon</a:t>
            </a:r>
          </a:p>
        </p:txBody>
      </p:sp>
      <p:sp>
        <p:nvSpPr>
          <p:cNvPr id="8" name="Picture Placeholder 21"/>
          <p:cNvSpPr>
            <a:spLocks noGrp="1"/>
          </p:cNvSpPr>
          <p:nvPr>
            <p:ph type="pic" sz="quarter" idx="19" hasCustomPrompt="1"/>
          </p:nvPr>
        </p:nvSpPr>
        <p:spPr>
          <a:xfrm>
            <a:off x="3639646" y="1986408"/>
            <a:ext cx="1437932" cy="1437930"/>
          </a:xfrm>
        </p:spPr>
        <p:txBody>
          <a:bodyPr/>
          <a:lstStyle>
            <a:lvl1pPr marL="0" indent="0">
              <a:buNone/>
              <a:defRPr/>
            </a:lvl1pPr>
          </a:lstStyle>
          <a:p>
            <a:r>
              <a:rPr lang="en-GB" dirty="0"/>
              <a:t>icon</a:t>
            </a:r>
          </a:p>
        </p:txBody>
      </p:sp>
      <p:sp>
        <p:nvSpPr>
          <p:cNvPr id="9" name="Picture Placeholder 21"/>
          <p:cNvSpPr>
            <a:spLocks noGrp="1"/>
          </p:cNvSpPr>
          <p:nvPr>
            <p:ph type="pic" sz="quarter" idx="20" hasCustomPrompt="1"/>
          </p:nvPr>
        </p:nvSpPr>
        <p:spPr>
          <a:xfrm>
            <a:off x="6149997" y="1993484"/>
            <a:ext cx="1437932" cy="1437930"/>
          </a:xfrm>
        </p:spPr>
        <p:txBody>
          <a:bodyPr/>
          <a:lstStyle>
            <a:lvl1pPr marL="0" indent="0">
              <a:buNone/>
              <a:defRPr/>
            </a:lvl1pPr>
          </a:lstStyle>
          <a:p>
            <a:r>
              <a:rPr lang="en-GB" dirty="0"/>
              <a:t>icon</a:t>
            </a:r>
          </a:p>
        </p:txBody>
      </p:sp>
      <p:sp>
        <p:nvSpPr>
          <p:cNvPr id="10" name="Text Placeholder 4"/>
          <p:cNvSpPr>
            <a:spLocks noGrp="1"/>
          </p:cNvSpPr>
          <p:nvPr>
            <p:ph type="body" sz="quarter" idx="21" hasCustomPrompt="1"/>
          </p:nvPr>
        </p:nvSpPr>
        <p:spPr>
          <a:xfrm>
            <a:off x="8637070" y="3688989"/>
            <a:ext cx="2183449" cy="2749952"/>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18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p:txBody>
      </p:sp>
      <p:sp>
        <p:nvSpPr>
          <p:cNvPr id="11" name="Picture Placeholder 21"/>
          <p:cNvSpPr>
            <a:spLocks noGrp="1"/>
          </p:cNvSpPr>
          <p:nvPr>
            <p:ph type="pic" sz="quarter" idx="22" hasCustomPrompt="1"/>
          </p:nvPr>
        </p:nvSpPr>
        <p:spPr>
          <a:xfrm>
            <a:off x="8637071" y="2008475"/>
            <a:ext cx="1437932" cy="1437930"/>
          </a:xfrm>
        </p:spPr>
        <p:txBody>
          <a:bodyPr/>
          <a:lstStyle>
            <a:lvl1pPr marL="0" indent="0">
              <a:buNone/>
              <a:defRPr/>
            </a:lvl1pPr>
          </a:lstStyle>
          <a:p>
            <a:r>
              <a:rPr lang="en-GB" dirty="0"/>
              <a:t>icon</a:t>
            </a:r>
          </a:p>
        </p:txBody>
      </p:sp>
      <p:sp>
        <p:nvSpPr>
          <p:cNvPr id="12"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3" name="Rectangle 12"/>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4138968323"/>
      </p:ext>
    </p:extLst>
  </p:cSld>
  <p:clrMapOvr>
    <a:masterClrMapping/>
  </p:clrMapOvr>
  <p:extLst>
    <p:ext uri="{DCECCB84-F9BA-43D5-87BE-67443E8EF086}">
      <p15:sldGuideLst xmlns:p15="http://schemas.microsoft.com/office/powerpoint/2012/main">
        <p15:guide id="1" orient="horz" pos="777">
          <p15:clr>
            <a:srgbClr val="FBAE40"/>
          </p15:clr>
        </p15:guide>
        <p15:guide id="2" pos="3840">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Four text blocks">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1065907" y="1986354"/>
            <a:ext cx="2153905"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5" name="Text Placeholder 7"/>
          <p:cNvSpPr>
            <a:spLocks noGrp="1"/>
          </p:cNvSpPr>
          <p:nvPr>
            <p:ph type="body" sz="quarter" idx="13" hasCustomPrompt="1"/>
          </p:nvPr>
        </p:nvSpPr>
        <p:spPr>
          <a:xfrm>
            <a:off x="3511826" y="1986354"/>
            <a:ext cx="2153905"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6" name="Text Placeholder 7"/>
          <p:cNvSpPr>
            <a:spLocks noGrp="1"/>
          </p:cNvSpPr>
          <p:nvPr>
            <p:ph type="body" sz="quarter" idx="14" hasCustomPrompt="1"/>
          </p:nvPr>
        </p:nvSpPr>
        <p:spPr>
          <a:xfrm>
            <a:off x="5957745" y="1986353"/>
            <a:ext cx="2153905"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Text Placeholder 7"/>
          <p:cNvSpPr>
            <a:spLocks noGrp="1"/>
          </p:cNvSpPr>
          <p:nvPr>
            <p:ph type="body" sz="quarter" idx="15" hasCustomPrompt="1"/>
          </p:nvPr>
        </p:nvSpPr>
        <p:spPr>
          <a:xfrm>
            <a:off x="8403664" y="1986352"/>
            <a:ext cx="2153905"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8"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Rectangle 8"/>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112719566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wo Text Blocks">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5915467" y="1992793"/>
            <a:ext cx="464600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lang="en-US" sz="2000" b="0" i="0" kern="1200" dirty="0">
                <a:solidFill>
                  <a:schemeClr val="tx1"/>
                </a:solidFill>
                <a:latin typeface="Montserrat" pitchFamily="2" charset="77"/>
                <a:ea typeface="+mn-ea"/>
                <a:cs typeface="+mn-cs"/>
              </a:defRPr>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marL="342900" lvl="1" indent="-342900" algn="l" defTabSz="914400" rtl="0" eaLnBrk="1" latinLnBrk="0" hangingPunct="1">
              <a:lnSpc>
                <a:spcPct val="100000"/>
              </a:lnSpc>
              <a:spcBef>
                <a:spcPts val="0"/>
              </a:spcBef>
              <a:spcAft>
                <a:spcPts val="650"/>
              </a:spcAft>
              <a:buSzPct val="115000"/>
              <a:buFont typeface="Arial" panose="020B0604020202020204" pitchFamily="34" charset="0"/>
              <a:buChar char="•"/>
              <a:tabLst/>
            </a:pPr>
            <a:r>
              <a:rPr lang="en-US" dirty="0"/>
              <a:t>Second level</a:t>
            </a:r>
          </a:p>
          <a:p>
            <a:pPr marL="342900" lvl="1" indent="-342900" algn="l" defTabSz="914400" rtl="0" eaLnBrk="1" latinLnBrk="0" hangingPunct="1">
              <a:lnSpc>
                <a:spcPct val="100000"/>
              </a:lnSpc>
              <a:spcBef>
                <a:spcPts val="0"/>
              </a:spcBef>
              <a:spcAft>
                <a:spcPts val="650"/>
              </a:spcAft>
              <a:buSzPct val="115000"/>
              <a:buFont typeface="Arial" panose="020B0604020202020204" pitchFamily="34" charset="0"/>
              <a:buChar char="•"/>
              <a:tabLst/>
            </a:pPr>
            <a:r>
              <a:rPr lang="en-US" dirty="0"/>
              <a:t>Third level</a:t>
            </a:r>
          </a:p>
          <a:p>
            <a:pPr marL="342900" lvl="1" indent="-342900" algn="l" defTabSz="914400" rtl="0" eaLnBrk="1" latinLnBrk="0" hangingPunct="1">
              <a:lnSpc>
                <a:spcPct val="100000"/>
              </a:lnSpc>
              <a:spcBef>
                <a:spcPts val="0"/>
              </a:spcBef>
              <a:spcAft>
                <a:spcPts val="650"/>
              </a:spcAft>
              <a:buSzPct val="115000"/>
              <a:buFont typeface="Arial" panose="020B0604020202020204" pitchFamily="34" charset="0"/>
              <a:buChar char="•"/>
              <a:tabLst/>
            </a:pPr>
            <a:r>
              <a:rPr lang="en-US" dirty="0"/>
              <a:t>Fourth level</a:t>
            </a:r>
          </a:p>
          <a:p>
            <a:pPr marL="342900" lvl="1" indent="-342900" algn="l" defTabSz="914400" rtl="0" eaLnBrk="1" latinLnBrk="0" hangingPunct="1">
              <a:lnSpc>
                <a:spcPct val="100000"/>
              </a:lnSpc>
              <a:spcBef>
                <a:spcPts val="0"/>
              </a:spcBef>
              <a:spcAft>
                <a:spcPts val="650"/>
              </a:spcAft>
              <a:buSzPct val="115000"/>
              <a:buFont typeface="Arial" panose="020B0604020202020204" pitchFamily="34" charset="0"/>
              <a:buChar char="•"/>
              <a:tabLst/>
            </a:pPr>
            <a:r>
              <a:rPr lang="en-US" dirty="0"/>
              <a:t>Fifth level</a:t>
            </a:r>
          </a:p>
        </p:txBody>
      </p:sp>
      <p:sp>
        <p:nvSpPr>
          <p:cNvPr id="5" name="Text Placeholder 7"/>
          <p:cNvSpPr>
            <a:spLocks noGrp="1"/>
          </p:cNvSpPr>
          <p:nvPr>
            <p:ph type="body" sz="quarter" idx="13" hasCustomPrompt="1"/>
          </p:nvPr>
        </p:nvSpPr>
        <p:spPr>
          <a:xfrm>
            <a:off x="1069809" y="1992792"/>
            <a:ext cx="4646004" cy="4376323"/>
          </a:xfrm>
        </p:spPr>
        <p:txBody>
          <a:bodyPr/>
          <a:lstStyle>
            <a:lvl1pPr marL="0" indent="0">
              <a:lnSpc>
                <a:spcPct val="100000"/>
              </a:lnSpc>
              <a:buFont typeface="Arial" panose="020B0604020202020204" pitchFamily="34" charset="0"/>
              <a:buNone/>
              <a:defRPr sz="2000" b="0"/>
            </a:lvl1pPr>
            <a:lvl2pPr marL="342900" indent="-342900" algn="l" defTabSz="914400" rtl="0" eaLnBrk="1" latinLnBrk="0" hangingPunct="1">
              <a:lnSpc>
                <a:spcPct val="100000"/>
              </a:lnSpc>
              <a:spcBef>
                <a:spcPts val="0"/>
              </a:spcBef>
              <a:spcAft>
                <a:spcPts val="650"/>
              </a:spcAft>
              <a:buSzPct val="115000"/>
              <a:buFont typeface="Arial" panose="020B0604020202020204" pitchFamily="34" charset="0"/>
              <a:buChar char="•"/>
              <a:defRPr lang="en-US" sz="2000" b="0" i="0" kern="1200" dirty="0">
                <a:solidFill>
                  <a:schemeClr val="tx1"/>
                </a:solidFill>
                <a:latin typeface="Montserrat" pitchFamily="2" charset="77"/>
                <a:ea typeface="+mn-ea"/>
                <a:cs typeface="+mn-cs"/>
              </a:defRPr>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6"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7" name="Rectangle 6"/>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263611775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wo Image and Text">
    <p:spTree>
      <p:nvGrpSpPr>
        <p:cNvPr id="1" name=""/>
        <p:cNvGrpSpPr/>
        <p:nvPr/>
      </p:nvGrpSpPr>
      <p:grpSpPr>
        <a:xfrm>
          <a:off x="0" y="0"/>
          <a:ext cx="0" cy="0"/>
          <a:chOff x="0" y="0"/>
          <a:chExt cx="0" cy="0"/>
        </a:xfrm>
      </p:grpSpPr>
      <p:sp>
        <p:nvSpPr>
          <p:cNvPr id="9" name="Text Placeholder 7"/>
          <p:cNvSpPr>
            <a:spLocks noGrp="1"/>
          </p:cNvSpPr>
          <p:nvPr>
            <p:ph type="body" sz="quarter" idx="17" hasCustomPrompt="1"/>
          </p:nvPr>
        </p:nvSpPr>
        <p:spPr>
          <a:xfrm>
            <a:off x="1080209" y="4307356"/>
            <a:ext cx="4646004" cy="2072171"/>
          </a:xfrm>
        </p:spPr>
        <p:txBody>
          <a:bodyPr/>
          <a:lstStyle>
            <a:lvl1pPr marL="0" indent="0">
              <a:lnSpc>
                <a:spcPct val="100000"/>
              </a:lnSpc>
              <a:buFont typeface="Arial" panose="020B0604020202020204" pitchFamily="34" charset="0"/>
              <a:buNone/>
              <a:defRPr sz="2000" b="0"/>
            </a:lvl1pPr>
            <a:lvl2pPr marL="171450" indent="-171450">
              <a:buFont typeface="Arial" panose="020B0604020202020204" pitchFamily="34" charset="0"/>
              <a:buChar char="•"/>
              <a:defRPr sz="1800"/>
            </a:lvl2pPr>
            <a:lvl3pPr marL="0" indent="0">
              <a:buNone/>
              <a:defRPr sz="1800"/>
            </a:lvl3pPr>
            <a:lvl4pPr>
              <a:defRPr sz="1800"/>
            </a:lvl4pPr>
            <a:lvl5pPr>
              <a:defRPr sz="1800"/>
            </a:lvl5pPr>
          </a:lstStyle>
          <a:p>
            <a:pPr lvl="0"/>
            <a:r>
              <a:rPr lang="en-US" dirty="0"/>
              <a:t>Edit text</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1080209" y="2003204"/>
            <a:ext cx="4645958" cy="2072171"/>
          </a:xfrm>
          <a:prstGeom prst="rect">
            <a:avLst/>
          </a:prstGeom>
        </p:spPr>
        <p:txBody>
          <a:bodyPr/>
          <a:lstStyle>
            <a:lvl1pPr marL="0" indent="0">
              <a:buNone/>
              <a:defRPr baseline="0"/>
            </a:lvl1pPr>
          </a:lstStyle>
          <a:p>
            <a:r>
              <a:rPr lang="en-US"/>
              <a:t>Click icon to add picture</a:t>
            </a:r>
            <a:endParaRPr lang="en-US" dirty="0"/>
          </a:p>
        </p:txBody>
      </p:sp>
      <p:sp>
        <p:nvSpPr>
          <p:cNvPr id="5" name="Picture Placeholder 4">
            <a:extLst>
              <a:ext uri="{FF2B5EF4-FFF2-40B4-BE49-F238E27FC236}">
                <a16:creationId xmlns:a16="http://schemas.microsoft.com/office/drawing/2014/main" id="{749837D3-F6DB-DB49-B987-A2004B0611D5}"/>
              </a:ext>
            </a:extLst>
          </p:cNvPr>
          <p:cNvSpPr>
            <a:spLocks noGrp="1"/>
          </p:cNvSpPr>
          <p:nvPr>
            <p:ph type="pic" sz="quarter" idx="14"/>
          </p:nvPr>
        </p:nvSpPr>
        <p:spPr>
          <a:xfrm>
            <a:off x="5925914" y="2003203"/>
            <a:ext cx="4645958" cy="2072171"/>
          </a:xfrm>
          <a:prstGeom prst="rect">
            <a:avLst/>
          </a:prstGeom>
        </p:spPr>
        <p:txBody>
          <a:bodyPr/>
          <a:lstStyle>
            <a:lvl1pPr marL="0" indent="0">
              <a:buNone/>
              <a:defRPr baseline="0"/>
            </a:lvl1pPr>
          </a:lstStyle>
          <a:p>
            <a:r>
              <a:rPr lang="en-US"/>
              <a:t>Click icon to add picture</a:t>
            </a:r>
            <a:endParaRPr lang="en-US" dirty="0"/>
          </a:p>
        </p:txBody>
      </p:sp>
      <p:sp>
        <p:nvSpPr>
          <p:cNvPr id="8" name="Text Placeholder 7"/>
          <p:cNvSpPr>
            <a:spLocks noGrp="1"/>
          </p:cNvSpPr>
          <p:nvPr>
            <p:ph type="body" sz="quarter" idx="11" hasCustomPrompt="1"/>
          </p:nvPr>
        </p:nvSpPr>
        <p:spPr>
          <a:xfrm>
            <a:off x="5925868" y="4307356"/>
            <a:ext cx="4646004" cy="2072171"/>
          </a:xfrm>
        </p:spPr>
        <p:txBody>
          <a:bodyPr/>
          <a:lstStyle>
            <a:lvl1pPr marL="0" indent="0">
              <a:lnSpc>
                <a:spcPct val="100000"/>
              </a:lnSpc>
              <a:buFont typeface="Arial" panose="020B0604020202020204" pitchFamily="34" charset="0"/>
              <a:buNone/>
              <a:defRPr sz="2000" b="0"/>
            </a:lvl1pPr>
            <a:lvl2pPr marL="171450" indent="-171450">
              <a:buFont typeface="Arial" panose="020B0604020202020204" pitchFamily="34" charset="0"/>
              <a:buChar char="•"/>
              <a:defRPr/>
            </a:lvl2pPr>
          </a:lstStyle>
          <a:p>
            <a:pPr lvl="0"/>
            <a:r>
              <a:rPr lang="en-US" dirty="0"/>
              <a:t>Edit text</a:t>
            </a:r>
          </a:p>
        </p:txBody>
      </p:sp>
      <p:sp>
        <p:nvSpPr>
          <p:cNvPr id="10"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2" name="Rectangle 11"/>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1162594457"/>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3" name="Rectangle 2"/>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28791353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1_Hope you enjoyed">
    <p:bg>
      <p:bgPr>
        <a:solidFill>
          <a:srgbClr val="09EDB8"/>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0" y="2311970"/>
            <a:ext cx="3138017" cy="1908338"/>
          </a:xfrm>
        </p:spPr>
        <p:txBody>
          <a:bodyPr anchor="b" anchorCtr="0">
            <a:noAutofit/>
          </a:bodyPr>
          <a:lstStyle>
            <a:lvl1pPr algn="l">
              <a:lnSpc>
                <a:spcPct val="100000"/>
              </a:lnSpc>
              <a:defRPr sz="3600" baseline="0"/>
            </a:lvl1pPr>
          </a:lstStyle>
          <a:p>
            <a:r>
              <a:rPr lang="en-US" noProof="0" dirty="0"/>
              <a:t>THANK YOU</a:t>
            </a:r>
            <a:endParaRPr lang="en-GB" noProof="0" dirty="0"/>
          </a:p>
        </p:txBody>
      </p:sp>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80900" y="302477"/>
            <a:ext cx="2643023" cy="1610367"/>
          </a:xfrm>
          <a:prstGeom prst="rect">
            <a:avLst/>
          </a:prstGeom>
        </p:spPr>
      </p:pic>
      <p:sp>
        <p:nvSpPr>
          <p:cNvPr id="8" name="Text Placeholder 6"/>
          <p:cNvSpPr>
            <a:spLocks noGrp="1"/>
          </p:cNvSpPr>
          <p:nvPr>
            <p:ph type="body" sz="quarter" idx="12" hasCustomPrompt="1"/>
          </p:nvPr>
        </p:nvSpPr>
        <p:spPr>
          <a:xfrm>
            <a:off x="385301" y="5306004"/>
            <a:ext cx="4269826"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b="0" baseline="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Hope you enjoyed this learning journey.</a:t>
            </a:r>
          </a:p>
        </p:txBody>
      </p:sp>
      <p:grpSp>
        <p:nvGrpSpPr>
          <p:cNvPr id="7" name="Group 6"/>
          <p:cNvGrpSpPr/>
          <p:nvPr userDrawn="1"/>
        </p:nvGrpSpPr>
        <p:grpSpPr>
          <a:xfrm>
            <a:off x="-1" y="3516594"/>
            <a:ext cx="7016814" cy="2396903"/>
            <a:chOff x="623461" y="4580698"/>
            <a:chExt cx="4009018" cy="1370734"/>
          </a:xfrm>
          <a:solidFill>
            <a:srgbClr val="004050"/>
          </a:solidFill>
        </p:grpSpPr>
        <p:sp>
          <p:nvSpPr>
            <p:cNvPr id="9" name="Rectangle 8"/>
            <p:cNvSpPr/>
            <p:nvPr userDrawn="1"/>
          </p:nvSpPr>
          <p:spPr>
            <a:xfrm>
              <a:off x="623462" y="5031740"/>
              <a:ext cx="1930687"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Rectangle 9"/>
            <p:cNvSpPr/>
            <p:nvPr userDrawn="1"/>
          </p:nvSpPr>
          <p:spPr>
            <a:xfrm>
              <a:off x="623461" y="5373431"/>
              <a:ext cx="1930689"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1" name="Group 10">
              <a:extLst>
                <a:ext uri="{FF2B5EF4-FFF2-40B4-BE49-F238E27FC236}">
                  <a16:creationId xmlns:a16="http://schemas.microsoft.com/office/drawing/2014/main" id="{51C13B23-0164-1C4E-9E7A-3F1ECA7824F7}"/>
                </a:ext>
              </a:extLst>
            </p:cNvPr>
            <p:cNvGrpSpPr/>
            <p:nvPr userDrawn="1"/>
          </p:nvGrpSpPr>
          <p:grpSpPr>
            <a:xfrm>
              <a:off x="2227580" y="4580698"/>
              <a:ext cx="2404899" cy="1370734"/>
              <a:chOff x="7799133" y="1870745"/>
              <a:chExt cx="1010349" cy="584292"/>
            </a:xfrm>
            <a:grpFill/>
          </p:grpSpPr>
          <p:sp>
            <p:nvSpPr>
              <p:cNvPr id="12" name="Freeform 11">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a:p>
            </p:txBody>
          </p:sp>
          <p:sp>
            <p:nvSpPr>
              <p:cNvPr id="14" name="Freeform 13">
                <a:extLst>
                  <a:ext uri="{FF2B5EF4-FFF2-40B4-BE49-F238E27FC236}">
                    <a16:creationId xmlns:a16="http://schemas.microsoft.com/office/drawing/2014/main" id="{17BA7C41-EA1C-2F4D-90C7-EC472AB85B8A}"/>
                  </a:ext>
                </a:extLst>
              </p:cNvPr>
              <p:cNvSpPr/>
              <p:nvPr userDrawn="1"/>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grpSp>
      </p:grpSp>
    </p:spTree>
    <p:extLst>
      <p:ext uri="{BB962C8B-B14F-4D97-AF65-F5344CB8AC3E}">
        <p14:creationId xmlns:p14="http://schemas.microsoft.com/office/powerpoint/2010/main" val="1887849664"/>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225804517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itle">
  <p:cSld name="Purple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B0B8D50-2C63-2F2E-599F-E921BF1F757F}"/>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898802"/>
            <a:ext cx="8062294"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a:p>
        </p:txBody>
      </p:sp>
      <p:pic>
        <p:nvPicPr>
          <p:cNvPr id="9" name="Picture 8">
            <a:extLst>
              <a:ext uri="{FF2B5EF4-FFF2-40B4-BE49-F238E27FC236}">
                <a16:creationId xmlns:a16="http://schemas.microsoft.com/office/drawing/2014/main" id="{ADC96ABF-C649-123E-FBF1-598689C3D55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8"/>
            <a:ext cx="1972082" cy="650979"/>
          </a:xfrm>
          <a:prstGeom prst="rect">
            <a:avLst/>
          </a:prstGeom>
        </p:spPr>
      </p:pic>
    </p:spTree>
    <p:extLst>
      <p:ext uri="{BB962C8B-B14F-4D97-AF65-F5344CB8AC3E}">
        <p14:creationId xmlns:p14="http://schemas.microsoft.com/office/powerpoint/2010/main" val="3594522316"/>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image" Target="../media/image1.png"/><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1FB68A7-A656-A348-AE42-02B5F30E1E55}"/>
              </a:ext>
            </a:extLst>
          </p:cNvPr>
          <p:cNvSpPr>
            <a:spLocks noGrp="1"/>
          </p:cNvSpPr>
          <p:nvPr userDrawn="1">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
        <p:nvSpPr>
          <p:cNvPr id="3" name="Text Placeholder 2">
            <a:extLst>
              <a:ext uri="{FF2B5EF4-FFF2-40B4-BE49-F238E27FC236}">
                <a16:creationId xmlns:a16="http://schemas.microsoft.com/office/drawing/2014/main" id="{B623AAC1-38C0-EC41-AF66-7EC76ACCB83E}"/>
              </a:ext>
            </a:extLst>
          </p:cNvPr>
          <p:cNvSpPr>
            <a:spLocks noGrp="1"/>
          </p:cNvSpPr>
          <p:nvPr userDrawn="1">
            <p:ph type="body" idx="1"/>
          </p:nvPr>
        </p:nvSpPr>
        <p:spPr>
          <a:xfrm>
            <a:off x="341272" y="1368256"/>
            <a:ext cx="11516239" cy="4955354"/>
          </a:xfrm>
          <a:prstGeom prst="rect">
            <a:avLst/>
          </a:prstGeom>
        </p:spPr>
        <p:txBody>
          <a:bodyPr vert="horz" lIns="0" tIns="0" rIns="0" bIns="0" rtlCol="0" anchor="t" anchorCtr="0">
            <a:noAutofit/>
          </a:bodyPr>
          <a:lstStyle/>
          <a:p>
            <a:pPr lvl="0"/>
            <a:r>
              <a:rPr lang="en-US" dirty="0"/>
              <a:t>Edit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4" y="6584738"/>
            <a:ext cx="785483" cy="180000"/>
          </a:xfrm>
          <a:prstGeom prst="rect">
            <a:avLst/>
          </a:prstGeom>
        </p:spPr>
        <p:txBody>
          <a:bodyPr vert="horz" lIns="0" tIns="0" rIns="0" bIns="0" rtlCol="0" anchor="b" anchorCtr="0"/>
          <a:lstStyle>
            <a:lvl1pPr algn="r">
              <a:defRPr sz="1000" b="1" i="0">
                <a:solidFill>
                  <a:schemeClr val="bg1">
                    <a:lumMod val="50000"/>
                  </a:schemeClr>
                </a:solidFill>
                <a:latin typeface="Montserrat" pitchFamily="2" charset="77"/>
              </a:defRPr>
            </a:lvl1pPr>
          </a:lstStyle>
          <a:p>
            <a:fld id="{EF892D59-8F09-EF4B-AD6D-DA609442F868}" type="slidenum">
              <a:rPr lang="en-GB" smtClean="0"/>
              <a:pPr/>
              <a:t>‹#›</a:t>
            </a:fld>
            <a:endParaRPr lang="en-GB" dirty="0"/>
          </a:p>
        </p:txBody>
      </p:sp>
    </p:spTree>
    <p:extLst>
      <p:ext uri="{BB962C8B-B14F-4D97-AF65-F5344CB8AC3E}">
        <p14:creationId xmlns:p14="http://schemas.microsoft.com/office/powerpoint/2010/main" val="300464794"/>
      </p:ext>
    </p:extLst>
  </p:cSld>
  <p:clrMap bg1="lt1" tx1="dk1" bg2="lt2" tx2="dk2" accent1="accent1" accent2="accent2" accent3="accent3" accent4="accent4" accent5="accent5" accent6="accent6" hlink="hlink" folHlink="folHlink"/>
  <p:sldLayoutIdLst>
    <p:sldLayoutId id="2147483811" r:id="rId1"/>
    <p:sldLayoutId id="2147483902" r:id="rId2"/>
    <p:sldLayoutId id="2147483812" r:id="rId3"/>
    <p:sldLayoutId id="2147483813" r:id="rId4"/>
    <p:sldLayoutId id="2147483798" r:id="rId5"/>
    <p:sldLayoutId id="2147483806" r:id="rId6"/>
    <p:sldLayoutId id="2147483709" r:id="rId7"/>
    <p:sldLayoutId id="2147483822" r:id="rId8"/>
    <p:sldLayoutId id="2147483802" r:id="rId9"/>
    <p:sldLayoutId id="2147483792" r:id="rId10"/>
    <p:sldLayoutId id="2147483810" r:id="rId11"/>
    <p:sldLayoutId id="2147483804" r:id="rId12"/>
    <p:sldLayoutId id="2147483821" r:id="rId13"/>
    <p:sldLayoutId id="2147483824" r:id="rId14"/>
    <p:sldLayoutId id="2147483828" r:id="rId15"/>
    <p:sldLayoutId id="2147483853" r:id="rId16"/>
    <p:sldLayoutId id="2147483899" r:id="rId17"/>
    <p:sldLayoutId id="2147483832" r:id="rId18"/>
    <p:sldLayoutId id="2147483833" r:id="rId19"/>
    <p:sldLayoutId id="2147483836" r:id="rId20"/>
    <p:sldLayoutId id="2147483852" r:id="rId21"/>
    <p:sldLayoutId id="2147483900" r:id="rId22"/>
    <p:sldLayoutId id="2147483820" r:id="rId23"/>
    <p:sldLayoutId id="2147483842" r:id="rId24"/>
    <p:sldLayoutId id="2147483845" r:id="rId25"/>
    <p:sldLayoutId id="2147483851" r:id="rId26"/>
    <p:sldLayoutId id="2147483901" r:id="rId27"/>
    <p:sldLayoutId id="2147483650" r:id="rId28"/>
    <p:sldLayoutId id="2147483734" r:id="rId29"/>
    <p:sldLayoutId id="2147483796" r:id="rId30"/>
    <p:sldLayoutId id="2147483719" r:id="rId31"/>
    <p:sldLayoutId id="2147483721" r:id="rId32"/>
    <p:sldLayoutId id="2147483724" r:id="rId33"/>
    <p:sldLayoutId id="2147483797" r:id="rId34"/>
    <p:sldLayoutId id="2147483814" r:id="rId35"/>
    <p:sldLayoutId id="2147483904" r:id="rId36"/>
    <p:sldLayoutId id="2147483905" r:id="rId37"/>
  </p:sldLayoutIdLst>
  <p:hf hdr="0" dt="0"/>
  <p:txStyles>
    <p:titleStyle>
      <a:lvl1pPr algn="l" defTabSz="914400" rtl="0" eaLnBrk="1" latinLnBrk="0" hangingPunct="1">
        <a:lnSpc>
          <a:spcPct val="100000"/>
        </a:lnSpc>
        <a:spcBef>
          <a:spcPct val="0"/>
        </a:spcBef>
        <a:buNone/>
        <a:defRPr sz="3600" b="0" i="0" kern="1200" cap="none" baseline="0">
          <a:solidFill>
            <a:schemeClr val="tx1"/>
          </a:solidFill>
          <a:latin typeface="Krana Fat B" panose="00000B00000000000000" pitchFamily="50" charset="0"/>
          <a:ea typeface="+mj-ea"/>
          <a:cs typeface="+mj-cs"/>
        </a:defRPr>
      </a:lvl1pPr>
    </p:titleStyle>
    <p:bodyStyle>
      <a:lvl1pPr marL="0" indent="0" algn="l" defTabSz="914400" rtl="0" eaLnBrk="1" latinLnBrk="0" hangingPunct="1">
        <a:lnSpc>
          <a:spcPct val="100000"/>
        </a:lnSpc>
        <a:spcBef>
          <a:spcPts val="0"/>
        </a:spcBef>
        <a:spcAft>
          <a:spcPts val="650"/>
        </a:spcAft>
        <a:buSzPct val="115000"/>
        <a:buFontTx/>
        <a:buNone/>
        <a:defRPr sz="2000" b="0" i="0" kern="1200">
          <a:solidFill>
            <a:schemeClr val="tx1"/>
          </a:solidFill>
          <a:latin typeface="Montserrat" pitchFamily="2" charset="77"/>
          <a:ea typeface="+mn-ea"/>
          <a:cs typeface="+mn-cs"/>
        </a:defRPr>
      </a:lvl1pPr>
      <a:lvl2pPr marL="355600" indent="-266700" algn="l" defTabSz="914400" rtl="0" eaLnBrk="1" latinLnBrk="0" hangingPunct="1">
        <a:lnSpc>
          <a:spcPct val="100000"/>
        </a:lnSpc>
        <a:spcBef>
          <a:spcPts val="0"/>
        </a:spcBef>
        <a:spcAft>
          <a:spcPts val="650"/>
        </a:spcAft>
        <a:buSzPct val="125000"/>
        <a:buFontTx/>
        <a:buBlip>
          <a:blip r:embed="rId39"/>
        </a:buBlip>
        <a:tabLst/>
        <a:defRPr sz="2000" b="0" kern="1200">
          <a:solidFill>
            <a:schemeClr val="tx1"/>
          </a:solidFill>
          <a:latin typeface="Montserrat" pitchFamily="2" charset="77"/>
          <a:ea typeface="+mn-ea"/>
          <a:cs typeface="+mn-cs"/>
        </a:defRPr>
      </a:lvl2pPr>
      <a:lvl3pPr marL="355600" indent="-266700" algn="l" defTabSz="914400" rtl="0" eaLnBrk="1" latinLnBrk="0" hangingPunct="1">
        <a:lnSpc>
          <a:spcPct val="100000"/>
        </a:lnSpc>
        <a:spcBef>
          <a:spcPts val="0"/>
        </a:spcBef>
        <a:spcAft>
          <a:spcPts val="650"/>
        </a:spcAft>
        <a:buSzPct val="120000"/>
        <a:buFontTx/>
        <a:buBlip>
          <a:blip r:embed="rId39"/>
        </a:buBlip>
        <a:tabLst/>
        <a:defRPr sz="2000" b="0" i="0" kern="1200">
          <a:solidFill>
            <a:schemeClr val="tx1"/>
          </a:solidFill>
          <a:latin typeface="Montserrat" pitchFamily="2" charset="77"/>
          <a:ea typeface="+mn-ea"/>
          <a:cs typeface="+mn-cs"/>
        </a:defRPr>
      </a:lvl3pPr>
      <a:lvl4pPr marL="355600" indent="-266700" algn="l" defTabSz="914400" rtl="0" eaLnBrk="1" latinLnBrk="0" hangingPunct="1">
        <a:lnSpc>
          <a:spcPct val="100000"/>
        </a:lnSpc>
        <a:spcBef>
          <a:spcPts val="0"/>
        </a:spcBef>
        <a:spcAft>
          <a:spcPts val="650"/>
        </a:spcAft>
        <a:buSzPct val="120000"/>
        <a:buFontTx/>
        <a:buBlip>
          <a:blip r:embed="rId39"/>
        </a:buBlip>
        <a:tabLst/>
        <a:defRPr sz="2000" b="0" kern="1200">
          <a:solidFill>
            <a:schemeClr val="tx1"/>
          </a:solidFill>
          <a:latin typeface="Montserrat" pitchFamily="2" charset="77"/>
          <a:ea typeface="+mn-ea"/>
          <a:cs typeface="+mn-cs"/>
        </a:defRPr>
      </a:lvl4pPr>
      <a:lvl5pPr marL="355600" indent="-266700" algn="l" defTabSz="914400" rtl="0" eaLnBrk="1" latinLnBrk="0" hangingPunct="1">
        <a:lnSpc>
          <a:spcPct val="100000"/>
        </a:lnSpc>
        <a:spcBef>
          <a:spcPts val="0"/>
        </a:spcBef>
        <a:spcAft>
          <a:spcPts val="650"/>
        </a:spcAft>
        <a:buSzPct val="125000"/>
        <a:buFontTx/>
        <a:buBlip>
          <a:blip r:embed="rId39"/>
        </a:buBlip>
        <a:tabLst/>
        <a:defRPr sz="2000" b="0" kern="1200">
          <a:solidFill>
            <a:schemeClr val="tx1"/>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8" userDrawn="1">
          <p15:clr>
            <a:srgbClr val="F26B43"/>
          </p15:clr>
        </p15:guide>
        <p15:guide id="2" orient="horz" pos="4081" userDrawn="1">
          <p15:clr>
            <a:srgbClr val="F26B43"/>
          </p15:clr>
        </p15:guide>
        <p15:guide id="3" pos="237" userDrawn="1">
          <p15:clr>
            <a:srgbClr val="F26B43"/>
          </p15:clr>
        </p15:guide>
        <p15:guide id="4" pos="732" userDrawn="1">
          <p15:clr>
            <a:srgbClr val="F26B43"/>
          </p15:clr>
        </p15:guide>
        <p15:guide id="5" pos="850" userDrawn="1">
          <p15:clr>
            <a:srgbClr val="F26B43"/>
          </p15:clr>
        </p15:guide>
        <p15:guide id="6" pos="1345" userDrawn="1">
          <p15:clr>
            <a:srgbClr val="F26B43"/>
          </p15:clr>
        </p15:guide>
        <p15:guide id="7" pos="1460" userDrawn="1">
          <p15:clr>
            <a:srgbClr val="F26B43"/>
          </p15:clr>
        </p15:guide>
        <p15:guide id="8" pos="1954" userDrawn="1">
          <p15:clr>
            <a:srgbClr val="F26B43"/>
          </p15:clr>
        </p15:guide>
        <p15:guide id="9" pos="2069" userDrawn="1">
          <p15:clr>
            <a:srgbClr val="F26B43"/>
          </p15:clr>
        </p15:guide>
        <p15:guide id="10" pos="2564" userDrawn="1">
          <p15:clr>
            <a:srgbClr val="F26B43"/>
          </p15:clr>
        </p15:guide>
        <p15:guide id="11" pos="2683" userDrawn="1">
          <p15:clr>
            <a:srgbClr val="F26B43"/>
          </p15:clr>
        </p15:guide>
        <p15:guide id="12" pos="3173" userDrawn="1">
          <p15:clr>
            <a:srgbClr val="F26B43"/>
          </p15:clr>
        </p15:guide>
        <p15:guide id="13" pos="3288" userDrawn="1">
          <p15:clr>
            <a:srgbClr val="F26B43"/>
          </p15:clr>
        </p15:guide>
        <p15:guide id="14" pos="3782" userDrawn="1">
          <p15:clr>
            <a:srgbClr val="F26B43"/>
          </p15:clr>
        </p15:guide>
        <p15:guide id="15" pos="3897" userDrawn="1">
          <p15:clr>
            <a:srgbClr val="F26B43"/>
          </p15:clr>
        </p15:guide>
        <p15:guide id="16" pos="4392" userDrawn="1">
          <p15:clr>
            <a:srgbClr val="F26B43"/>
          </p15:clr>
        </p15:guide>
        <p15:guide id="17" pos="4506" userDrawn="1">
          <p15:clr>
            <a:srgbClr val="F26B43"/>
          </p15:clr>
        </p15:guide>
        <p15:guide id="18" pos="5001" userDrawn="1">
          <p15:clr>
            <a:srgbClr val="F26B43"/>
          </p15:clr>
        </p15:guide>
        <p15:guide id="19" pos="5115" userDrawn="1">
          <p15:clr>
            <a:srgbClr val="F26B43"/>
          </p15:clr>
        </p15:guide>
        <p15:guide id="20" pos="5610" userDrawn="1">
          <p15:clr>
            <a:srgbClr val="F26B43"/>
          </p15:clr>
        </p15:guide>
        <p15:guide id="21" pos="5725" userDrawn="1">
          <p15:clr>
            <a:srgbClr val="F26B43"/>
          </p15:clr>
        </p15:guide>
        <p15:guide id="22" pos="6220" userDrawn="1">
          <p15:clr>
            <a:srgbClr val="F26B43"/>
          </p15:clr>
        </p15:guide>
        <p15:guide id="23" pos="6334" userDrawn="1">
          <p15:clr>
            <a:srgbClr val="F26B43"/>
          </p15:clr>
        </p15:guide>
        <p15:guide id="24" pos="6829" userDrawn="1">
          <p15:clr>
            <a:srgbClr val="F26B43"/>
          </p15:clr>
        </p15:guide>
        <p15:guide id="25" pos="6943" userDrawn="1">
          <p15:clr>
            <a:srgbClr val="F26B43"/>
          </p15:clr>
        </p15:guide>
        <p15:guide id="26" pos="7438" userDrawn="1">
          <p15:clr>
            <a:srgbClr val="F26B43"/>
          </p15:clr>
        </p15:guide>
        <p15:guide id="27" pos="3840" userDrawn="1">
          <p15:clr>
            <a:srgbClr val="9FCC3B"/>
          </p15:clr>
        </p15:guide>
        <p15:guide id="28" orient="horz" pos="2160" userDrawn="1">
          <p15:clr>
            <a:srgbClr val="9FCC3B"/>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7.xml"/></Relationships>
</file>

<file path=ppt/slides/_rels/slide2.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notesSlide" Target="../notesSlides/notesSlide2.xml"/><Relationship Id="rId1" Type="http://schemas.openxmlformats.org/officeDocument/2006/relationships/slideLayout" Target="../slideLayouts/slideLayout14.xml"/><Relationship Id="rId4" Type="http://schemas.openxmlformats.org/officeDocument/2006/relationships/image" Target="../media/image9.sv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9.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8.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9.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8.xml"/></Relationships>
</file>

<file path=ppt/slides/_rels/slide13.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3.xml"/><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4.xml"/><Relationship Id="rId1" Type="http://schemas.openxmlformats.org/officeDocument/2006/relationships/slideLayout" Target="../slideLayouts/slideLayout14.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B10A2E5-A3AA-7BE3-7C87-983A58C15C46}"/>
              </a:ext>
            </a:extLst>
          </p:cNvPr>
          <p:cNvSpPr>
            <a:spLocks noGrp="1"/>
          </p:cNvSpPr>
          <p:nvPr>
            <p:ph type="ctrTitle"/>
          </p:nvPr>
        </p:nvSpPr>
        <p:spPr/>
        <p:txBody>
          <a:bodyPr/>
          <a:lstStyle/>
          <a:p>
            <a:r>
              <a:rPr lang="en-US" dirty="0"/>
              <a:t>Static fields and methods</a:t>
            </a:r>
          </a:p>
        </p:txBody>
      </p:sp>
      <p:sp>
        <p:nvSpPr>
          <p:cNvPr id="3" name="Subtitle 2">
            <a:extLst>
              <a:ext uri="{FF2B5EF4-FFF2-40B4-BE49-F238E27FC236}">
                <a16:creationId xmlns:a16="http://schemas.microsoft.com/office/drawing/2014/main" id="{52534D79-CFC0-C4F4-AD12-F13DBCAB1A97}"/>
              </a:ext>
            </a:extLst>
          </p:cNvPr>
          <p:cNvSpPr>
            <a:spLocks noGrp="1"/>
          </p:cNvSpPr>
          <p:nvPr>
            <p:ph type="subTitle" idx="1"/>
          </p:nvPr>
        </p:nvSpPr>
        <p:spPr/>
        <p:txBody>
          <a:bodyPr/>
          <a:lstStyle/>
          <a:p>
            <a:endParaRPr lang="en-GB"/>
          </a:p>
        </p:txBody>
      </p:sp>
    </p:spTree>
    <p:extLst>
      <p:ext uri="{BB962C8B-B14F-4D97-AF65-F5344CB8AC3E}">
        <p14:creationId xmlns:p14="http://schemas.microsoft.com/office/powerpoint/2010/main" val="10039322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GB" dirty="0"/>
              <a:t>Contents</a:t>
            </a:r>
            <a:endParaRPr lang="en-IN" dirty="0"/>
          </a:p>
        </p:txBody>
      </p:sp>
      <p:sp>
        <p:nvSpPr>
          <p:cNvPr id="3" name="Text Placeholder 2"/>
          <p:cNvSpPr>
            <a:spLocks noGrp="1"/>
          </p:cNvSpPr>
          <p:nvPr>
            <p:ph type="body" sz="quarter" idx="15"/>
          </p:nvPr>
        </p:nvSpPr>
        <p:spPr>
          <a:xfrm>
            <a:off x="5280977" y="1167104"/>
            <a:ext cx="6691443" cy="5189361"/>
          </a:xfrm>
        </p:spPr>
        <p:txBody>
          <a:bodyPr vert="horz" lIns="0" tIns="0" rIns="0" bIns="0" rtlCol="0" anchor="t" anchorCtr="0">
            <a:noAutofit/>
          </a:bodyPr>
          <a:lstStyle/>
          <a:p>
            <a:pPr marL="342900" indent="-342900">
              <a:buChar char="•"/>
            </a:pPr>
            <a:r>
              <a:rPr lang="en-GB" b="1" dirty="0"/>
              <a:t>Objectives</a:t>
            </a:r>
          </a:p>
          <a:p>
            <a:pPr marL="684000" lvl="1" indent="-342900">
              <a:buSzPct val="115000"/>
            </a:pPr>
            <a:r>
              <a:rPr lang="en-GB" dirty="0"/>
              <a:t>To understand what static types are</a:t>
            </a:r>
          </a:p>
          <a:p>
            <a:pPr marL="684000" lvl="1" indent="-342900">
              <a:buSzPct val="115000"/>
            </a:pPr>
            <a:endParaRPr lang="en-GB" dirty="0"/>
          </a:p>
          <a:p>
            <a:pPr marL="342900" indent="-342900">
              <a:buChar char="•"/>
            </a:pPr>
            <a:r>
              <a:rPr lang="en-GB" b="1" dirty="0"/>
              <a:t>Contents</a:t>
            </a:r>
          </a:p>
          <a:p>
            <a:pPr marL="684000" lvl="1" indent="-342900">
              <a:buSzPct val="115000"/>
            </a:pPr>
            <a:r>
              <a:rPr lang="en-US" dirty="0"/>
              <a:t>static – what does it mean? </a:t>
            </a:r>
          </a:p>
          <a:p>
            <a:pPr marL="684000" lvl="1" indent="-342900">
              <a:buSzPct val="115000"/>
            </a:pPr>
            <a:r>
              <a:rPr lang="en-US" dirty="0"/>
              <a:t>When to use a static field, property or method</a:t>
            </a:r>
          </a:p>
          <a:p>
            <a:pPr marL="342900" indent="-342900">
              <a:buChar char="•"/>
            </a:pPr>
            <a:endParaRPr lang="en-GB" b="1" dirty="0"/>
          </a:p>
          <a:p>
            <a:pPr marL="342900" indent="-342900">
              <a:buChar char="•"/>
            </a:pPr>
            <a:r>
              <a:rPr lang="en-GB" b="1" dirty="0"/>
              <a:t>Hands on Labs</a:t>
            </a:r>
            <a:endParaRPr lang="en-US" dirty="0"/>
          </a:p>
          <a:p>
            <a:pPr marL="342900" indent="-342900">
              <a:buChar char="•"/>
            </a:pPr>
            <a:endParaRPr lang="en-IN" b="1" dirty="0"/>
          </a:p>
        </p:txBody>
      </p:sp>
      <p:sp>
        <p:nvSpPr>
          <p:cNvPr id="6" name="Rectangle 5" descr="Document">
            <a:extLst>
              <a:ext uri="{FF2B5EF4-FFF2-40B4-BE49-F238E27FC236}">
                <a16:creationId xmlns:a16="http://schemas.microsoft.com/office/drawing/2014/main" id="{A3A60E96-40F1-06E1-B15D-BCE0C2035EEA}"/>
              </a:ext>
            </a:extLst>
          </p:cNvPr>
          <p:cNvSpPr/>
          <p:nvPr/>
        </p:nvSpPr>
        <p:spPr>
          <a:xfrm>
            <a:off x="4419600" y="2733960"/>
            <a:ext cx="796640" cy="700120"/>
          </a:xfrm>
          <a:prstGeom prst="rect">
            <a:avLst/>
          </a:prstGeom>
          <a: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a:lstStyle/>
          <a:p>
            <a:endParaRPr lang="en-GB"/>
          </a:p>
        </p:txBody>
      </p:sp>
      <p:sp>
        <p:nvSpPr>
          <p:cNvPr id="7" name="Rectangle 6" descr="Bullseye">
            <a:extLst>
              <a:ext uri="{FF2B5EF4-FFF2-40B4-BE49-F238E27FC236}">
                <a16:creationId xmlns:a16="http://schemas.microsoft.com/office/drawing/2014/main" id="{AF53DD12-2067-CA1F-576A-3BACF07EF371}"/>
              </a:ext>
            </a:extLst>
          </p:cNvPr>
          <p:cNvSpPr/>
          <p:nvPr/>
        </p:nvSpPr>
        <p:spPr>
          <a:xfrm>
            <a:off x="4439920" y="1301400"/>
            <a:ext cx="796640" cy="801720"/>
          </a:xfrm>
          <a:prstGeom prst="rect">
            <a:avLst/>
          </a:prstGeom>
          <a: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a:lstStyle/>
          <a:p>
            <a:endParaRPr lang="en-GB"/>
          </a:p>
        </p:txBody>
      </p:sp>
    </p:spTree>
    <p:extLst>
      <p:ext uri="{BB962C8B-B14F-4D97-AF65-F5344CB8AC3E}">
        <p14:creationId xmlns:p14="http://schemas.microsoft.com/office/powerpoint/2010/main" val="256135434"/>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Objects in memory</a:t>
            </a:r>
          </a:p>
        </p:txBody>
      </p:sp>
      <p:sp>
        <p:nvSpPr>
          <p:cNvPr id="4" name="Rounded Rectangle 3"/>
          <p:cNvSpPr/>
          <p:nvPr/>
        </p:nvSpPr>
        <p:spPr>
          <a:xfrm>
            <a:off x="509405" y="2342591"/>
            <a:ext cx="805912" cy="464949"/>
          </a:xfrm>
          <a:prstGeom prst="roundRect">
            <a:avLst/>
          </a:prstGeom>
          <a:solidFill>
            <a:schemeClr val="accent1">
              <a:lumMod val="20000"/>
              <a:lumOff val="80000"/>
            </a:schemeClr>
          </a:solidFill>
          <a:ln w="19050">
            <a:solidFill>
              <a:srgbClr val="004050"/>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cs typeface="Arial" pitchFamily="34" charset="0"/>
              </a:rPr>
              <a:t>stu1</a:t>
            </a:r>
            <a:endParaRPr lang="en-GB" sz="1600" dirty="0">
              <a:solidFill>
                <a:schemeClr val="tx1"/>
              </a:solidFill>
              <a:cs typeface="Arial" pitchFamily="34" charset="0"/>
            </a:endParaRPr>
          </a:p>
        </p:txBody>
      </p:sp>
      <p:sp>
        <p:nvSpPr>
          <p:cNvPr id="5" name="Oval 4"/>
          <p:cNvSpPr/>
          <p:nvPr/>
        </p:nvSpPr>
        <p:spPr>
          <a:xfrm>
            <a:off x="2789096" y="1660666"/>
            <a:ext cx="2626419" cy="1828800"/>
          </a:xfrm>
          <a:prstGeom prst="ellipse">
            <a:avLst/>
          </a:prstGeom>
          <a:solidFill>
            <a:srgbClr val="28CFF9">
              <a:alpha val="50000"/>
            </a:srgbClr>
          </a:solidFill>
          <a:ln>
            <a:solidFill>
              <a:schemeClr val="bg1">
                <a:lumMod val="65000"/>
              </a:schemeClr>
            </a:solidFill>
          </a:ln>
          <a:effectLst/>
        </p:spPr>
        <p:style>
          <a:lnRef idx="0">
            <a:schemeClr val="accent6"/>
          </a:lnRef>
          <a:fillRef idx="3">
            <a:schemeClr val="accent6"/>
          </a:fillRef>
          <a:effectRef idx="3">
            <a:schemeClr val="accent6"/>
          </a:effectRef>
          <a:fontRef idx="minor">
            <a:schemeClr val="lt1"/>
          </a:fontRef>
        </p:style>
        <p:txBody>
          <a:bodyPr rtlCol="0" anchor="ctr"/>
          <a:lstStyle/>
          <a:p>
            <a:pPr algn="ctr"/>
            <a:r>
              <a:rPr lang="en-GB" sz="2000" b="1" dirty="0">
                <a:solidFill>
                  <a:srgbClr val="0000C0"/>
                </a:solidFill>
                <a:latin typeface="Consolas" panose="020B0609020204030204" pitchFamily="49" charset="0"/>
              </a:rPr>
              <a:t>name= </a:t>
            </a:r>
            <a:r>
              <a:rPr lang="en-GB" sz="2000" b="1" dirty="0">
                <a:solidFill>
                  <a:schemeClr val="tx1"/>
                </a:solidFill>
                <a:latin typeface="Consolas" panose="020B0609020204030204" pitchFamily="49" charset="0"/>
              </a:rPr>
              <a:t>"Bob"</a:t>
            </a:r>
            <a:br>
              <a:rPr lang="en-GB" sz="2000" b="1" dirty="0">
                <a:solidFill>
                  <a:schemeClr val="tx1"/>
                </a:solidFill>
                <a:latin typeface="Consolas" panose="020B0609020204030204" pitchFamily="49" charset="0"/>
              </a:rPr>
            </a:br>
            <a:r>
              <a:rPr lang="en-GB" sz="2000" b="1" dirty="0">
                <a:solidFill>
                  <a:srgbClr val="0000C0"/>
                </a:solidFill>
                <a:latin typeface="Consolas" panose="020B0609020204030204" pitchFamily="49" charset="0"/>
              </a:rPr>
              <a:t>count=1</a:t>
            </a:r>
          </a:p>
        </p:txBody>
      </p:sp>
      <p:cxnSp>
        <p:nvCxnSpPr>
          <p:cNvPr id="7" name="Straight Arrow Connector 6"/>
          <p:cNvCxnSpPr>
            <a:cxnSpLocks/>
            <a:stCxn id="4" idx="3"/>
          </p:cNvCxnSpPr>
          <p:nvPr/>
        </p:nvCxnSpPr>
        <p:spPr>
          <a:xfrm>
            <a:off x="1315317" y="2575066"/>
            <a:ext cx="1438516"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Rounded Rectangle 12"/>
          <p:cNvSpPr/>
          <p:nvPr/>
        </p:nvSpPr>
        <p:spPr>
          <a:xfrm>
            <a:off x="491323" y="4401284"/>
            <a:ext cx="805912" cy="464949"/>
          </a:xfrm>
          <a:prstGeom prst="roundRect">
            <a:avLst/>
          </a:prstGeom>
          <a:solidFill>
            <a:schemeClr val="accent1">
              <a:lumMod val="20000"/>
              <a:lumOff val="80000"/>
            </a:schemeClr>
          </a:solidFill>
          <a:ln w="19050">
            <a:solidFill>
              <a:srgbClr val="004050"/>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cs typeface="Arial" pitchFamily="34" charset="0"/>
              </a:rPr>
              <a:t>stu2</a:t>
            </a:r>
            <a:endParaRPr lang="en-GB" sz="1600" dirty="0">
              <a:solidFill>
                <a:schemeClr val="tx1"/>
              </a:solidFill>
              <a:cs typeface="Arial" pitchFamily="34" charset="0"/>
            </a:endParaRPr>
          </a:p>
        </p:txBody>
      </p:sp>
      <p:sp>
        <p:nvSpPr>
          <p:cNvPr id="14" name="Oval 13"/>
          <p:cNvSpPr/>
          <p:nvPr/>
        </p:nvSpPr>
        <p:spPr>
          <a:xfrm>
            <a:off x="2789096" y="3721941"/>
            <a:ext cx="2626419" cy="1828800"/>
          </a:xfrm>
          <a:prstGeom prst="ellipse">
            <a:avLst/>
          </a:prstGeom>
          <a:solidFill>
            <a:srgbClr val="28CFF9">
              <a:alpha val="50000"/>
            </a:srgbClr>
          </a:solidFill>
          <a:ln>
            <a:solidFill>
              <a:schemeClr val="bg1">
                <a:lumMod val="65000"/>
              </a:schemeClr>
            </a:solidFill>
          </a:ln>
          <a:effectLst/>
        </p:spPr>
        <p:style>
          <a:lnRef idx="0">
            <a:schemeClr val="accent6"/>
          </a:lnRef>
          <a:fillRef idx="3">
            <a:schemeClr val="accent6"/>
          </a:fillRef>
          <a:effectRef idx="3">
            <a:schemeClr val="accent6"/>
          </a:effectRef>
          <a:fontRef idx="minor">
            <a:schemeClr val="lt1"/>
          </a:fontRef>
        </p:style>
        <p:txBody>
          <a:bodyPr rtlCol="0" anchor="ctr"/>
          <a:lstStyle/>
          <a:p>
            <a:pPr algn="ctr"/>
            <a:r>
              <a:rPr lang="en-GB" sz="2000" b="1" dirty="0">
                <a:solidFill>
                  <a:srgbClr val="0000C0"/>
                </a:solidFill>
                <a:latin typeface="Consolas" panose="020B0609020204030204" pitchFamily="49" charset="0"/>
              </a:rPr>
              <a:t>name= </a:t>
            </a:r>
            <a:r>
              <a:rPr lang="en-GB" sz="2000" b="1" dirty="0">
                <a:solidFill>
                  <a:schemeClr val="tx1"/>
                </a:solidFill>
                <a:latin typeface="Consolas" panose="020B0609020204030204" pitchFamily="49" charset="0"/>
              </a:rPr>
              <a:t>"Amy"</a:t>
            </a:r>
            <a:br>
              <a:rPr lang="en-GB" sz="2000" b="1" dirty="0">
                <a:solidFill>
                  <a:schemeClr val="tx1"/>
                </a:solidFill>
                <a:latin typeface="Consolas" panose="020B0609020204030204" pitchFamily="49" charset="0"/>
              </a:rPr>
            </a:br>
            <a:r>
              <a:rPr lang="en-GB" sz="2000" b="1" dirty="0">
                <a:solidFill>
                  <a:srgbClr val="0000C0"/>
                </a:solidFill>
                <a:latin typeface="Consolas" panose="020B0609020204030204" pitchFamily="49" charset="0"/>
              </a:rPr>
              <a:t>count=1</a:t>
            </a:r>
          </a:p>
        </p:txBody>
      </p:sp>
      <p:cxnSp>
        <p:nvCxnSpPr>
          <p:cNvPr id="15" name="Straight Arrow Connector 14"/>
          <p:cNvCxnSpPr>
            <a:cxnSpLocks/>
            <a:stCxn id="13" idx="3"/>
            <a:endCxn id="14" idx="2"/>
          </p:cNvCxnSpPr>
          <p:nvPr/>
        </p:nvCxnSpPr>
        <p:spPr>
          <a:xfrm>
            <a:off x="1297235" y="4633759"/>
            <a:ext cx="1491861" cy="258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EC73E6B3-E4FF-4FFA-B79C-EB940E7BC5C4}"/>
              </a:ext>
            </a:extLst>
          </p:cNvPr>
          <p:cNvSpPr/>
          <p:nvPr/>
        </p:nvSpPr>
        <p:spPr>
          <a:xfrm>
            <a:off x="6315333" y="1311212"/>
            <a:ext cx="5153189" cy="2308324"/>
          </a:xfrm>
          <a:prstGeom prst="rect">
            <a:avLst/>
          </a:prstGeom>
          <a:solidFill>
            <a:schemeClr val="accent5">
              <a:lumMod val="20000"/>
              <a:lumOff val="80000"/>
            </a:schemeClr>
          </a:solidFill>
          <a:ln w="19050">
            <a:noFill/>
          </a:ln>
          <a:effectLst>
            <a:outerShdw blurRad="50800" dist="38100" algn="l" rotWithShape="0">
              <a:prstClr val="black">
                <a:alpha val="40000"/>
              </a:prstClr>
            </a:outerShdw>
          </a:effectLst>
        </p:spPr>
        <p:style>
          <a:lnRef idx="2">
            <a:schemeClr val="accent3">
              <a:shade val="50000"/>
            </a:schemeClr>
          </a:lnRef>
          <a:fillRef idx="1">
            <a:schemeClr val="accent3"/>
          </a:fillRef>
          <a:effectRef idx="0">
            <a:schemeClr val="accent3"/>
          </a:effectRef>
          <a:fontRef idx="minor">
            <a:schemeClr val="lt1"/>
          </a:fontRef>
        </p:style>
        <p:txBody>
          <a:bodyPr wrap="square">
            <a:spAutoFit/>
          </a:bodyPr>
          <a:lstStyle/>
          <a:p>
            <a:r>
              <a:rPr lang="en-GB" sz="1600" b="1" dirty="0">
                <a:solidFill>
                  <a:srgbClr val="7F0055"/>
                </a:solidFill>
                <a:latin typeface="Consolas" panose="020B0609020204030204" pitchFamily="49" charset="0"/>
              </a:rPr>
              <a:t>class</a:t>
            </a:r>
            <a:r>
              <a:rPr lang="en-GB" sz="1600" b="1" dirty="0">
                <a:solidFill>
                  <a:srgbClr val="000000"/>
                </a:solidFill>
                <a:latin typeface="Consolas" panose="020B0609020204030204" pitchFamily="49" charset="0"/>
              </a:rPr>
              <a:t> Student {</a:t>
            </a:r>
          </a:p>
          <a:p>
            <a:r>
              <a:rPr lang="en-GB" sz="1600" b="1" dirty="0">
                <a:solidFill>
                  <a:srgbClr val="7F0055"/>
                </a:solidFill>
                <a:latin typeface="Consolas" panose="020B0609020204030204" pitchFamily="49" charset="0"/>
              </a:rPr>
              <a:t>      public</a:t>
            </a:r>
            <a:r>
              <a:rPr lang="en-GB" sz="1600" b="1" dirty="0">
                <a:solidFill>
                  <a:srgbClr val="000000"/>
                </a:solidFill>
                <a:latin typeface="Consolas" panose="020B0609020204030204" pitchFamily="49" charset="0"/>
              </a:rPr>
              <a:t> </a:t>
            </a:r>
            <a:r>
              <a:rPr lang="en-GB" sz="1600" b="1" dirty="0" err="1">
                <a:solidFill>
                  <a:srgbClr val="000000"/>
                </a:solidFill>
                <a:latin typeface="Consolas" panose="020B0609020204030204" pitchFamily="49" charset="0"/>
              </a:rPr>
              <a:t>int</a:t>
            </a:r>
            <a:r>
              <a:rPr lang="en-GB" sz="1600" b="1" dirty="0">
                <a:solidFill>
                  <a:srgbClr val="000000"/>
                </a:solidFill>
                <a:latin typeface="Consolas" panose="020B0609020204030204" pitchFamily="49" charset="0"/>
              </a:rPr>
              <a:t> </a:t>
            </a:r>
            <a:r>
              <a:rPr lang="en-GB" sz="1600" b="1" dirty="0">
                <a:solidFill>
                  <a:srgbClr val="0000C0"/>
                </a:solidFill>
                <a:latin typeface="Consolas" panose="020B0609020204030204" pitchFamily="49" charset="0"/>
              </a:rPr>
              <a:t>count = 0</a:t>
            </a:r>
            <a:r>
              <a:rPr lang="en-GB" sz="1600" b="1" dirty="0">
                <a:solidFill>
                  <a:srgbClr val="000000"/>
                </a:solidFill>
                <a:latin typeface="Consolas" panose="020B0609020204030204" pitchFamily="49" charset="0"/>
              </a:rPr>
              <a:t>;</a:t>
            </a:r>
            <a:r>
              <a:rPr lang="en-GB" sz="1600" b="1" dirty="0">
                <a:solidFill>
                  <a:srgbClr val="7F0055"/>
                </a:solidFill>
                <a:latin typeface="Consolas" panose="020B0609020204030204" pitchFamily="49" charset="0"/>
              </a:rPr>
              <a:t>      </a:t>
            </a:r>
          </a:p>
          <a:p>
            <a:r>
              <a:rPr lang="en-GB" sz="1600" b="1" dirty="0">
                <a:solidFill>
                  <a:srgbClr val="7F0055"/>
                </a:solidFill>
                <a:latin typeface="Consolas" panose="020B0609020204030204" pitchFamily="49" charset="0"/>
              </a:rPr>
              <a:t>      private</a:t>
            </a:r>
            <a:r>
              <a:rPr lang="en-GB" sz="1600" b="1" dirty="0">
                <a:solidFill>
                  <a:srgbClr val="000000"/>
                </a:solidFill>
                <a:latin typeface="Consolas" panose="020B0609020204030204" pitchFamily="49" charset="0"/>
              </a:rPr>
              <a:t> String </a:t>
            </a:r>
            <a:r>
              <a:rPr lang="en-GB" sz="1600" b="1" dirty="0">
                <a:solidFill>
                  <a:srgbClr val="0000C0"/>
                </a:solidFill>
                <a:latin typeface="Consolas" panose="020B0609020204030204" pitchFamily="49" charset="0"/>
              </a:rPr>
              <a:t>name</a:t>
            </a:r>
            <a:r>
              <a:rPr lang="en-GB" sz="1600" b="1" dirty="0">
                <a:solidFill>
                  <a:srgbClr val="000000"/>
                </a:solidFill>
                <a:latin typeface="Consolas" panose="020B0609020204030204" pitchFamily="49" charset="0"/>
              </a:rPr>
              <a:t>;</a:t>
            </a:r>
          </a:p>
          <a:p>
            <a:r>
              <a:rPr lang="en-GB" sz="1600" b="1" dirty="0">
                <a:solidFill>
                  <a:srgbClr val="7F0055"/>
                </a:solidFill>
                <a:latin typeface="Consolas" panose="020B0609020204030204" pitchFamily="49" charset="0"/>
              </a:rPr>
              <a:t> </a:t>
            </a:r>
          </a:p>
          <a:p>
            <a:r>
              <a:rPr lang="en-GB" sz="1600" b="1" dirty="0">
                <a:solidFill>
                  <a:srgbClr val="7F0055"/>
                </a:solidFill>
                <a:latin typeface="Consolas" panose="020B0609020204030204" pitchFamily="49" charset="0"/>
              </a:rPr>
              <a:t>      public</a:t>
            </a:r>
            <a:r>
              <a:rPr lang="en-GB" sz="1600" b="1" dirty="0">
                <a:solidFill>
                  <a:srgbClr val="000000"/>
                </a:solidFill>
                <a:latin typeface="Consolas" panose="020B0609020204030204" pitchFamily="49" charset="0"/>
              </a:rPr>
              <a:t> Student(String </a:t>
            </a:r>
            <a:r>
              <a:rPr lang="en-GB" sz="1600" b="1" dirty="0">
                <a:solidFill>
                  <a:srgbClr val="6A3E3E"/>
                </a:solidFill>
                <a:latin typeface="Consolas" panose="020B0609020204030204" pitchFamily="49" charset="0"/>
              </a:rPr>
              <a:t>name</a:t>
            </a:r>
            <a:r>
              <a:rPr lang="en-GB" sz="1600" b="1" dirty="0">
                <a:solidFill>
                  <a:srgbClr val="000000"/>
                </a:solidFill>
                <a:latin typeface="Consolas" panose="020B0609020204030204" pitchFamily="49" charset="0"/>
              </a:rPr>
              <a:t>) {</a:t>
            </a:r>
          </a:p>
          <a:p>
            <a:r>
              <a:rPr lang="en-GB" sz="1600" b="1" dirty="0">
                <a:solidFill>
                  <a:srgbClr val="7F0055"/>
                </a:solidFill>
                <a:latin typeface="Consolas" panose="020B0609020204030204" pitchFamily="49" charset="0"/>
              </a:rPr>
              <a:t>	     this.</a:t>
            </a:r>
            <a:r>
              <a:rPr lang="en-GB" sz="1600" b="1" dirty="0">
                <a:solidFill>
                  <a:srgbClr val="0000C0"/>
                </a:solidFill>
                <a:latin typeface="Consolas" panose="020B0609020204030204" pitchFamily="49" charset="0"/>
              </a:rPr>
              <a:t>name</a:t>
            </a:r>
            <a:r>
              <a:rPr lang="en-GB" sz="1600" b="1" dirty="0">
                <a:solidFill>
                  <a:srgbClr val="000000"/>
                </a:solidFill>
                <a:latin typeface="Consolas" panose="020B0609020204030204" pitchFamily="49" charset="0"/>
              </a:rPr>
              <a:t> = </a:t>
            </a:r>
            <a:r>
              <a:rPr lang="en-GB" sz="1600" b="1" dirty="0">
                <a:solidFill>
                  <a:srgbClr val="6A3E3E"/>
                </a:solidFill>
                <a:latin typeface="Consolas" panose="020B0609020204030204" pitchFamily="49" charset="0"/>
              </a:rPr>
              <a:t>name</a:t>
            </a:r>
            <a:r>
              <a:rPr lang="en-GB" sz="1600" b="1" dirty="0">
                <a:solidFill>
                  <a:srgbClr val="000000"/>
                </a:solidFill>
                <a:latin typeface="Consolas" panose="020B0609020204030204" pitchFamily="49" charset="0"/>
              </a:rPr>
              <a:t>;</a:t>
            </a:r>
            <a:br>
              <a:rPr lang="en-GB" sz="1600" b="1" dirty="0">
                <a:solidFill>
                  <a:srgbClr val="000000"/>
                </a:solidFill>
                <a:latin typeface="Consolas" panose="020B0609020204030204" pitchFamily="49" charset="0"/>
              </a:rPr>
            </a:br>
            <a:r>
              <a:rPr lang="en-GB" sz="1600" b="1" dirty="0">
                <a:solidFill>
                  <a:srgbClr val="000000"/>
                </a:solidFill>
                <a:latin typeface="Consolas" panose="020B0609020204030204" pitchFamily="49" charset="0"/>
              </a:rPr>
              <a:t>	     </a:t>
            </a:r>
            <a:r>
              <a:rPr lang="en-GB" sz="1600" b="1" dirty="0" err="1">
                <a:solidFill>
                  <a:srgbClr val="7F0055"/>
                </a:solidFill>
                <a:latin typeface="Consolas" panose="020B0609020204030204" pitchFamily="49" charset="0"/>
              </a:rPr>
              <a:t>this.</a:t>
            </a:r>
            <a:r>
              <a:rPr lang="en-GB" sz="1600" b="1" dirty="0" err="1">
                <a:solidFill>
                  <a:srgbClr val="0000C0"/>
                </a:solidFill>
                <a:latin typeface="Consolas" panose="020B0609020204030204" pitchFamily="49" charset="0"/>
              </a:rPr>
              <a:t>count</a:t>
            </a:r>
            <a:r>
              <a:rPr lang="en-GB" sz="1600" b="1" dirty="0">
                <a:solidFill>
                  <a:srgbClr val="0000C0"/>
                </a:solidFill>
                <a:latin typeface="Consolas" panose="020B0609020204030204" pitchFamily="49" charset="0"/>
              </a:rPr>
              <a:t>++</a:t>
            </a:r>
            <a:r>
              <a:rPr lang="en-GB" sz="1600" b="1" dirty="0">
                <a:solidFill>
                  <a:srgbClr val="000000"/>
                </a:solidFill>
                <a:latin typeface="Consolas" panose="020B0609020204030204" pitchFamily="49" charset="0"/>
              </a:rPr>
              <a:t>;</a:t>
            </a:r>
          </a:p>
          <a:p>
            <a:r>
              <a:rPr lang="en-GB" sz="1600" dirty="0">
                <a:solidFill>
                  <a:srgbClr val="000000"/>
                </a:solidFill>
                <a:latin typeface="Consolas" panose="020B0609020204030204" pitchFamily="49" charset="0"/>
              </a:rPr>
              <a:t>      }</a:t>
            </a:r>
          </a:p>
          <a:p>
            <a:r>
              <a:rPr lang="en-GB" sz="1600" dirty="0">
                <a:solidFill>
                  <a:srgbClr val="000000"/>
                </a:solidFill>
                <a:latin typeface="Consolas" panose="020B0609020204030204" pitchFamily="49" charset="0"/>
              </a:rPr>
              <a:t>}</a:t>
            </a:r>
          </a:p>
        </p:txBody>
      </p:sp>
      <p:sp>
        <p:nvSpPr>
          <p:cNvPr id="17" name="Rectangle 16">
            <a:extLst>
              <a:ext uri="{FF2B5EF4-FFF2-40B4-BE49-F238E27FC236}">
                <a16:creationId xmlns:a16="http://schemas.microsoft.com/office/drawing/2014/main" id="{101A78DB-FD9C-4202-B707-4A0C9ED3F4E1}"/>
              </a:ext>
            </a:extLst>
          </p:cNvPr>
          <p:cNvSpPr/>
          <p:nvPr/>
        </p:nvSpPr>
        <p:spPr>
          <a:xfrm>
            <a:off x="6329981" y="3848928"/>
            <a:ext cx="5138541" cy="584775"/>
          </a:xfrm>
          <a:prstGeom prst="rect">
            <a:avLst/>
          </a:prstGeom>
          <a:solidFill>
            <a:schemeClr val="bg1"/>
          </a:solidFill>
          <a:ln w="19050">
            <a:noFill/>
          </a:ln>
          <a:effectLst>
            <a:outerShdw blurRad="50800" dist="38100" algn="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wrap="square">
            <a:spAutoFit/>
          </a:bodyPr>
          <a:lstStyle/>
          <a:p>
            <a:r>
              <a:rPr lang="en-GB" sz="1600" b="1" dirty="0">
                <a:solidFill>
                  <a:srgbClr val="000000"/>
                </a:solidFill>
                <a:latin typeface="Consolas" panose="020B0609020204030204" pitchFamily="49" charset="0"/>
              </a:rPr>
              <a:t>Student </a:t>
            </a:r>
            <a:r>
              <a:rPr lang="en-GB" sz="1600" b="1" dirty="0">
                <a:solidFill>
                  <a:srgbClr val="6A3E3E"/>
                </a:solidFill>
                <a:latin typeface="Consolas" panose="020B0609020204030204" pitchFamily="49" charset="0"/>
              </a:rPr>
              <a:t>stu1</a:t>
            </a:r>
            <a:r>
              <a:rPr lang="en-GB" sz="1600" b="1" dirty="0">
                <a:solidFill>
                  <a:srgbClr val="000000"/>
                </a:solidFill>
                <a:latin typeface="Consolas" panose="020B0609020204030204" pitchFamily="49" charset="0"/>
              </a:rPr>
              <a:t> = </a:t>
            </a:r>
            <a:r>
              <a:rPr lang="en-GB" sz="1600" b="1" dirty="0">
                <a:solidFill>
                  <a:srgbClr val="7F0055"/>
                </a:solidFill>
                <a:latin typeface="Consolas" panose="020B0609020204030204" pitchFamily="49" charset="0"/>
              </a:rPr>
              <a:t>new</a:t>
            </a:r>
            <a:r>
              <a:rPr lang="en-GB" sz="1600" b="1" dirty="0">
                <a:solidFill>
                  <a:srgbClr val="000000"/>
                </a:solidFill>
                <a:latin typeface="Consolas" panose="020B0609020204030204" pitchFamily="49" charset="0"/>
              </a:rPr>
              <a:t> Student(</a:t>
            </a:r>
            <a:r>
              <a:rPr lang="en-GB" sz="1600" b="1" dirty="0">
                <a:solidFill>
                  <a:srgbClr val="2A00FF"/>
                </a:solidFill>
                <a:latin typeface="Consolas" panose="020B0609020204030204" pitchFamily="49" charset="0"/>
              </a:rPr>
              <a:t>"Bob"</a:t>
            </a:r>
            <a:r>
              <a:rPr lang="en-GB" sz="1600" b="1" dirty="0">
                <a:solidFill>
                  <a:srgbClr val="000000"/>
                </a:solidFill>
                <a:latin typeface="Consolas" panose="020B0609020204030204" pitchFamily="49" charset="0"/>
              </a:rPr>
              <a:t>);</a:t>
            </a:r>
          </a:p>
          <a:p>
            <a:r>
              <a:rPr lang="en-GB" sz="1600" b="1" dirty="0">
                <a:solidFill>
                  <a:srgbClr val="000000"/>
                </a:solidFill>
                <a:latin typeface="Consolas" panose="020B0609020204030204" pitchFamily="49" charset="0"/>
              </a:rPr>
              <a:t>Student </a:t>
            </a:r>
            <a:r>
              <a:rPr lang="en-GB" sz="1600" b="1" dirty="0">
                <a:solidFill>
                  <a:srgbClr val="6A3E3E"/>
                </a:solidFill>
                <a:latin typeface="Consolas" panose="020B0609020204030204" pitchFamily="49" charset="0"/>
              </a:rPr>
              <a:t>stu2</a:t>
            </a:r>
            <a:r>
              <a:rPr lang="en-GB" sz="1600" dirty="0">
                <a:solidFill>
                  <a:srgbClr val="000000"/>
                </a:solidFill>
                <a:latin typeface="Consolas" panose="020B0609020204030204" pitchFamily="49" charset="0"/>
              </a:rPr>
              <a:t> = </a:t>
            </a:r>
            <a:r>
              <a:rPr lang="en-GB" sz="1600" b="1" dirty="0">
                <a:solidFill>
                  <a:srgbClr val="7F0055"/>
                </a:solidFill>
                <a:latin typeface="Consolas" panose="020B0609020204030204" pitchFamily="49" charset="0"/>
              </a:rPr>
              <a:t>new</a:t>
            </a:r>
            <a:r>
              <a:rPr lang="en-GB" sz="1600" b="1" dirty="0">
                <a:solidFill>
                  <a:srgbClr val="000000"/>
                </a:solidFill>
                <a:latin typeface="Consolas" panose="020B0609020204030204" pitchFamily="49" charset="0"/>
              </a:rPr>
              <a:t> Student(</a:t>
            </a:r>
            <a:r>
              <a:rPr lang="en-GB" sz="1600" b="1" dirty="0">
                <a:solidFill>
                  <a:srgbClr val="2A00FF"/>
                </a:solidFill>
                <a:latin typeface="Consolas" panose="020B0609020204030204" pitchFamily="49" charset="0"/>
              </a:rPr>
              <a:t>"Amy"</a:t>
            </a:r>
            <a:r>
              <a:rPr lang="en-GB" sz="1600" b="1" dirty="0">
                <a:solidFill>
                  <a:srgbClr val="000000"/>
                </a:solidFill>
                <a:latin typeface="Consolas" panose="020B0609020204030204" pitchFamily="49" charset="0"/>
              </a:rPr>
              <a:t>);</a:t>
            </a:r>
          </a:p>
        </p:txBody>
      </p:sp>
    </p:spTree>
    <p:extLst>
      <p:ext uri="{BB962C8B-B14F-4D97-AF65-F5344CB8AC3E}">
        <p14:creationId xmlns:p14="http://schemas.microsoft.com/office/powerpoint/2010/main" val="15496943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Static members</a:t>
            </a:r>
          </a:p>
        </p:txBody>
      </p:sp>
      <p:sp>
        <p:nvSpPr>
          <p:cNvPr id="4" name="Rounded Rectangle 3"/>
          <p:cNvSpPr/>
          <p:nvPr/>
        </p:nvSpPr>
        <p:spPr>
          <a:xfrm>
            <a:off x="496298" y="2261502"/>
            <a:ext cx="805912" cy="464949"/>
          </a:xfrm>
          <a:prstGeom prst="roundRect">
            <a:avLst/>
          </a:prstGeom>
          <a:solidFill>
            <a:schemeClr val="accent1">
              <a:lumMod val="20000"/>
              <a:lumOff val="80000"/>
            </a:schemeClr>
          </a:solidFill>
          <a:ln w="19050">
            <a:solidFill>
              <a:srgbClr val="004050"/>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cs typeface="Arial" pitchFamily="34" charset="0"/>
              </a:rPr>
              <a:t>stu1</a:t>
            </a:r>
          </a:p>
        </p:txBody>
      </p:sp>
      <p:cxnSp>
        <p:nvCxnSpPr>
          <p:cNvPr id="7" name="Straight Arrow Connector 6"/>
          <p:cNvCxnSpPr>
            <a:cxnSpLocks/>
            <a:stCxn id="4" idx="3"/>
          </p:cNvCxnSpPr>
          <p:nvPr/>
        </p:nvCxnSpPr>
        <p:spPr>
          <a:xfrm flipV="1">
            <a:off x="1302210" y="2493975"/>
            <a:ext cx="948419" cy="2"/>
          </a:xfrm>
          <a:prstGeom prst="straightConnector1">
            <a:avLst/>
          </a:prstGeom>
          <a:ln w="38100">
            <a:solidFill>
              <a:srgbClr val="004050"/>
            </a:solidFill>
            <a:tailEnd type="triangle"/>
          </a:ln>
        </p:spPr>
        <p:style>
          <a:lnRef idx="1">
            <a:schemeClr val="accent1"/>
          </a:lnRef>
          <a:fillRef idx="0">
            <a:schemeClr val="accent1"/>
          </a:fillRef>
          <a:effectRef idx="0">
            <a:schemeClr val="accent1"/>
          </a:effectRef>
          <a:fontRef idx="minor">
            <a:schemeClr val="tx1"/>
          </a:fontRef>
        </p:style>
      </p:cxnSp>
      <p:sp>
        <p:nvSpPr>
          <p:cNvPr id="13" name="Rounded Rectangle 12"/>
          <p:cNvSpPr/>
          <p:nvPr/>
        </p:nvSpPr>
        <p:spPr>
          <a:xfrm>
            <a:off x="478216" y="4320195"/>
            <a:ext cx="805912" cy="464949"/>
          </a:xfrm>
          <a:prstGeom prst="roundRect">
            <a:avLst/>
          </a:prstGeom>
          <a:solidFill>
            <a:schemeClr val="accent1">
              <a:lumMod val="20000"/>
              <a:lumOff val="80000"/>
            </a:schemeClr>
          </a:solidFill>
          <a:ln w="19050">
            <a:solidFill>
              <a:srgbClr val="004050"/>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cs typeface="Arial" pitchFamily="34" charset="0"/>
              </a:rPr>
              <a:t>stu2</a:t>
            </a:r>
          </a:p>
        </p:txBody>
      </p:sp>
      <p:cxnSp>
        <p:nvCxnSpPr>
          <p:cNvPr id="15" name="Straight Arrow Connector 14"/>
          <p:cNvCxnSpPr>
            <a:cxnSpLocks/>
            <a:stCxn id="13" idx="3"/>
          </p:cNvCxnSpPr>
          <p:nvPr/>
        </p:nvCxnSpPr>
        <p:spPr>
          <a:xfrm flipV="1">
            <a:off x="1284128" y="4546212"/>
            <a:ext cx="966501" cy="6458"/>
          </a:xfrm>
          <a:prstGeom prst="straightConnector1">
            <a:avLst/>
          </a:prstGeom>
          <a:ln w="38100">
            <a:solidFill>
              <a:srgbClr val="00405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a:cxnSpLocks/>
            <a:endCxn id="10" idx="1"/>
          </p:cNvCxnSpPr>
          <p:nvPr/>
        </p:nvCxnSpPr>
        <p:spPr>
          <a:xfrm>
            <a:off x="4528548" y="2493975"/>
            <a:ext cx="188584" cy="490695"/>
          </a:xfrm>
          <a:prstGeom prst="line">
            <a:avLst/>
          </a:prstGeom>
          <a:ln w="38100">
            <a:prstDash val="sysDash"/>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a:cxnSpLocks/>
          </p:cNvCxnSpPr>
          <p:nvPr/>
        </p:nvCxnSpPr>
        <p:spPr>
          <a:xfrm>
            <a:off x="4528547" y="4546212"/>
            <a:ext cx="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p:cNvCxnSpPr>
            <a:cxnSpLocks/>
            <a:endCxn id="10" idx="3"/>
          </p:cNvCxnSpPr>
          <p:nvPr/>
        </p:nvCxnSpPr>
        <p:spPr>
          <a:xfrm flipV="1">
            <a:off x="4528547" y="4088448"/>
            <a:ext cx="188585" cy="457764"/>
          </a:xfrm>
          <a:prstGeom prst="line">
            <a:avLst/>
          </a:prstGeom>
          <a:ln w="38100">
            <a:prstDash val="sysDash"/>
          </a:ln>
        </p:spPr>
        <p:style>
          <a:lnRef idx="1">
            <a:schemeClr val="accent1"/>
          </a:lnRef>
          <a:fillRef idx="0">
            <a:schemeClr val="accent1"/>
          </a:fillRef>
          <a:effectRef idx="0">
            <a:schemeClr val="accent1"/>
          </a:effectRef>
          <a:fontRef idx="minor">
            <a:schemeClr val="tx1"/>
          </a:fontRef>
        </p:style>
      </p:cxnSp>
      <p:sp>
        <p:nvSpPr>
          <p:cNvPr id="10" name="Oval 9"/>
          <p:cNvSpPr/>
          <p:nvPr/>
        </p:nvSpPr>
        <p:spPr>
          <a:xfrm>
            <a:off x="4335507" y="2756070"/>
            <a:ext cx="2605899" cy="1560978"/>
          </a:xfrm>
          <a:prstGeom prst="ellipse">
            <a:avLst/>
          </a:prstGeom>
          <a:solidFill>
            <a:schemeClr val="bg1"/>
          </a:solidFill>
          <a:ln w="38100">
            <a:solidFill>
              <a:srgbClr val="0070C0"/>
            </a:solidFill>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GB" b="1" dirty="0">
                <a:solidFill>
                  <a:schemeClr val="tx1"/>
                </a:solidFill>
                <a:latin typeface="Consolas" panose="020B0609020204030204" pitchFamily="49" charset="0"/>
              </a:rPr>
              <a:t>Student </a:t>
            </a:r>
            <a:br>
              <a:rPr lang="en-GB" b="1" dirty="0">
                <a:solidFill>
                  <a:schemeClr val="tx1"/>
                </a:solidFill>
                <a:latin typeface="Consolas" panose="020B0609020204030204" pitchFamily="49" charset="0"/>
              </a:rPr>
            </a:br>
            <a:r>
              <a:rPr lang="en-GB" b="1" dirty="0">
                <a:solidFill>
                  <a:schemeClr val="tx1"/>
                </a:solidFill>
                <a:latin typeface="Consolas" panose="020B0609020204030204" pitchFamily="49" charset="0"/>
              </a:rPr>
              <a:t>Class member</a:t>
            </a:r>
          </a:p>
          <a:p>
            <a:pPr algn="ctr"/>
            <a:r>
              <a:rPr lang="en-GB" sz="2400" b="1" dirty="0">
                <a:solidFill>
                  <a:srgbClr val="0000C0"/>
                </a:solidFill>
                <a:latin typeface="Consolas" panose="020B0609020204030204" pitchFamily="49" charset="0"/>
              </a:rPr>
              <a:t>count</a:t>
            </a:r>
            <a:r>
              <a:rPr lang="en-GB" sz="2000" b="1" dirty="0">
                <a:solidFill>
                  <a:srgbClr val="0000C0"/>
                </a:solidFill>
                <a:latin typeface="Consolas" panose="020B0609020204030204" pitchFamily="49" charset="0"/>
              </a:rPr>
              <a:t>=</a:t>
            </a:r>
            <a:r>
              <a:rPr lang="en-GB" sz="2000" b="1" dirty="0">
                <a:solidFill>
                  <a:schemeClr val="tx1"/>
                </a:solidFill>
                <a:cs typeface="Arial" pitchFamily="34" charset="0"/>
              </a:rPr>
              <a:t>2</a:t>
            </a:r>
          </a:p>
        </p:txBody>
      </p:sp>
      <p:sp>
        <p:nvSpPr>
          <p:cNvPr id="16" name="Rectangle 15">
            <a:extLst>
              <a:ext uri="{FF2B5EF4-FFF2-40B4-BE49-F238E27FC236}">
                <a16:creationId xmlns:a16="http://schemas.microsoft.com/office/drawing/2014/main" id="{9653DBE4-583A-4685-A8FC-92482C19143D}"/>
              </a:ext>
            </a:extLst>
          </p:cNvPr>
          <p:cNvSpPr/>
          <p:nvPr/>
        </p:nvSpPr>
        <p:spPr>
          <a:xfrm>
            <a:off x="7289016" y="1504415"/>
            <a:ext cx="4568333" cy="2339102"/>
          </a:xfrm>
          <a:prstGeom prst="rect">
            <a:avLst/>
          </a:prstGeom>
          <a:solidFill>
            <a:schemeClr val="accent5">
              <a:lumMod val="20000"/>
              <a:lumOff val="80000"/>
            </a:schemeClr>
          </a:solidFill>
          <a:ln w="19050">
            <a:noFill/>
          </a:ln>
          <a:effectLst>
            <a:outerShdw blurRad="50800" dist="38100" algn="l" rotWithShape="0">
              <a:prstClr val="black">
                <a:alpha val="40000"/>
              </a:prstClr>
            </a:outerShdw>
          </a:effectLst>
        </p:spPr>
        <p:style>
          <a:lnRef idx="2">
            <a:schemeClr val="accent3">
              <a:shade val="50000"/>
            </a:schemeClr>
          </a:lnRef>
          <a:fillRef idx="1">
            <a:schemeClr val="accent3"/>
          </a:fillRef>
          <a:effectRef idx="0">
            <a:schemeClr val="accent3"/>
          </a:effectRef>
          <a:fontRef idx="minor">
            <a:schemeClr val="lt1"/>
          </a:fontRef>
        </p:style>
        <p:txBody>
          <a:bodyPr wrap="square">
            <a:spAutoFit/>
          </a:bodyPr>
          <a:lstStyle/>
          <a:p>
            <a:r>
              <a:rPr lang="en-GB" sz="1600" b="1" dirty="0">
                <a:solidFill>
                  <a:srgbClr val="7F0055"/>
                </a:solidFill>
                <a:latin typeface="Consolas" panose="020B0609020204030204" pitchFamily="49" charset="0"/>
              </a:rPr>
              <a:t>class</a:t>
            </a:r>
            <a:r>
              <a:rPr lang="en-GB" sz="1600" b="1" dirty="0">
                <a:solidFill>
                  <a:srgbClr val="000000"/>
                </a:solidFill>
                <a:latin typeface="Consolas" panose="020B0609020204030204" pitchFamily="49" charset="0"/>
              </a:rPr>
              <a:t> Student {</a:t>
            </a:r>
          </a:p>
          <a:p>
            <a:r>
              <a:rPr lang="en-GB" sz="1600" b="1" dirty="0">
                <a:solidFill>
                  <a:srgbClr val="7F0055"/>
                </a:solidFill>
                <a:latin typeface="Consolas" panose="020B0609020204030204" pitchFamily="49" charset="0"/>
              </a:rPr>
              <a:t>      </a:t>
            </a:r>
            <a:r>
              <a:rPr lang="en-GB" b="1" dirty="0">
                <a:solidFill>
                  <a:srgbClr val="7F0055"/>
                </a:solidFill>
                <a:latin typeface="Consolas" panose="020B0609020204030204" pitchFamily="49" charset="0"/>
              </a:rPr>
              <a:t>public</a:t>
            </a:r>
            <a:r>
              <a:rPr lang="en-GB" b="1" dirty="0">
                <a:solidFill>
                  <a:srgbClr val="000000"/>
                </a:solidFill>
                <a:latin typeface="Consolas" panose="020B0609020204030204" pitchFamily="49" charset="0"/>
              </a:rPr>
              <a:t> </a:t>
            </a:r>
            <a:r>
              <a:rPr lang="en-GB" b="1" dirty="0">
                <a:solidFill>
                  <a:srgbClr val="7F0055"/>
                </a:solidFill>
                <a:latin typeface="Consolas" panose="020B0609020204030204" pitchFamily="49" charset="0"/>
              </a:rPr>
              <a:t>static </a:t>
            </a:r>
            <a:r>
              <a:rPr lang="en-GB" b="1" dirty="0" err="1">
                <a:solidFill>
                  <a:srgbClr val="000000"/>
                </a:solidFill>
                <a:latin typeface="Consolas" panose="020B0609020204030204" pitchFamily="49" charset="0"/>
              </a:rPr>
              <a:t>int</a:t>
            </a:r>
            <a:r>
              <a:rPr lang="en-GB" b="1" dirty="0">
                <a:solidFill>
                  <a:srgbClr val="000000"/>
                </a:solidFill>
                <a:latin typeface="Consolas" panose="020B0609020204030204" pitchFamily="49" charset="0"/>
              </a:rPr>
              <a:t> </a:t>
            </a:r>
            <a:r>
              <a:rPr lang="en-GB" b="1" dirty="0">
                <a:solidFill>
                  <a:srgbClr val="0000C0"/>
                </a:solidFill>
                <a:latin typeface="Consolas" panose="020B0609020204030204" pitchFamily="49" charset="0"/>
              </a:rPr>
              <a:t>count = 0</a:t>
            </a:r>
            <a:r>
              <a:rPr lang="en-GB" b="1" dirty="0">
                <a:solidFill>
                  <a:srgbClr val="000000"/>
                </a:solidFill>
                <a:latin typeface="Consolas" panose="020B0609020204030204" pitchFamily="49" charset="0"/>
              </a:rPr>
              <a:t>;</a:t>
            </a:r>
            <a:r>
              <a:rPr lang="en-GB" sz="1600" b="1" dirty="0">
                <a:solidFill>
                  <a:srgbClr val="7F0055"/>
                </a:solidFill>
                <a:latin typeface="Consolas" panose="020B0609020204030204" pitchFamily="49" charset="0"/>
              </a:rPr>
              <a:t>      </a:t>
            </a:r>
          </a:p>
          <a:p>
            <a:r>
              <a:rPr lang="en-GB" sz="1600" b="1" dirty="0">
                <a:solidFill>
                  <a:srgbClr val="7F0055"/>
                </a:solidFill>
                <a:latin typeface="Consolas" panose="020B0609020204030204" pitchFamily="49" charset="0"/>
              </a:rPr>
              <a:t>      private</a:t>
            </a:r>
            <a:r>
              <a:rPr lang="en-GB" sz="1600" b="1" dirty="0">
                <a:solidFill>
                  <a:srgbClr val="000000"/>
                </a:solidFill>
                <a:latin typeface="Consolas" panose="020B0609020204030204" pitchFamily="49" charset="0"/>
              </a:rPr>
              <a:t> String </a:t>
            </a:r>
            <a:r>
              <a:rPr lang="en-GB" sz="1600" b="1" dirty="0">
                <a:solidFill>
                  <a:srgbClr val="0000C0"/>
                </a:solidFill>
                <a:latin typeface="Consolas" panose="020B0609020204030204" pitchFamily="49" charset="0"/>
              </a:rPr>
              <a:t>name</a:t>
            </a:r>
            <a:r>
              <a:rPr lang="en-GB" sz="1600" b="1" dirty="0">
                <a:solidFill>
                  <a:srgbClr val="000000"/>
                </a:solidFill>
                <a:latin typeface="Consolas" panose="020B0609020204030204" pitchFamily="49" charset="0"/>
              </a:rPr>
              <a:t>;</a:t>
            </a:r>
          </a:p>
          <a:p>
            <a:r>
              <a:rPr lang="en-GB" sz="1600" b="1" dirty="0">
                <a:solidFill>
                  <a:srgbClr val="7F0055"/>
                </a:solidFill>
                <a:latin typeface="Consolas" panose="020B0609020204030204" pitchFamily="49" charset="0"/>
              </a:rPr>
              <a:t> </a:t>
            </a:r>
          </a:p>
          <a:p>
            <a:r>
              <a:rPr lang="en-GB" sz="1600" b="1" dirty="0">
                <a:solidFill>
                  <a:srgbClr val="7F0055"/>
                </a:solidFill>
                <a:latin typeface="Consolas" panose="020B0609020204030204" pitchFamily="49" charset="0"/>
              </a:rPr>
              <a:t>      public</a:t>
            </a:r>
            <a:r>
              <a:rPr lang="en-GB" sz="1600" b="1" dirty="0">
                <a:solidFill>
                  <a:srgbClr val="000000"/>
                </a:solidFill>
                <a:latin typeface="Consolas" panose="020B0609020204030204" pitchFamily="49" charset="0"/>
              </a:rPr>
              <a:t> Student(String </a:t>
            </a:r>
            <a:r>
              <a:rPr lang="en-GB" sz="1600" b="1" dirty="0">
                <a:solidFill>
                  <a:srgbClr val="6A3E3E"/>
                </a:solidFill>
                <a:latin typeface="Consolas" panose="020B0609020204030204" pitchFamily="49" charset="0"/>
              </a:rPr>
              <a:t>name</a:t>
            </a:r>
            <a:r>
              <a:rPr lang="en-GB" sz="1600" b="1" dirty="0">
                <a:solidFill>
                  <a:srgbClr val="000000"/>
                </a:solidFill>
                <a:latin typeface="Consolas" panose="020B0609020204030204" pitchFamily="49" charset="0"/>
              </a:rPr>
              <a:t>) {</a:t>
            </a:r>
          </a:p>
          <a:p>
            <a:r>
              <a:rPr lang="en-GB" sz="1600" b="1" dirty="0">
                <a:solidFill>
                  <a:srgbClr val="7F0055"/>
                </a:solidFill>
                <a:latin typeface="Consolas" panose="020B0609020204030204" pitchFamily="49" charset="0"/>
              </a:rPr>
              <a:t>	     this.</a:t>
            </a:r>
            <a:r>
              <a:rPr lang="en-GB" sz="1600" b="1" dirty="0">
                <a:solidFill>
                  <a:srgbClr val="0000C0"/>
                </a:solidFill>
                <a:latin typeface="Consolas" panose="020B0609020204030204" pitchFamily="49" charset="0"/>
              </a:rPr>
              <a:t>name</a:t>
            </a:r>
            <a:r>
              <a:rPr lang="en-GB" sz="1600" b="1" dirty="0">
                <a:solidFill>
                  <a:srgbClr val="000000"/>
                </a:solidFill>
                <a:latin typeface="Consolas" panose="020B0609020204030204" pitchFamily="49" charset="0"/>
              </a:rPr>
              <a:t> = </a:t>
            </a:r>
            <a:r>
              <a:rPr lang="en-GB" sz="1600" b="1" dirty="0">
                <a:solidFill>
                  <a:srgbClr val="6A3E3E"/>
                </a:solidFill>
                <a:latin typeface="Consolas" panose="020B0609020204030204" pitchFamily="49" charset="0"/>
              </a:rPr>
              <a:t>name</a:t>
            </a:r>
            <a:r>
              <a:rPr lang="en-GB" sz="1600" b="1" dirty="0">
                <a:solidFill>
                  <a:srgbClr val="000000"/>
                </a:solidFill>
                <a:latin typeface="Consolas" panose="020B0609020204030204" pitchFamily="49" charset="0"/>
              </a:rPr>
              <a:t>;</a:t>
            </a:r>
            <a:br>
              <a:rPr lang="en-GB" sz="1600" b="1" dirty="0">
                <a:solidFill>
                  <a:srgbClr val="000000"/>
                </a:solidFill>
                <a:latin typeface="Consolas" panose="020B0609020204030204" pitchFamily="49" charset="0"/>
              </a:rPr>
            </a:br>
            <a:r>
              <a:rPr lang="en-GB" sz="1600" b="1" dirty="0">
                <a:solidFill>
                  <a:srgbClr val="000000"/>
                </a:solidFill>
                <a:latin typeface="Consolas" panose="020B0609020204030204" pitchFamily="49" charset="0"/>
              </a:rPr>
              <a:t>	     </a:t>
            </a:r>
            <a:r>
              <a:rPr lang="en-GB" sz="1600" b="1" dirty="0">
                <a:solidFill>
                  <a:srgbClr val="0000C0"/>
                </a:solidFill>
                <a:latin typeface="Consolas" panose="020B0609020204030204" pitchFamily="49" charset="0"/>
              </a:rPr>
              <a:t>count++</a:t>
            </a:r>
            <a:r>
              <a:rPr lang="en-GB" sz="1600" b="1" dirty="0">
                <a:solidFill>
                  <a:srgbClr val="000000"/>
                </a:solidFill>
                <a:latin typeface="Consolas" panose="020B0609020204030204" pitchFamily="49" charset="0"/>
              </a:rPr>
              <a:t>;</a:t>
            </a:r>
          </a:p>
          <a:p>
            <a:r>
              <a:rPr lang="en-GB" sz="1600" dirty="0">
                <a:solidFill>
                  <a:srgbClr val="000000"/>
                </a:solidFill>
                <a:latin typeface="Consolas" panose="020B0609020204030204" pitchFamily="49" charset="0"/>
              </a:rPr>
              <a:t>      }</a:t>
            </a:r>
          </a:p>
          <a:p>
            <a:r>
              <a:rPr lang="en-GB" sz="1600" dirty="0">
                <a:solidFill>
                  <a:srgbClr val="000000"/>
                </a:solidFill>
                <a:latin typeface="Consolas" panose="020B0609020204030204" pitchFamily="49" charset="0"/>
              </a:rPr>
              <a:t>}</a:t>
            </a:r>
          </a:p>
        </p:txBody>
      </p:sp>
      <p:sp>
        <p:nvSpPr>
          <p:cNvPr id="18" name="Rectangle 17">
            <a:extLst>
              <a:ext uri="{FF2B5EF4-FFF2-40B4-BE49-F238E27FC236}">
                <a16:creationId xmlns:a16="http://schemas.microsoft.com/office/drawing/2014/main" id="{A2C0162C-3F27-423E-9D75-C141D0BE8F5C}"/>
              </a:ext>
            </a:extLst>
          </p:cNvPr>
          <p:cNvSpPr/>
          <p:nvPr/>
        </p:nvSpPr>
        <p:spPr>
          <a:xfrm>
            <a:off x="7297546" y="3999434"/>
            <a:ext cx="4559803" cy="584775"/>
          </a:xfrm>
          <a:prstGeom prst="rect">
            <a:avLst/>
          </a:prstGeom>
          <a:solidFill>
            <a:schemeClr val="bg1"/>
          </a:solidFill>
          <a:ln w="19050">
            <a:noFill/>
          </a:ln>
          <a:effectLst>
            <a:outerShdw blurRad="50800" dist="38100" algn="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wrap="square">
            <a:spAutoFit/>
          </a:bodyPr>
          <a:lstStyle/>
          <a:p>
            <a:r>
              <a:rPr lang="en-GB" sz="1600" b="1" dirty="0">
                <a:solidFill>
                  <a:srgbClr val="000000"/>
                </a:solidFill>
                <a:latin typeface="Consolas" panose="020B0609020204030204" pitchFamily="49" charset="0"/>
              </a:rPr>
              <a:t>Student </a:t>
            </a:r>
            <a:r>
              <a:rPr lang="en-GB" sz="1600" b="1" dirty="0">
                <a:solidFill>
                  <a:srgbClr val="6A3E3E"/>
                </a:solidFill>
                <a:latin typeface="Consolas" panose="020B0609020204030204" pitchFamily="49" charset="0"/>
              </a:rPr>
              <a:t>stu1</a:t>
            </a:r>
            <a:r>
              <a:rPr lang="en-GB" sz="1600" b="1" dirty="0">
                <a:solidFill>
                  <a:srgbClr val="000000"/>
                </a:solidFill>
                <a:latin typeface="Consolas" panose="020B0609020204030204" pitchFamily="49" charset="0"/>
              </a:rPr>
              <a:t> = </a:t>
            </a:r>
            <a:r>
              <a:rPr lang="en-GB" sz="1600" b="1" dirty="0">
                <a:solidFill>
                  <a:srgbClr val="7F0055"/>
                </a:solidFill>
                <a:latin typeface="Consolas" panose="020B0609020204030204" pitchFamily="49" charset="0"/>
              </a:rPr>
              <a:t>new</a:t>
            </a:r>
            <a:r>
              <a:rPr lang="en-GB" sz="1600" b="1" dirty="0">
                <a:solidFill>
                  <a:srgbClr val="000000"/>
                </a:solidFill>
                <a:latin typeface="Consolas" panose="020B0609020204030204" pitchFamily="49" charset="0"/>
              </a:rPr>
              <a:t> Student(</a:t>
            </a:r>
            <a:r>
              <a:rPr lang="en-GB" sz="1600" b="1" dirty="0">
                <a:solidFill>
                  <a:srgbClr val="2A00FF"/>
                </a:solidFill>
                <a:latin typeface="Consolas" panose="020B0609020204030204" pitchFamily="49" charset="0"/>
              </a:rPr>
              <a:t>"Bob"</a:t>
            </a:r>
            <a:r>
              <a:rPr lang="en-GB" sz="1600" b="1" dirty="0">
                <a:solidFill>
                  <a:srgbClr val="000000"/>
                </a:solidFill>
                <a:latin typeface="Consolas" panose="020B0609020204030204" pitchFamily="49" charset="0"/>
              </a:rPr>
              <a:t>);</a:t>
            </a:r>
          </a:p>
          <a:p>
            <a:r>
              <a:rPr lang="en-GB" sz="1600" b="1" dirty="0">
                <a:solidFill>
                  <a:srgbClr val="000000"/>
                </a:solidFill>
                <a:latin typeface="Consolas" panose="020B0609020204030204" pitchFamily="49" charset="0"/>
              </a:rPr>
              <a:t>Student </a:t>
            </a:r>
            <a:r>
              <a:rPr lang="en-GB" sz="1600" b="1" dirty="0">
                <a:solidFill>
                  <a:srgbClr val="6A3E3E"/>
                </a:solidFill>
                <a:latin typeface="Consolas" panose="020B0609020204030204" pitchFamily="49" charset="0"/>
              </a:rPr>
              <a:t>stu2</a:t>
            </a:r>
            <a:r>
              <a:rPr lang="en-GB" sz="1600" dirty="0">
                <a:solidFill>
                  <a:srgbClr val="000000"/>
                </a:solidFill>
                <a:latin typeface="Consolas" panose="020B0609020204030204" pitchFamily="49" charset="0"/>
              </a:rPr>
              <a:t> = </a:t>
            </a:r>
            <a:r>
              <a:rPr lang="en-GB" sz="1600" b="1" dirty="0">
                <a:solidFill>
                  <a:srgbClr val="7F0055"/>
                </a:solidFill>
                <a:latin typeface="Consolas" panose="020B0609020204030204" pitchFamily="49" charset="0"/>
              </a:rPr>
              <a:t>new</a:t>
            </a:r>
            <a:r>
              <a:rPr lang="en-GB" sz="1600" b="1" dirty="0">
                <a:solidFill>
                  <a:srgbClr val="000000"/>
                </a:solidFill>
                <a:latin typeface="Consolas" panose="020B0609020204030204" pitchFamily="49" charset="0"/>
              </a:rPr>
              <a:t> Student(</a:t>
            </a:r>
            <a:r>
              <a:rPr lang="en-GB" sz="1600" b="1" dirty="0">
                <a:solidFill>
                  <a:srgbClr val="2A00FF"/>
                </a:solidFill>
                <a:latin typeface="Consolas" panose="020B0609020204030204" pitchFamily="49" charset="0"/>
              </a:rPr>
              <a:t>"Amy"</a:t>
            </a:r>
            <a:r>
              <a:rPr lang="en-GB" sz="1600" b="1" dirty="0">
                <a:solidFill>
                  <a:srgbClr val="000000"/>
                </a:solidFill>
                <a:latin typeface="Consolas" panose="020B0609020204030204" pitchFamily="49" charset="0"/>
              </a:rPr>
              <a:t>);</a:t>
            </a:r>
          </a:p>
        </p:txBody>
      </p:sp>
      <p:sp>
        <p:nvSpPr>
          <p:cNvPr id="11" name="Rectangle 10">
            <a:extLst>
              <a:ext uri="{FF2B5EF4-FFF2-40B4-BE49-F238E27FC236}">
                <a16:creationId xmlns:a16="http://schemas.microsoft.com/office/drawing/2014/main" id="{33729ED7-2BBA-0D47-3D9B-156B3A5F7CE1}"/>
              </a:ext>
            </a:extLst>
          </p:cNvPr>
          <p:cNvSpPr/>
          <p:nvPr/>
        </p:nvSpPr>
        <p:spPr>
          <a:xfrm>
            <a:off x="7289016" y="4922003"/>
            <a:ext cx="4559803" cy="369332"/>
          </a:xfrm>
          <a:prstGeom prst="rect">
            <a:avLst/>
          </a:prstGeom>
          <a:solidFill>
            <a:schemeClr val="bg1"/>
          </a:solidFill>
          <a:ln w="19050">
            <a:noFill/>
          </a:ln>
          <a:effectLst>
            <a:outerShdw blurRad="50800" dist="38100" algn="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wrap="square">
            <a:spAutoFit/>
          </a:bodyPr>
          <a:lstStyle/>
          <a:p>
            <a:r>
              <a:rPr lang="en-GB" b="1" i="1" dirty="0">
                <a:solidFill>
                  <a:srgbClr val="0000C0"/>
                </a:solidFill>
                <a:latin typeface="Consolas" panose="020B0609020204030204" pitchFamily="49" charset="0"/>
              </a:rPr>
              <a:t>int</a:t>
            </a:r>
            <a:r>
              <a:rPr lang="en-GB" b="1" dirty="0">
                <a:solidFill>
                  <a:srgbClr val="000000"/>
                </a:solidFill>
                <a:latin typeface="Consolas" panose="020B0609020204030204" pitchFamily="49" charset="0"/>
              </a:rPr>
              <a:t> total = </a:t>
            </a:r>
            <a:r>
              <a:rPr lang="en-GB" b="1" i="1" dirty="0" err="1">
                <a:solidFill>
                  <a:srgbClr val="000000"/>
                </a:solidFill>
                <a:latin typeface="Consolas" panose="020B0609020204030204" pitchFamily="49" charset="0"/>
              </a:rPr>
              <a:t>Student.</a:t>
            </a:r>
            <a:r>
              <a:rPr lang="en-GB" b="1" i="1" dirty="0" err="1">
                <a:solidFill>
                  <a:srgbClr val="0000C0"/>
                </a:solidFill>
                <a:latin typeface="Consolas" panose="020B0609020204030204" pitchFamily="49" charset="0"/>
              </a:rPr>
              <a:t>count</a:t>
            </a:r>
            <a:r>
              <a:rPr lang="en-GB" b="1" i="1" dirty="0">
                <a:solidFill>
                  <a:srgbClr val="000000"/>
                </a:solidFill>
                <a:latin typeface="Consolas" panose="020B0609020204030204" pitchFamily="49" charset="0"/>
              </a:rPr>
              <a:t>;</a:t>
            </a:r>
            <a:endParaRPr lang="en-GB" b="1" dirty="0">
              <a:solidFill>
                <a:srgbClr val="000000"/>
              </a:solidFill>
              <a:latin typeface="Consolas" panose="020B0609020204030204" pitchFamily="49" charset="0"/>
            </a:endParaRPr>
          </a:p>
        </p:txBody>
      </p:sp>
      <p:sp>
        <p:nvSpPr>
          <p:cNvPr id="24" name="Arrow: Right 23">
            <a:extLst>
              <a:ext uri="{FF2B5EF4-FFF2-40B4-BE49-F238E27FC236}">
                <a16:creationId xmlns:a16="http://schemas.microsoft.com/office/drawing/2014/main" id="{E50A9295-D866-8162-1C32-E7DF6EDDCC0B}"/>
              </a:ext>
            </a:extLst>
          </p:cNvPr>
          <p:cNvSpPr/>
          <p:nvPr/>
        </p:nvSpPr>
        <p:spPr>
          <a:xfrm>
            <a:off x="7622126" y="1838960"/>
            <a:ext cx="356140" cy="259982"/>
          </a:xfrm>
          <a:prstGeom prst="rightArrow">
            <a:avLst/>
          </a:prstGeom>
          <a:ln>
            <a:noFill/>
          </a:ln>
          <a:effectLst>
            <a:outerShdw blurRad="50800" dist="38100" algn="l" rotWithShape="0">
              <a:prstClr val="black">
                <a:alpha val="40000"/>
              </a:prstClr>
            </a:outerShdw>
          </a:effectLst>
        </p:spPr>
        <p:style>
          <a:lnRef idx="0">
            <a:schemeClr val="accent2"/>
          </a:lnRef>
          <a:fillRef idx="3">
            <a:schemeClr val="accent2"/>
          </a:fillRef>
          <a:effectRef idx="3">
            <a:schemeClr val="accent2"/>
          </a:effectRef>
          <a:fontRef idx="minor">
            <a:schemeClr val="lt1"/>
          </a:fontRef>
        </p:style>
        <p:txBody>
          <a:bodyPr rtlCol="0" anchor="ctr"/>
          <a:lstStyle/>
          <a:p>
            <a:pPr algn="ctr"/>
            <a:endParaRPr lang="en-GB"/>
          </a:p>
        </p:txBody>
      </p:sp>
      <p:sp>
        <p:nvSpPr>
          <p:cNvPr id="3" name="Oval 2">
            <a:extLst>
              <a:ext uri="{FF2B5EF4-FFF2-40B4-BE49-F238E27FC236}">
                <a16:creationId xmlns:a16="http://schemas.microsoft.com/office/drawing/2014/main" id="{0E3AA2A3-EE5E-1F43-EFD3-4480DEACF623}"/>
              </a:ext>
            </a:extLst>
          </p:cNvPr>
          <p:cNvSpPr/>
          <p:nvPr/>
        </p:nvSpPr>
        <p:spPr>
          <a:xfrm>
            <a:off x="2250630" y="1711466"/>
            <a:ext cx="2277918" cy="1548058"/>
          </a:xfrm>
          <a:prstGeom prst="ellipse">
            <a:avLst/>
          </a:prstGeom>
          <a:solidFill>
            <a:srgbClr val="28CFF9">
              <a:alpha val="50000"/>
            </a:srgbClr>
          </a:solidFill>
          <a:ln>
            <a:solidFill>
              <a:schemeClr val="bg1">
                <a:lumMod val="65000"/>
              </a:schemeClr>
            </a:solidFill>
          </a:ln>
          <a:effectLst/>
        </p:spPr>
        <p:style>
          <a:lnRef idx="0">
            <a:schemeClr val="accent6"/>
          </a:lnRef>
          <a:fillRef idx="3">
            <a:schemeClr val="accent6"/>
          </a:fillRef>
          <a:effectRef idx="3">
            <a:schemeClr val="accent6"/>
          </a:effectRef>
          <a:fontRef idx="minor">
            <a:schemeClr val="lt1"/>
          </a:fontRef>
        </p:style>
        <p:txBody>
          <a:bodyPr rtlCol="0" anchor="ctr"/>
          <a:lstStyle/>
          <a:p>
            <a:pPr algn="ctr"/>
            <a:r>
              <a:rPr lang="en-GB" sz="2000" b="1" dirty="0">
                <a:solidFill>
                  <a:srgbClr val="0000C0"/>
                </a:solidFill>
                <a:latin typeface="Consolas" panose="020B0609020204030204" pitchFamily="49" charset="0"/>
              </a:rPr>
              <a:t>name=</a:t>
            </a:r>
            <a:r>
              <a:rPr lang="en-GB" sz="1600" b="1" dirty="0">
                <a:solidFill>
                  <a:schemeClr val="tx1"/>
                </a:solidFill>
                <a:latin typeface="Consolas" panose="020B0609020204030204" pitchFamily="49" charset="0"/>
                <a:cs typeface="Arial" pitchFamily="34" charset="0"/>
              </a:rPr>
              <a:t>"</a:t>
            </a:r>
            <a:r>
              <a:rPr lang="en-GB" sz="1600" b="1" dirty="0">
                <a:solidFill>
                  <a:schemeClr val="tx1"/>
                </a:solidFill>
                <a:cs typeface="Arial" pitchFamily="34" charset="0"/>
              </a:rPr>
              <a:t>Bob"</a:t>
            </a:r>
          </a:p>
        </p:txBody>
      </p:sp>
      <p:sp>
        <p:nvSpPr>
          <p:cNvPr id="6" name="Oval 5">
            <a:extLst>
              <a:ext uri="{FF2B5EF4-FFF2-40B4-BE49-F238E27FC236}">
                <a16:creationId xmlns:a16="http://schemas.microsoft.com/office/drawing/2014/main" id="{A1AFAB93-E288-6026-E97D-0F47F0733785}"/>
              </a:ext>
            </a:extLst>
          </p:cNvPr>
          <p:cNvSpPr/>
          <p:nvPr/>
        </p:nvSpPr>
        <p:spPr>
          <a:xfrm>
            <a:off x="2220137" y="3784106"/>
            <a:ext cx="2277918" cy="1548058"/>
          </a:xfrm>
          <a:prstGeom prst="ellipse">
            <a:avLst/>
          </a:prstGeom>
          <a:solidFill>
            <a:srgbClr val="28CFF9">
              <a:alpha val="50000"/>
            </a:srgbClr>
          </a:solidFill>
          <a:ln>
            <a:solidFill>
              <a:schemeClr val="bg1">
                <a:lumMod val="65000"/>
              </a:schemeClr>
            </a:solidFill>
          </a:ln>
          <a:effectLst/>
        </p:spPr>
        <p:style>
          <a:lnRef idx="0">
            <a:schemeClr val="accent6"/>
          </a:lnRef>
          <a:fillRef idx="3">
            <a:schemeClr val="accent6"/>
          </a:fillRef>
          <a:effectRef idx="3">
            <a:schemeClr val="accent6"/>
          </a:effectRef>
          <a:fontRef idx="minor">
            <a:schemeClr val="lt1"/>
          </a:fontRef>
        </p:style>
        <p:txBody>
          <a:bodyPr rtlCol="0" anchor="ctr"/>
          <a:lstStyle/>
          <a:p>
            <a:pPr algn="ctr"/>
            <a:r>
              <a:rPr lang="en-GB" sz="2000" b="1" dirty="0">
                <a:solidFill>
                  <a:srgbClr val="0000C0"/>
                </a:solidFill>
                <a:latin typeface="Consolas" panose="020B0609020204030204" pitchFamily="49" charset="0"/>
              </a:rPr>
              <a:t>name=</a:t>
            </a:r>
            <a:r>
              <a:rPr lang="en-GB" sz="1600" b="1" dirty="0">
                <a:solidFill>
                  <a:schemeClr val="tx1"/>
                </a:solidFill>
                <a:latin typeface="Consolas" panose="020B0609020204030204" pitchFamily="49" charset="0"/>
                <a:cs typeface="Arial" pitchFamily="34" charset="0"/>
              </a:rPr>
              <a:t>"Amy</a:t>
            </a:r>
            <a:r>
              <a:rPr lang="en-GB" sz="1600" b="1" dirty="0">
                <a:solidFill>
                  <a:schemeClr val="tx1"/>
                </a:solidFill>
                <a:cs typeface="Arial" pitchFamily="34" charset="0"/>
              </a:rPr>
              <a:t>"</a:t>
            </a:r>
          </a:p>
        </p:txBody>
      </p:sp>
    </p:spTree>
    <p:extLst>
      <p:ext uri="{BB962C8B-B14F-4D97-AF65-F5344CB8AC3E}">
        <p14:creationId xmlns:p14="http://schemas.microsoft.com/office/powerpoint/2010/main" val="4682196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fade">
                                      <p:cBhvr>
                                        <p:cTn id="10" dur="500"/>
                                        <p:tgtEl>
                                          <p:spTgt spid="1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4"/>
                                        </p:tgtEl>
                                        <p:attrNameLst>
                                          <p:attrName>style.visibility</p:attrName>
                                        </p:attrNameLst>
                                      </p:cBhvr>
                                      <p:to>
                                        <p:strVal val="visible"/>
                                      </p:to>
                                    </p:set>
                                    <p:animEffect transition="in" filter="fade">
                                      <p:cBhvr>
                                        <p:cTn id="16"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8" grpId="0" animBg="1"/>
      <p:bldP spid="11" grpId="0" animBg="1"/>
      <p:bldP spid="2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6"/>
          <p:cNvSpPr>
            <a:spLocks noChangeArrowheads="1"/>
          </p:cNvSpPr>
          <p:nvPr/>
        </p:nvSpPr>
        <p:spPr bwMode="auto">
          <a:xfrm>
            <a:off x="5697093" y="3961486"/>
            <a:ext cx="4149617" cy="920765"/>
          </a:xfrm>
          <a:prstGeom prst="rect">
            <a:avLst/>
          </a:prstGeom>
          <a:solidFill>
            <a:schemeClr val="bg1"/>
          </a:solidFill>
          <a:ln w="19050">
            <a:noFill/>
            <a:miter lim="800000"/>
            <a:headEnd/>
            <a:tailEnd/>
          </a:ln>
          <a:effectLst>
            <a:outerShdw blurRad="50800" dist="38100" algn="l" rotWithShape="0">
              <a:prstClr val="black">
                <a:alpha val="40000"/>
              </a:prstClr>
            </a:outerShdw>
          </a:effectLst>
        </p:spPr>
        <p:txBody>
          <a:bodyPr wrap="square" lIns="90488" tIns="44450" rIns="90488" bIns="44450">
            <a:spAutoFit/>
          </a:bodyPr>
          <a:lstStyle/>
          <a:p>
            <a:pPr defTabSz="739775" eaLnBrk="0" hangingPunct="0">
              <a:defRPr/>
            </a:pPr>
            <a:r>
              <a:rPr lang="en-GB" dirty="0">
                <a:solidFill>
                  <a:srgbClr val="000000"/>
                </a:solidFill>
                <a:latin typeface="Lucida Console" pitchFamily="49" charset="0"/>
              </a:rPr>
              <a:t>Math m = </a:t>
            </a:r>
            <a:r>
              <a:rPr lang="en-GB" dirty="0">
                <a:solidFill>
                  <a:srgbClr val="0000C8"/>
                </a:solidFill>
                <a:latin typeface="Lucida Console" pitchFamily="49" charset="0"/>
              </a:rPr>
              <a:t>new</a:t>
            </a:r>
            <a:r>
              <a:rPr lang="en-GB" dirty="0">
                <a:solidFill>
                  <a:srgbClr val="000000"/>
                </a:solidFill>
                <a:latin typeface="Lucida Console" pitchFamily="49" charset="0"/>
              </a:rPr>
              <a:t> Math();</a:t>
            </a:r>
          </a:p>
          <a:p>
            <a:pPr defTabSz="739775" eaLnBrk="0" hangingPunct="0">
              <a:defRPr/>
            </a:pPr>
            <a:endParaRPr lang="en-GB" dirty="0">
              <a:solidFill>
                <a:srgbClr val="000000"/>
              </a:solidFill>
              <a:latin typeface="Lucida Console" pitchFamily="49" charset="0"/>
            </a:endParaRPr>
          </a:p>
          <a:p>
            <a:pPr defTabSz="739775" eaLnBrk="0" hangingPunct="0">
              <a:defRPr/>
            </a:pPr>
            <a:r>
              <a:rPr lang="en-GB" dirty="0" err="1">
                <a:solidFill>
                  <a:srgbClr val="000000"/>
                </a:solidFill>
                <a:latin typeface="Lucida Console" pitchFamily="49" charset="0"/>
              </a:rPr>
              <a:t>m.sqrt</a:t>
            </a:r>
            <a:r>
              <a:rPr lang="en-GB" dirty="0">
                <a:solidFill>
                  <a:srgbClr val="000000"/>
                </a:solidFill>
                <a:latin typeface="Lucida Console" pitchFamily="49" charset="0"/>
              </a:rPr>
              <a:t>(25.6);</a:t>
            </a:r>
          </a:p>
        </p:txBody>
      </p:sp>
      <p:sp>
        <p:nvSpPr>
          <p:cNvPr id="2" name="Title 1"/>
          <p:cNvSpPr>
            <a:spLocks noGrp="1"/>
          </p:cNvSpPr>
          <p:nvPr>
            <p:ph type="title"/>
          </p:nvPr>
        </p:nvSpPr>
        <p:spPr/>
        <p:txBody>
          <a:bodyPr/>
          <a:lstStyle/>
          <a:p>
            <a:r>
              <a:rPr lang="en-GB" dirty="0"/>
              <a:t>Static – A few framework classes</a:t>
            </a:r>
          </a:p>
        </p:txBody>
      </p:sp>
      <p:sp>
        <p:nvSpPr>
          <p:cNvPr id="3" name="Content Placeholder 2"/>
          <p:cNvSpPr>
            <a:spLocks noGrp="1"/>
          </p:cNvSpPr>
          <p:nvPr>
            <p:ph idx="1"/>
          </p:nvPr>
        </p:nvSpPr>
        <p:spPr>
          <a:xfrm>
            <a:off x="889912" y="1408897"/>
            <a:ext cx="9916329" cy="1456223"/>
          </a:xfrm>
          <a:solidFill>
            <a:schemeClr val="accent5">
              <a:lumMod val="20000"/>
              <a:lumOff val="80000"/>
            </a:schemeClr>
          </a:solidFill>
          <a:effectLst>
            <a:outerShdw blurRad="50800" dist="38100" dir="2700000" algn="tl" rotWithShape="0">
              <a:prstClr val="black">
                <a:alpha val="40000"/>
              </a:prstClr>
            </a:outerShdw>
          </a:effectLst>
        </p:spPr>
        <p:txBody>
          <a:bodyPr vert="horz" lIns="0" tIns="0" rIns="0" bIns="0" rtlCol="0" anchor="ctr" anchorCtr="0">
            <a:noAutofit/>
          </a:bodyPr>
          <a:lstStyle/>
          <a:p>
            <a:pPr algn="ctr"/>
            <a:r>
              <a:rPr lang="en-GB" b="1" dirty="0"/>
              <a:t>Static means ‘belongs to the class, not to an instance of the class</a:t>
            </a:r>
          </a:p>
          <a:p>
            <a:pPr algn="ctr"/>
            <a:r>
              <a:rPr lang="en-GB" dirty="0"/>
              <a:t>Static members visible via the </a:t>
            </a:r>
            <a:r>
              <a:rPr lang="en-GB" b="1" dirty="0"/>
              <a:t>class name</a:t>
            </a:r>
            <a:r>
              <a:rPr lang="en-GB" dirty="0"/>
              <a:t>. </a:t>
            </a:r>
            <a:br>
              <a:rPr lang="en-GB" dirty="0"/>
            </a:br>
            <a:r>
              <a:rPr lang="en-GB" dirty="0"/>
              <a:t>No need to create an instant</a:t>
            </a:r>
          </a:p>
        </p:txBody>
      </p:sp>
      <p:sp>
        <p:nvSpPr>
          <p:cNvPr id="4" name="Rectangle 6"/>
          <p:cNvSpPr>
            <a:spLocks noChangeArrowheads="1"/>
          </p:cNvSpPr>
          <p:nvPr/>
        </p:nvSpPr>
        <p:spPr bwMode="auto">
          <a:xfrm>
            <a:off x="1544926" y="3961486"/>
            <a:ext cx="3956048" cy="920765"/>
          </a:xfrm>
          <a:prstGeom prst="rect">
            <a:avLst/>
          </a:prstGeom>
          <a:solidFill>
            <a:schemeClr val="bg1"/>
          </a:solidFill>
          <a:ln w="19050">
            <a:noFill/>
            <a:miter lim="800000"/>
            <a:headEnd/>
            <a:tailEnd/>
          </a:ln>
          <a:effectLst>
            <a:outerShdw blurRad="50800" dist="38100" algn="l" rotWithShape="0">
              <a:prstClr val="black">
                <a:alpha val="40000"/>
              </a:prstClr>
            </a:outerShdw>
          </a:effectLst>
        </p:spPr>
        <p:txBody>
          <a:bodyPr wrap="square" lIns="90488" tIns="44450" rIns="90488" bIns="44450">
            <a:spAutoFit/>
          </a:bodyPr>
          <a:lstStyle/>
          <a:p>
            <a:pPr defTabSz="739775" eaLnBrk="0" hangingPunct="0">
              <a:defRPr/>
            </a:pPr>
            <a:r>
              <a:rPr lang="en-GB" dirty="0">
                <a:solidFill>
                  <a:srgbClr val="000000"/>
                </a:solidFill>
                <a:latin typeface="Lucida Console" pitchFamily="49" charset="0"/>
              </a:rPr>
              <a:t>System s = </a:t>
            </a:r>
            <a:r>
              <a:rPr lang="en-GB" dirty="0">
                <a:solidFill>
                  <a:srgbClr val="0000C8"/>
                </a:solidFill>
                <a:latin typeface="Lucida Console" pitchFamily="49" charset="0"/>
              </a:rPr>
              <a:t>new</a:t>
            </a:r>
            <a:r>
              <a:rPr lang="en-GB" dirty="0">
                <a:solidFill>
                  <a:srgbClr val="000000"/>
                </a:solidFill>
                <a:latin typeface="Lucida Console" pitchFamily="49" charset="0"/>
              </a:rPr>
              <a:t> System();</a:t>
            </a:r>
            <a:endParaRPr lang="en-GB" dirty="0">
              <a:solidFill>
                <a:srgbClr val="008000"/>
              </a:solidFill>
              <a:latin typeface="Lucida Console" pitchFamily="49" charset="0"/>
            </a:endParaRPr>
          </a:p>
          <a:p>
            <a:pPr defTabSz="739775" eaLnBrk="0" hangingPunct="0">
              <a:defRPr/>
            </a:pPr>
            <a:endParaRPr lang="en-GB" dirty="0">
              <a:solidFill>
                <a:srgbClr val="000000"/>
              </a:solidFill>
              <a:latin typeface="Lucida Console" pitchFamily="49" charset="0"/>
            </a:endParaRPr>
          </a:p>
          <a:p>
            <a:pPr defTabSz="739775" eaLnBrk="0" hangingPunct="0">
              <a:defRPr/>
            </a:pPr>
            <a:r>
              <a:rPr lang="en-GB" dirty="0" err="1">
                <a:solidFill>
                  <a:srgbClr val="000000"/>
                </a:solidFill>
                <a:latin typeface="Lucida Console" pitchFamily="49" charset="0"/>
              </a:rPr>
              <a:t>s.Console.WriteLine</a:t>
            </a:r>
            <a:r>
              <a:rPr lang="en-GB" dirty="0">
                <a:solidFill>
                  <a:srgbClr val="000000"/>
                </a:solidFill>
                <a:latin typeface="Lucida Console" pitchFamily="49" charset="0"/>
              </a:rPr>
              <a:t>();</a:t>
            </a:r>
          </a:p>
        </p:txBody>
      </p:sp>
      <p:sp>
        <p:nvSpPr>
          <p:cNvPr id="6" name="Rectangle 21"/>
          <p:cNvSpPr>
            <a:spLocks noChangeArrowheads="1"/>
          </p:cNvSpPr>
          <p:nvPr/>
        </p:nvSpPr>
        <p:spPr bwMode="auto">
          <a:xfrm>
            <a:off x="9081377" y="4099559"/>
            <a:ext cx="476250" cy="698500"/>
          </a:xfrm>
          <a:prstGeom prst="rect">
            <a:avLst/>
          </a:prstGeom>
          <a:noFill/>
          <a:ln w="12700">
            <a:noFill/>
            <a:miter lim="800000"/>
            <a:headEnd/>
            <a:tailEnd/>
          </a:ln>
          <a:effectLst>
            <a:outerShdw blurRad="50800" dist="38100" algn="l" rotWithShape="0">
              <a:prstClr val="black">
                <a:alpha val="40000"/>
              </a:prstClr>
            </a:outerShdw>
          </a:effectLst>
        </p:spPr>
        <p:txBody>
          <a:bodyPr lIns="90488" tIns="44450" rIns="90488" bIns="44450">
            <a:spAutoFit/>
          </a:bodyPr>
          <a:lstStyle/>
          <a:p>
            <a:pPr defTabSz="739775" eaLnBrk="0" hangingPunct="0">
              <a:defRPr/>
            </a:pPr>
            <a:r>
              <a:rPr lang="en-US" sz="4000" dirty="0">
                <a:solidFill>
                  <a:srgbClr val="FF3300"/>
                </a:solidFill>
                <a:latin typeface="Wingdings" pitchFamily="2" charset="2"/>
              </a:rPr>
              <a:t></a:t>
            </a:r>
          </a:p>
        </p:txBody>
      </p:sp>
      <p:sp>
        <p:nvSpPr>
          <p:cNvPr id="8" name="Rectangle 21"/>
          <p:cNvSpPr>
            <a:spLocks noChangeArrowheads="1"/>
          </p:cNvSpPr>
          <p:nvPr/>
        </p:nvSpPr>
        <p:spPr bwMode="auto">
          <a:xfrm>
            <a:off x="4952436" y="4088778"/>
            <a:ext cx="476250" cy="705321"/>
          </a:xfrm>
          <a:prstGeom prst="rect">
            <a:avLst/>
          </a:prstGeom>
          <a:noFill/>
          <a:ln w="12700">
            <a:noFill/>
            <a:miter lim="800000"/>
            <a:headEnd/>
            <a:tailEnd/>
          </a:ln>
          <a:effectLst>
            <a:outerShdw blurRad="50800" dist="38100" algn="l" rotWithShape="0">
              <a:prstClr val="black">
                <a:alpha val="40000"/>
              </a:prstClr>
            </a:outerShdw>
          </a:effectLst>
        </p:spPr>
        <p:txBody>
          <a:bodyPr lIns="90488" tIns="44450" rIns="90488" bIns="44450">
            <a:spAutoFit/>
          </a:bodyPr>
          <a:lstStyle/>
          <a:p>
            <a:pPr defTabSz="739775" eaLnBrk="0" hangingPunct="0">
              <a:defRPr/>
            </a:pPr>
            <a:r>
              <a:rPr lang="en-US" sz="4000" dirty="0">
                <a:solidFill>
                  <a:srgbClr val="FF3300"/>
                </a:solidFill>
                <a:latin typeface="Wingdings" pitchFamily="2" charset="2"/>
              </a:rPr>
              <a:t></a:t>
            </a:r>
          </a:p>
        </p:txBody>
      </p:sp>
      <p:sp>
        <p:nvSpPr>
          <p:cNvPr id="10" name="Rectangle 6"/>
          <p:cNvSpPr>
            <a:spLocks noChangeArrowheads="1"/>
          </p:cNvSpPr>
          <p:nvPr/>
        </p:nvSpPr>
        <p:spPr bwMode="auto">
          <a:xfrm>
            <a:off x="1544926" y="3322964"/>
            <a:ext cx="3956048" cy="366767"/>
          </a:xfrm>
          <a:prstGeom prst="rect">
            <a:avLst/>
          </a:prstGeom>
          <a:solidFill>
            <a:schemeClr val="tx2">
              <a:lumMod val="20000"/>
              <a:lumOff val="80000"/>
            </a:schemeClr>
          </a:solidFill>
          <a:ln w="19050">
            <a:noFill/>
            <a:miter lim="800000"/>
            <a:headEnd/>
            <a:tailEnd/>
          </a:ln>
          <a:effectLst>
            <a:outerShdw blurRad="50800" dist="38100" algn="l" rotWithShape="0">
              <a:prstClr val="black">
                <a:alpha val="40000"/>
              </a:prstClr>
            </a:outerShdw>
          </a:effectLst>
        </p:spPr>
        <p:txBody>
          <a:bodyPr wrap="square" lIns="90488" tIns="44450" rIns="90488" bIns="44450">
            <a:spAutoFit/>
          </a:bodyPr>
          <a:lstStyle/>
          <a:p>
            <a:pPr defTabSz="739775" eaLnBrk="0" hangingPunct="0">
              <a:defRPr/>
            </a:pPr>
            <a:r>
              <a:rPr lang="en-GB" dirty="0" err="1">
                <a:solidFill>
                  <a:srgbClr val="000000"/>
                </a:solidFill>
                <a:latin typeface="Lucida Console" pitchFamily="49" charset="0"/>
              </a:rPr>
              <a:t>Console.WriteLine</a:t>
            </a:r>
            <a:r>
              <a:rPr lang="en-GB" dirty="0">
                <a:solidFill>
                  <a:srgbClr val="000000"/>
                </a:solidFill>
                <a:latin typeface="Lucida Console" pitchFamily="49" charset="0"/>
              </a:rPr>
              <a:t>("OK");</a:t>
            </a:r>
          </a:p>
        </p:txBody>
      </p:sp>
      <p:sp>
        <p:nvSpPr>
          <p:cNvPr id="11" name="Rectangle 6"/>
          <p:cNvSpPr>
            <a:spLocks noChangeArrowheads="1"/>
          </p:cNvSpPr>
          <p:nvPr/>
        </p:nvSpPr>
        <p:spPr bwMode="auto">
          <a:xfrm>
            <a:off x="5697093" y="3322964"/>
            <a:ext cx="4149617" cy="366767"/>
          </a:xfrm>
          <a:prstGeom prst="rect">
            <a:avLst/>
          </a:prstGeom>
          <a:solidFill>
            <a:schemeClr val="tx2">
              <a:lumMod val="20000"/>
              <a:lumOff val="80000"/>
            </a:schemeClr>
          </a:solidFill>
          <a:ln w="19050">
            <a:noFill/>
            <a:miter lim="800000"/>
            <a:headEnd/>
            <a:tailEnd/>
          </a:ln>
          <a:effectLst>
            <a:outerShdw blurRad="50800" dist="38100" algn="l" rotWithShape="0">
              <a:prstClr val="black">
                <a:alpha val="40000"/>
              </a:prstClr>
            </a:outerShdw>
          </a:effectLst>
        </p:spPr>
        <p:txBody>
          <a:bodyPr wrap="square" lIns="90488" tIns="44450" rIns="90488" bIns="44450">
            <a:spAutoFit/>
          </a:bodyPr>
          <a:lstStyle/>
          <a:p>
            <a:pPr defTabSz="739775" eaLnBrk="0" hangingPunct="0">
              <a:defRPr/>
            </a:pPr>
            <a:r>
              <a:rPr lang="en-GB" dirty="0" err="1">
                <a:solidFill>
                  <a:srgbClr val="000000"/>
                </a:solidFill>
                <a:latin typeface="Lucida Console" pitchFamily="49" charset="0"/>
              </a:rPr>
              <a:t>Console.WriteLine</a:t>
            </a:r>
            <a:r>
              <a:rPr lang="en-GB" dirty="0">
                <a:solidFill>
                  <a:srgbClr val="000000"/>
                </a:solidFill>
                <a:latin typeface="Lucida Console" pitchFamily="49" charset="0"/>
              </a:rPr>
              <a:t>(</a:t>
            </a:r>
            <a:r>
              <a:rPr lang="en-GB" dirty="0" err="1">
                <a:solidFill>
                  <a:srgbClr val="000000"/>
                </a:solidFill>
                <a:latin typeface="Lucida Console" pitchFamily="49" charset="0"/>
              </a:rPr>
              <a:t>Math.PI</a:t>
            </a:r>
            <a:r>
              <a:rPr lang="en-GB" dirty="0">
                <a:solidFill>
                  <a:srgbClr val="000000"/>
                </a:solidFill>
                <a:latin typeface="Lucida Console" pitchFamily="49" charset="0"/>
              </a:rPr>
              <a:t>);</a:t>
            </a:r>
          </a:p>
        </p:txBody>
      </p:sp>
    </p:spTree>
    <p:extLst>
      <p:ext uri="{BB962C8B-B14F-4D97-AF65-F5344CB8AC3E}">
        <p14:creationId xmlns:p14="http://schemas.microsoft.com/office/powerpoint/2010/main" val="18232064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pPr eaLnBrk="1" hangingPunct="1"/>
            <a:r>
              <a:rPr lang="en-GB"/>
              <a:t>this</a:t>
            </a:r>
          </a:p>
        </p:txBody>
      </p:sp>
      <p:sp>
        <p:nvSpPr>
          <p:cNvPr id="14339" name="Rectangle 3"/>
          <p:cNvSpPr>
            <a:spLocks noGrp="1" noChangeArrowheads="1"/>
          </p:cNvSpPr>
          <p:nvPr>
            <p:ph type="body" idx="1"/>
          </p:nvPr>
        </p:nvSpPr>
        <p:spPr/>
        <p:txBody>
          <a:bodyPr vert="horz" lIns="0" tIns="0" rIns="0" bIns="0" rtlCol="0" anchor="t" anchorCtr="0">
            <a:noAutofit/>
          </a:bodyPr>
          <a:lstStyle/>
          <a:p>
            <a:pPr marL="342900" indent="-342900">
              <a:buFont typeface="Arial" panose="020B0604020202020204" pitchFamily="34" charset="0"/>
              <a:buChar char="•"/>
            </a:pPr>
            <a:r>
              <a:rPr lang="en-GB" b="1" dirty="0">
                <a:latin typeface="Lucida Console" panose="020B0609040504020204" pitchFamily="49" charset="0"/>
              </a:rPr>
              <a:t>this</a:t>
            </a:r>
            <a:r>
              <a:rPr lang="en-GB" b="1" dirty="0"/>
              <a:t> refers to the object on which method was invoked</a:t>
            </a:r>
          </a:p>
          <a:p>
            <a:pPr marL="684000" lvl="1" indent="-342900">
              <a:buSzPct val="115000"/>
            </a:pPr>
            <a:r>
              <a:rPr lang="en-GB" dirty="0"/>
              <a:t>Could write accelerate method as follows:</a:t>
            </a:r>
          </a:p>
          <a:p>
            <a:pPr marL="684000" lvl="1" indent="-342900">
              <a:buSzPct val="115000"/>
            </a:pPr>
            <a:endParaRPr lang="en-GB" dirty="0"/>
          </a:p>
          <a:p>
            <a:pPr marL="684000" lvl="1" indent="-342900">
              <a:buSzPct val="115000"/>
            </a:pPr>
            <a:endParaRPr lang="en-GB" dirty="0"/>
          </a:p>
          <a:p>
            <a:pPr marL="684000" lvl="1" indent="-342900">
              <a:buSzPct val="115000"/>
            </a:pPr>
            <a:endParaRPr lang="en-GB" dirty="0"/>
          </a:p>
          <a:p>
            <a:pPr marL="684000" lvl="1" indent="-342900">
              <a:buSzPct val="115000"/>
            </a:pPr>
            <a:endParaRPr lang="en-GB" dirty="0"/>
          </a:p>
          <a:p>
            <a:pPr marL="684000" lvl="1" indent="-342900">
              <a:buSzPct val="115000"/>
            </a:pPr>
            <a:endParaRPr lang="en-GB" dirty="0"/>
          </a:p>
          <a:p>
            <a:pPr marL="684000" lvl="1" indent="-342900">
              <a:buSzPct val="115000"/>
            </a:pPr>
            <a:endParaRPr lang="en-GB" dirty="0"/>
          </a:p>
          <a:p>
            <a:pPr marL="684000" lvl="1" indent="-342900">
              <a:buSzPct val="115000"/>
            </a:pPr>
            <a:endParaRPr lang="en-GB" dirty="0"/>
          </a:p>
          <a:p>
            <a:pPr marL="341100" lvl="1" indent="0">
              <a:buSzPct val="115000"/>
              <a:buNone/>
            </a:pPr>
            <a:endParaRPr lang="en-GB" dirty="0"/>
          </a:p>
        </p:txBody>
      </p:sp>
      <p:sp>
        <p:nvSpPr>
          <p:cNvPr id="824324" name="Rectangle 4"/>
          <p:cNvSpPr>
            <a:spLocks noChangeArrowheads="1"/>
          </p:cNvSpPr>
          <p:nvPr/>
        </p:nvSpPr>
        <p:spPr bwMode="auto">
          <a:xfrm>
            <a:off x="2506739" y="2373963"/>
            <a:ext cx="7145261" cy="3136756"/>
          </a:xfrm>
          <a:prstGeom prst="rect">
            <a:avLst/>
          </a:prstGeom>
          <a:solidFill>
            <a:schemeClr val="accent5">
              <a:lumMod val="20000"/>
              <a:lumOff val="80000"/>
            </a:schemeClr>
          </a:solidFill>
          <a:ln w="19050">
            <a:noFill/>
            <a:miter lim="800000"/>
            <a:headEnd/>
            <a:tailEnd/>
          </a:ln>
          <a:effectLst>
            <a:outerShdw blurRad="50800" dist="38100" algn="l" rotWithShape="0">
              <a:prstClr val="black">
                <a:alpha val="40000"/>
              </a:prstClr>
            </a:outerShdw>
          </a:effectLst>
        </p:spPr>
        <p:txBody>
          <a:bodyPr wrap="square" lIns="90488" tIns="44450" rIns="90488" bIns="44450">
            <a:spAutoFit/>
          </a:bodyPr>
          <a:lstStyle/>
          <a:p>
            <a:pPr defTabSz="739775" eaLnBrk="0" hangingPunct="0">
              <a:tabLst>
                <a:tab pos="341313" algn="l"/>
                <a:tab pos="690563" algn="l"/>
                <a:tab pos="1030288" algn="l"/>
                <a:tab pos="1371600" algn="l"/>
              </a:tabLst>
              <a:defRPr/>
            </a:pPr>
            <a:r>
              <a:rPr lang="en-GB" dirty="0">
                <a:solidFill>
                  <a:srgbClr val="0000C8"/>
                </a:solidFill>
                <a:latin typeface="Lucida Console" pitchFamily="49" charset="0"/>
              </a:rPr>
              <a:t>public class</a:t>
            </a:r>
            <a:r>
              <a:rPr lang="en-GB" dirty="0">
                <a:solidFill>
                  <a:srgbClr val="000000"/>
                </a:solidFill>
                <a:latin typeface="Lucida Console" pitchFamily="49" charset="0"/>
              </a:rPr>
              <a:t> Car {</a:t>
            </a:r>
          </a:p>
          <a:p>
            <a:pPr defTabSz="739775" eaLnBrk="0" hangingPunct="0">
              <a:tabLst>
                <a:tab pos="341313" algn="l"/>
                <a:tab pos="690563" algn="l"/>
                <a:tab pos="1030288" algn="l"/>
                <a:tab pos="1371600" algn="l"/>
              </a:tabLst>
              <a:defRPr/>
            </a:pPr>
            <a:endParaRPr lang="en-GB" dirty="0">
              <a:solidFill>
                <a:srgbClr val="000000"/>
              </a:solidFill>
              <a:latin typeface="Lucida Console" pitchFamily="49" charset="0"/>
            </a:endParaRPr>
          </a:p>
          <a:p>
            <a:pPr defTabSz="739775" eaLnBrk="0" hangingPunct="0">
              <a:tabLst>
                <a:tab pos="341313" algn="l"/>
                <a:tab pos="690563" algn="l"/>
                <a:tab pos="1030288" algn="l"/>
                <a:tab pos="1371600" algn="l"/>
              </a:tabLst>
              <a:defRPr/>
            </a:pPr>
            <a:r>
              <a:rPr lang="en-GB" dirty="0">
                <a:solidFill>
                  <a:srgbClr val="000000"/>
                </a:solidFill>
                <a:latin typeface="Lucida Console" pitchFamily="49" charset="0"/>
              </a:rPr>
              <a:t>	</a:t>
            </a:r>
            <a:r>
              <a:rPr lang="en-GB" dirty="0">
                <a:solidFill>
                  <a:srgbClr val="0000C8"/>
                </a:solidFill>
                <a:latin typeface="Lucida Console" pitchFamily="49" charset="0"/>
              </a:rPr>
              <a:t>private </a:t>
            </a:r>
            <a:r>
              <a:rPr lang="en-GB" dirty="0" err="1">
                <a:solidFill>
                  <a:srgbClr val="0000C8"/>
                </a:solidFill>
                <a:latin typeface="Lucida Console" pitchFamily="49" charset="0"/>
              </a:rPr>
              <a:t>int</a:t>
            </a:r>
            <a:r>
              <a:rPr lang="en-GB" dirty="0">
                <a:solidFill>
                  <a:srgbClr val="000000"/>
                </a:solidFill>
                <a:latin typeface="Lucida Console" pitchFamily="49" charset="0"/>
              </a:rPr>
              <a:t> speed;</a:t>
            </a:r>
          </a:p>
          <a:p>
            <a:pPr defTabSz="739775" eaLnBrk="0" hangingPunct="0">
              <a:tabLst>
                <a:tab pos="341313" algn="l"/>
                <a:tab pos="690563" algn="l"/>
                <a:tab pos="1030288" algn="l"/>
                <a:tab pos="1371600" algn="l"/>
              </a:tabLst>
              <a:defRPr/>
            </a:pPr>
            <a:endParaRPr lang="en-GB" dirty="0">
              <a:solidFill>
                <a:srgbClr val="000000"/>
              </a:solidFill>
              <a:latin typeface="Lucida Console" pitchFamily="49" charset="0"/>
            </a:endParaRPr>
          </a:p>
          <a:p>
            <a:pPr defTabSz="739775" eaLnBrk="0" hangingPunct="0">
              <a:tabLst>
                <a:tab pos="341313" algn="l"/>
                <a:tab pos="690563" algn="l"/>
                <a:tab pos="1030288" algn="l"/>
                <a:tab pos="1371600" algn="l"/>
              </a:tabLst>
              <a:defRPr/>
            </a:pPr>
            <a:r>
              <a:rPr lang="en-GB" dirty="0">
                <a:solidFill>
                  <a:srgbClr val="000000"/>
                </a:solidFill>
                <a:latin typeface="Lucida Console" pitchFamily="49" charset="0"/>
              </a:rPr>
              <a:t>	</a:t>
            </a:r>
            <a:r>
              <a:rPr lang="en-GB" dirty="0">
                <a:solidFill>
                  <a:srgbClr val="0000C8"/>
                </a:solidFill>
                <a:latin typeface="Lucida Console" pitchFamily="49" charset="0"/>
              </a:rPr>
              <a:t>public void</a:t>
            </a:r>
            <a:r>
              <a:rPr lang="en-GB" dirty="0">
                <a:solidFill>
                  <a:srgbClr val="000000"/>
                </a:solidFill>
                <a:latin typeface="Lucida Console" pitchFamily="49" charset="0"/>
              </a:rPr>
              <a:t> accelerate( </a:t>
            </a:r>
            <a:r>
              <a:rPr lang="en-GB" dirty="0">
                <a:solidFill>
                  <a:srgbClr val="0000C8"/>
                </a:solidFill>
                <a:latin typeface="Lucida Console" pitchFamily="49" charset="0"/>
              </a:rPr>
              <a:t>int</a:t>
            </a:r>
            <a:r>
              <a:rPr lang="en-GB" dirty="0">
                <a:solidFill>
                  <a:srgbClr val="000000"/>
                </a:solidFill>
                <a:latin typeface="Lucida Console" pitchFamily="49" charset="0"/>
              </a:rPr>
              <a:t> </a:t>
            </a:r>
            <a:r>
              <a:rPr lang="en-GB" dirty="0" err="1">
                <a:solidFill>
                  <a:srgbClr val="000000"/>
                </a:solidFill>
                <a:latin typeface="Lucida Console" pitchFamily="49" charset="0"/>
              </a:rPr>
              <a:t>weightOfFoot</a:t>
            </a:r>
            <a:r>
              <a:rPr lang="en-GB" dirty="0">
                <a:solidFill>
                  <a:srgbClr val="000000"/>
                </a:solidFill>
                <a:latin typeface="Lucida Console" pitchFamily="49" charset="0"/>
              </a:rPr>
              <a:t> ) {</a:t>
            </a:r>
          </a:p>
          <a:p>
            <a:pPr defTabSz="739775" eaLnBrk="0" hangingPunct="0">
              <a:tabLst>
                <a:tab pos="341313" algn="l"/>
                <a:tab pos="690563" algn="l"/>
                <a:tab pos="1030288" algn="l"/>
                <a:tab pos="1371600" algn="l"/>
              </a:tabLst>
              <a:defRPr/>
            </a:pPr>
            <a:endParaRPr lang="en-GB" dirty="0">
              <a:solidFill>
                <a:srgbClr val="000000"/>
              </a:solidFill>
              <a:latin typeface="Lucida Console" pitchFamily="49" charset="0"/>
            </a:endParaRPr>
          </a:p>
          <a:p>
            <a:pPr defTabSz="739775" eaLnBrk="0" hangingPunct="0">
              <a:tabLst>
                <a:tab pos="341313" algn="l"/>
                <a:tab pos="690563" algn="l"/>
                <a:tab pos="1030288" algn="l"/>
                <a:tab pos="1371600" algn="l"/>
              </a:tabLst>
              <a:defRPr/>
            </a:pPr>
            <a:r>
              <a:rPr lang="en-GB" dirty="0">
                <a:solidFill>
                  <a:srgbClr val="000000"/>
                </a:solidFill>
                <a:latin typeface="Lucida Console" pitchFamily="49" charset="0"/>
              </a:rPr>
              <a:t>		</a:t>
            </a:r>
            <a:r>
              <a:rPr lang="en-GB" dirty="0" err="1">
                <a:solidFill>
                  <a:srgbClr val="0000C8"/>
                </a:solidFill>
                <a:latin typeface="Lucida Console" pitchFamily="49" charset="0"/>
              </a:rPr>
              <a:t>this</a:t>
            </a:r>
            <a:r>
              <a:rPr lang="en-GB" dirty="0" err="1">
                <a:solidFill>
                  <a:srgbClr val="000000"/>
                </a:solidFill>
                <a:latin typeface="Lucida Console" pitchFamily="49" charset="0"/>
              </a:rPr>
              <a:t>.speed</a:t>
            </a:r>
            <a:r>
              <a:rPr lang="en-GB" dirty="0">
                <a:solidFill>
                  <a:srgbClr val="000000"/>
                </a:solidFill>
                <a:latin typeface="Lucida Console" pitchFamily="49" charset="0"/>
              </a:rPr>
              <a:t> += </a:t>
            </a:r>
            <a:r>
              <a:rPr lang="en-GB" dirty="0" err="1">
                <a:solidFill>
                  <a:srgbClr val="000000"/>
                </a:solidFill>
                <a:latin typeface="Lucida Console" pitchFamily="49" charset="0"/>
              </a:rPr>
              <a:t>weightOfFoot</a:t>
            </a:r>
            <a:r>
              <a:rPr lang="en-GB" dirty="0">
                <a:solidFill>
                  <a:srgbClr val="000000"/>
                </a:solidFill>
                <a:latin typeface="Lucida Console" pitchFamily="49" charset="0"/>
              </a:rPr>
              <a:t>; </a:t>
            </a:r>
          </a:p>
          <a:p>
            <a:pPr defTabSz="739775" eaLnBrk="0" hangingPunct="0">
              <a:tabLst>
                <a:tab pos="341313" algn="l"/>
                <a:tab pos="690563" algn="l"/>
                <a:tab pos="1030288" algn="l"/>
                <a:tab pos="1371600" algn="l"/>
              </a:tabLst>
              <a:defRPr/>
            </a:pPr>
            <a:endParaRPr lang="en-GB" dirty="0">
              <a:solidFill>
                <a:srgbClr val="000000"/>
              </a:solidFill>
              <a:latin typeface="Lucida Console" pitchFamily="49" charset="0"/>
            </a:endParaRPr>
          </a:p>
          <a:p>
            <a:pPr defTabSz="739775" eaLnBrk="0" hangingPunct="0">
              <a:tabLst>
                <a:tab pos="341313" algn="l"/>
                <a:tab pos="690563" algn="l"/>
                <a:tab pos="1030288" algn="l"/>
                <a:tab pos="1371600" algn="l"/>
              </a:tabLst>
              <a:defRPr/>
            </a:pPr>
            <a:r>
              <a:rPr lang="en-GB" dirty="0">
                <a:solidFill>
                  <a:srgbClr val="000000"/>
                </a:solidFill>
                <a:latin typeface="Lucida Console" pitchFamily="49" charset="0"/>
              </a:rPr>
              <a:t>	}</a:t>
            </a:r>
          </a:p>
          <a:p>
            <a:pPr defTabSz="739775" eaLnBrk="0" hangingPunct="0">
              <a:tabLst>
                <a:tab pos="341313" algn="l"/>
                <a:tab pos="690563" algn="l"/>
                <a:tab pos="1030288" algn="l"/>
                <a:tab pos="1371600" algn="l"/>
              </a:tabLst>
              <a:defRPr/>
            </a:pPr>
            <a:r>
              <a:rPr lang="en-GB" dirty="0">
                <a:solidFill>
                  <a:srgbClr val="000000"/>
                </a:solidFill>
                <a:latin typeface="Lucida Console" pitchFamily="49" charset="0"/>
              </a:rPr>
              <a:t>	...</a:t>
            </a:r>
          </a:p>
          <a:p>
            <a:pPr defTabSz="739775" eaLnBrk="0" hangingPunct="0">
              <a:tabLst>
                <a:tab pos="341313" algn="l"/>
                <a:tab pos="690563" algn="l"/>
                <a:tab pos="1030288" algn="l"/>
                <a:tab pos="1371600" algn="l"/>
              </a:tabLst>
              <a:defRPr/>
            </a:pPr>
            <a:r>
              <a:rPr lang="en-GB" dirty="0">
                <a:solidFill>
                  <a:srgbClr val="000000"/>
                </a:solidFill>
                <a:latin typeface="Lucida Console" pitchFamily="49" charset="0"/>
              </a:rPr>
              <a:t>}</a:t>
            </a:r>
          </a:p>
        </p:txBody>
      </p:sp>
    </p:spTree>
    <p:extLst>
      <p:ext uri="{BB962C8B-B14F-4D97-AF65-F5344CB8AC3E}">
        <p14:creationId xmlns:p14="http://schemas.microsoft.com/office/powerpoint/2010/main" val="4011810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GB" dirty="0"/>
              <a:t>Using static - Simple Factory pattern</a:t>
            </a:r>
            <a:endParaRPr lang="en-IN" dirty="0"/>
          </a:p>
        </p:txBody>
      </p:sp>
      <p:sp>
        <p:nvSpPr>
          <p:cNvPr id="4" name="Rectangle 3"/>
          <p:cNvSpPr/>
          <p:nvPr/>
        </p:nvSpPr>
        <p:spPr>
          <a:xfrm>
            <a:off x="523326" y="1444533"/>
            <a:ext cx="8819320" cy="1569660"/>
          </a:xfrm>
          <a:prstGeom prst="rect">
            <a:avLst/>
          </a:prstGeom>
          <a:ln>
            <a:solidFill>
              <a:schemeClr val="bg1">
                <a:lumMod val="75000"/>
              </a:schemeClr>
            </a:solidFill>
          </a:ln>
          <a:effectLst>
            <a:outerShdw blurRad="50800" dist="38100" algn="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wrap="square">
            <a:spAutoFit/>
          </a:bodyPr>
          <a:lstStyle/>
          <a:p>
            <a:r>
              <a:rPr lang="en-GB" sz="1600" dirty="0">
                <a:solidFill>
                  <a:srgbClr val="0000FF"/>
                </a:solidFill>
                <a:latin typeface="Consolas" panose="020B0609020204030204" pitchFamily="49" charset="0"/>
              </a:rPr>
              <a:t>public</a:t>
            </a:r>
            <a:r>
              <a:rPr lang="en-GB" sz="1600" dirty="0">
                <a:solidFill>
                  <a:srgbClr val="000000"/>
                </a:solidFill>
                <a:latin typeface="Consolas" panose="020B0609020204030204" pitchFamily="49" charset="0"/>
              </a:rPr>
              <a:t> </a:t>
            </a:r>
            <a:r>
              <a:rPr lang="en-GB" sz="1600" dirty="0">
                <a:solidFill>
                  <a:srgbClr val="0000FF"/>
                </a:solidFill>
                <a:latin typeface="Consolas" panose="020B0609020204030204" pitchFamily="49" charset="0"/>
              </a:rPr>
              <a:t>class</a:t>
            </a:r>
            <a:r>
              <a:rPr lang="en-GB" sz="1600" dirty="0">
                <a:solidFill>
                  <a:srgbClr val="000000"/>
                </a:solidFill>
                <a:latin typeface="Consolas" panose="020B0609020204030204" pitchFamily="49" charset="0"/>
              </a:rPr>
              <a:t> </a:t>
            </a:r>
            <a:r>
              <a:rPr lang="en-GB" sz="1600" dirty="0">
                <a:solidFill>
                  <a:srgbClr val="2B91AF"/>
                </a:solidFill>
                <a:latin typeface="Consolas" panose="020B0609020204030204" pitchFamily="49" charset="0"/>
              </a:rPr>
              <a:t>Bank</a:t>
            </a:r>
            <a:r>
              <a:rPr lang="en-GB" sz="1600" dirty="0">
                <a:solidFill>
                  <a:srgbClr val="000000"/>
                </a:solidFill>
                <a:latin typeface="Consolas" panose="020B0609020204030204" pitchFamily="49" charset="0"/>
              </a:rPr>
              <a:t>  {</a:t>
            </a:r>
          </a:p>
          <a:p>
            <a:r>
              <a:rPr lang="en-GB" sz="1600" b="1" dirty="0">
                <a:solidFill>
                  <a:srgbClr val="000000"/>
                </a:solidFill>
                <a:latin typeface="Consolas" panose="020B0609020204030204" pitchFamily="49" charset="0"/>
              </a:rPr>
              <a:t>    </a:t>
            </a:r>
            <a:r>
              <a:rPr lang="en-GB" sz="1600" b="1" dirty="0">
                <a:solidFill>
                  <a:srgbClr val="0000FF"/>
                </a:solidFill>
                <a:latin typeface="Consolas" panose="020B0609020204030204" pitchFamily="49" charset="0"/>
              </a:rPr>
              <a:t>public</a:t>
            </a:r>
            <a:r>
              <a:rPr lang="en-GB" sz="1600" b="1" dirty="0">
                <a:solidFill>
                  <a:srgbClr val="000000"/>
                </a:solidFill>
                <a:latin typeface="Consolas" panose="020B0609020204030204" pitchFamily="49" charset="0"/>
              </a:rPr>
              <a:t> </a:t>
            </a:r>
            <a:r>
              <a:rPr lang="en-GB" sz="1600" b="1" dirty="0">
                <a:solidFill>
                  <a:srgbClr val="0000FF"/>
                </a:solidFill>
                <a:latin typeface="Consolas" panose="020B0609020204030204" pitchFamily="49" charset="0"/>
              </a:rPr>
              <a:t>static</a:t>
            </a:r>
            <a:r>
              <a:rPr lang="en-GB" sz="1600" b="1" dirty="0">
                <a:solidFill>
                  <a:srgbClr val="000000"/>
                </a:solidFill>
                <a:latin typeface="Consolas" panose="020B0609020204030204" pitchFamily="49" charset="0"/>
              </a:rPr>
              <a:t> </a:t>
            </a:r>
            <a:r>
              <a:rPr lang="en-GB" sz="1600" b="1" dirty="0">
                <a:solidFill>
                  <a:srgbClr val="2B91AF"/>
                </a:solidFill>
                <a:latin typeface="Consolas" panose="020B0609020204030204" pitchFamily="49" charset="0"/>
              </a:rPr>
              <a:t>Account</a:t>
            </a:r>
            <a:r>
              <a:rPr lang="en-GB" sz="1600" b="1" dirty="0">
                <a:solidFill>
                  <a:srgbClr val="000000"/>
                </a:solidFill>
                <a:latin typeface="Consolas" panose="020B0609020204030204" pitchFamily="49" charset="0"/>
              </a:rPr>
              <a:t> </a:t>
            </a:r>
            <a:r>
              <a:rPr lang="en-GB" sz="1600" b="1" dirty="0" err="1">
                <a:solidFill>
                  <a:srgbClr val="000000"/>
                </a:solidFill>
                <a:latin typeface="Consolas" panose="020B0609020204030204" pitchFamily="49" charset="0"/>
              </a:rPr>
              <a:t>CreateAccount</a:t>
            </a:r>
            <a:r>
              <a:rPr lang="en-GB" sz="1600" b="1" dirty="0">
                <a:solidFill>
                  <a:srgbClr val="000000"/>
                </a:solidFill>
                <a:latin typeface="Consolas" panose="020B0609020204030204" pitchFamily="49" charset="0"/>
              </a:rPr>
              <a:t>(</a:t>
            </a:r>
            <a:r>
              <a:rPr lang="en-GB" sz="1600" b="1" dirty="0">
                <a:solidFill>
                  <a:srgbClr val="0000FF"/>
                </a:solidFill>
                <a:latin typeface="Consolas" panose="020B0609020204030204" pitchFamily="49" charset="0"/>
              </a:rPr>
              <a:t>string</a:t>
            </a:r>
            <a:r>
              <a:rPr lang="en-GB" sz="1600" b="1" dirty="0">
                <a:solidFill>
                  <a:srgbClr val="000000"/>
                </a:solidFill>
                <a:latin typeface="Consolas" panose="020B0609020204030204" pitchFamily="49" charset="0"/>
              </a:rPr>
              <a:t> owner) {</a:t>
            </a:r>
          </a:p>
          <a:p>
            <a:r>
              <a:rPr lang="en-GB" sz="1600" b="1" dirty="0">
                <a:solidFill>
                  <a:schemeClr val="accent6">
                    <a:lumMod val="50000"/>
                  </a:schemeClr>
                </a:solidFill>
                <a:latin typeface="Consolas" panose="020B0609020204030204" pitchFamily="49" charset="0"/>
              </a:rPr>
              <a:t>	// possible security code</a:t>
            </a:r>
          </a:p>
          <a:p>
            <a:r>
              <a:rPr lang="en-GB" sz="1600" b="1" dirty="0">
                <a:solidFill>
                  <a:srgbClr val="0000FF"/>
                </a:solidFill>
                <a:latin typeface="Consolas" panose="020B0609020204030204" pitchFamily="49" charset="0"/>
              </a:rPr>
              <a:t>	return</a:t>
            </a:r>
            <a:r>
              <a:rPr lang="en-GB" sz="1600" b="1" dirty="0">
                <a:solidFill>
                  <a:srgbClr val="000000"/>
                </a:solidFill>
                <a:latin typeface="Consolas" panose="020B0609020204030204" pitchFamily="49" charset="0"/>
              </a:rPr>
              <a:t> </a:t>
            </a:r>
            <a:r>
              <a:rPr lang="en-GB" sz="1600" b="1" dirty="0">
                <a:solidFill>
                  <a:srgbClr val="0000FF"/>
                </a:solidFill>
                <a:latin typeface="Consolas" panose="020B0609020204030204" pitchFamily="49" charset="0"/>
              </a:rPr>
              <a:t>new</a:t>
            </a:r>
            <a:r>
              <a:rPr lang="en-GB" sz="1600" b="1" dirty="0">
                <a:solidFill>
                  <a:srgbClr val="000000"/>
                </a:solidFill>
                <a:latin typeface="Consolas" panose="020B0609020204030204" pitchFamily="49" charset="0"/>
              </a:rPr>
              <a:t> </a:t>
            </a:r>
            <a:r>
              <a:rPr lang="en-GB" sz="1600" b="1" dirty="0">
                <a:solidFill>
                  <a:srgbClr val="2B91AF"/>
                </a:solidFill>
                <a:latin typeface="Consolas" panose="020B0609020204030204" pitchFamily="49" charset="0"/>
              </a:rPr>
              <a:t>Account</a:t>
            </a:r>
            <a:r>
              <a:rPr lang="en-GB" sz="1600" b="1" dirty="0">
                <a:solidFill>
                  <a:srgbClr val="000000"/>
                </a:solidFill>
                <a:latin typeface="Consolas" panose="020B0609020204030204" pitchFamily="49" charset="0"/>
              </a:rPr>
              <a:t>(owner);</a:t>
            </a:r>
          </a:p>
          <a:p>
            <a:r>
              <a:rPr lang="en-GB" sz="1600" b="1" dirty="0">
                <a:solidFill>
                  <a:srgbClr val="000000"/>
                </a:solidFill>
                <a:latin typeface="Consolas" panose="020B0609020204030204" pitchFamily="49" charset="0"/>
              </a:rPr>
              <a:t>    }</a:t>
            </a:r>
          </a:p>
          <a:p>
            <a:r>
              <a:rPr lang="en-GB" sz="1600" dirty="0">
                <a:solidFill>
                  <a:srgbClr val="000000"/>
                </a:solidFill>
                <a:latin typeface="Consolas" panose="020B0609020204030204" pitchFamily="49" charset="0"/>
              </a:rPr>
              <a:t>}</a:t>
            </a:r>
          </a:p>
        </p:txBody>
      </p:sp>
      <p:sp>
        <p:nvSpPr>
          <p:cNvPr id="5" name="Rectangle 4"/>
          <p:cNvSpPr/>
          <p:nvPr/>
        </p:nvSpPr>
        <p:spPr>
          <a:xfrm>
            <a:off x="7372607" y="1374398"/>
            <a:ext cx="2095150" cy="383263"/>
          </a:xfrm>
          <a:prstGeom prst="rect">
            <a:avLst/>
          </a:prstGeom>
          <a:solidFill>
            <a:schemeClr val="accent1">
              <a:lumMod val="20000"/>
              <a:lumOff val="80000"/>
            </a:schemeClr>
          </a:solidFill>
          <a:ln w="19050">
            <a:solidFill>
              <a:schemeClr val="bg1">
                <a:lumMod val="85000"/>
              </a:schemeClr>
            </a:solidFill>
          </a:ln>
          <a:effectLst>
            <a:innerShdw blurRad="63500" dist="50800" dir="108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cs typeface="Arial" pitchFamily="34" charset="0"/>
              </a:rPr>
              <a:t>Factory class</a:t>
            </a:r>
          </a:p>
        </p:txBody>
      </p:sp>
      <p:sp>
        <p:nvSpPr>
          <p:cNvPr id="6" name="Rectangle 5"/>
          <p:cNvSpPr/>
          <p:nvPr/>
        </p:nvSpPr>
        <p:spPr>
          <a:xfrm>
            <a:off x="398215" y="1373554"/>
            <a:ext cx="8944432" cy="2877765"/>
          </a:xfrm>
          <a:prstGeom prst="rect">
            <a:avLst/>
          </a:prstGeom>
          <a:noFill/>
          <a:ln w="19050">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chemeClr val="tx1"/>
              </a:solidFill>
              <a:latin typeface="Arial" pitchFamily="34" charset="0"/>
              <a:cs typeface="Arial" pitchFamily="34" charset="0"/>
            </a:endParaRPr>
          </a:p>
        </p:txBody>
      </p:sp>
      <p:sp>
        <p:nvSpPr>
          <p:cNvPr id="7" name="Rectangle 6"/>
          <p:cNvSpPr/>
          <p:nvPr/>
        </p:nvSpPr>
        <p:spPr>
          <a:xfrm>
            <a:off x="389883" y="4582801"/>
            <a:ext cx="6076128" cy="1815882"/>
          </a:xfrm>
          <a:prstGeom prst="rect">
            <a:avLst/>
          </a:prstGeom>
          <a:solidFill>
            <a:schemeClr val="tx2">
              <a:lumMod val="20000"/>
              <a:lumOff val="80000"/>
            </a:schemeClr>
          </a:solidFill>
          <a:ln w="19050">
            <a:noFill/>
          </a:ln>
          <a:effectLst>
            <a:outerShdw blurRad="50800" dist="38100" algn="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wrap="square">
            <a:spAutoFit/>
          </a:bodyPr>
          <a:lstStyle/>
          <a:p>
            <a:r>
              <a:rPr lang="en-GB" sz="1600" b="1" dirty="0">
                <a:solidFill>
                  <a:srgbClr val="0000FF"/>
                </a:solidFill>
                <a:latin typeface="Consolas" panose="020B0609020204030204" pitchFamily="49" charset="0"/>
              </a:rPr>
              <a:t>public static</a:t>
            </a:r>
            <a:r>
              <a:rPr lang="en-GB" sz="1600" b="1" dirty="0">
                <a:solidFill>
                  <a:srgbClr val="000000"/>
                </a:solidFill>
                <a:latin typeface="Consolas" panose="020B0609020204030204" pitchFamily="49" charset="0"/>
              </a:rPr>
              <a:t> </a:t>
            </a:r>
            <a:r>
              <a:rPr lang="en-GB" sz="1600" b="1" dirty="0">
                <a:solidFill>
                  <a:srgbClr val="0000FF"/>
                </a:solidFill>
                <a:latin typeface="Consolas" panose="020B0609020204030204" pitchFamily="49" charset="0"/>
              </a:rPr>
              <a:t>void</a:t>
            </a:r>
            <a:r>
              <a:rPr lang="en-GB" sz="1600" b="1" dirty="0">
                <a:solidFill>
                  <a:srgbClr val="000000"/>
                </a:solidFill>
                <a:latin typeface="Consolas" panose="020B0609020204030204" pitchFamily="49" charset="0"/>
              </a:rPr>
              <a:t> main(</a:t>
            </a:r>
            <a:r>
              <a:rPr lang="en-GB" sz="1600" b="1" dirty="0" err="1">
                <a:solidFill>
                  <a:srgbClr val="000000"/>
                </a:solidFill>
                <a:latin typeface="Consolas" panose="020B0609020204030204" pitchFamily="49" charset="0"/>
              </a:rPr>
              <a:t>Sring</a:t>
            </a:r>
            <a:r>
              <a:rPr lang="en-GB" sz="1600" b="1" dirty="0">
                <a:solidFill>
                  <a:srgbClr val="000000"/>
                </a:solidFill>
                <a:latin typeface="Consolas" panose="020B0609020204030204" pitchFamily="49" charset="0"/>
              </a:rPr>
              <a:t>[] </a:t>
            </a:r>
            <a:r>
              <a:rPr lang="en-GB" sz="1600" b="1" dirty="0" err="1">
                <a:solidFill>
                  <a:srgbClr val="000000"/>
                </a:solidFill>
                <a:latin typeface="Consolas" panose="020B0609020204030204" pitchFamily="49" charset="0"/>
              </a:rPr>
              <a:t>args</a:t>
            </a:r>
            <a:r>
              <a:rPr lang="en-GB" sz="1600" b="1" dirty="0">
                <a:solidFill>
                  <a:srgbClr val="000000"/>
                </a:solidFill>
                <a:latin typeface="Consolas" panose="020B0609020204030204" pitchFamily="49" charset="0"/>
              </a:rPr>
              <a:t>)</a:t>
            </a:r>
          </a:p>
          <a:p>
            <a:r>
              <a:rPr lang="en-GB" sz="1600" b="1" dirty="0">
                <a:solidFill>
                  <a:srgbClr val="000000"/>
                </a:solidFill>
                <a:latin typeface="Consolas" panose="020B0609020204030204" pitchFamily="49" charset="0"/>
              </a:rPr>
              <a:t>{</a:t>
            </a:r>
          </a:p>
          <a:p>
            <a:r>
              <a:rPr lang="en-GB" sz="1600" b="1" dirty="0">
                <a:solidFill>
                  <a:srgbClr val="000000"/>
                </a:solidFill>
                <a:latin typeface="Consolas" panose="020B0609020204030204" pitchFamily="49" charset="0"/>
              </a:rPr>
              <a:t>    </a:t>
            </a:r>
            <a:r>
              <a:rPr lang="en-GB" sz="1600" b="1" dirty="0">
                <a:solidFill>
                  <a:srgbClr val="2B91AF"/>
                </a:solidFill>
                <a:latin typeface="Consolas" panose="020B0609020204030204" pitchFamily="49" charset="0"/>
              </a:rPr>
              <a:t>Account</a:t>
            </a:r>
            <a:r>
              <a:rPr lang="en-GB" sz="1600" b="1" dirty="0">
                <a:solidFill>
                  <a:srgbClr val="000000"/>
                </a:solidFill>
                <a:latin typeface="Consolas" panose="020B0609020204030204" pitchFamily="49" charset="0"/>
              </a:rPr>
              <a:t> </a:t>
            </a:r>
            <a:r>
              <a:rPr lang="en-GB" sz="1600" b="1" dirty="0" err="1">
                <a:solidFill>
                  <a:srgbClr val="000000"/>
                </a:solidFill>
                <a:latin typeface="Consolas" panose="020B0609020204030204" pitchFamily="49" charset="0"/>
              </a:rPr>
              <a:t>acc</a:t>
            </a:r>
            <a:r>
              <a:rPr lang="en-GB" sz="1600" b="1" dirty="0">
                <a:solidFill>
                  <a:srgbClr val="000000"/>
                </a:solidFill>
                <a:latin typeface="Consolas" panose="020B0609020204030204" pitchFamily="49" charset="0"/>
              </a:rPr>
              <a:t> = </a:t>
            </a:r>
            <a:r>
              <a:rPr lang="en-GB" sz="1600" b="1" dirty="0">
                <a:solidFill>
                  <a:srgbClr val="0000FF"/>
                </a:solidFill>
                <a:latin typeface="Consolas" panose="020B0609020204030204" pitchFamily="49" charset="0"/>
              </a:rPr>
              <a:t>new</a:t>
            </a:r>
            <a:r>
              <a:rPr lang="en-GB" sz="1600" b="1" dirty="0">
                <a:solidFill>
                  <a:srgbClr val="000000"/>
                </a:solidFill>
                <a:latin typeface="Consolas" panose="020B0609020204030204" pitchFamily="49" charset="0"/>
              </a:rPr>
              <a:t> </a:t>
            </a:r>
            <a:r>
              <a:rPr lang="en-GB" sz="1600" b="1" dirty="0">
                <a:solidFill>
                  <a:srgbClr val="2B91AF"/>
                </a:solidFill>
                <a:latin typeface="Consolas" panose="020B0609020204030204" pitchFamily="49" charset="0"/>
              </a:rPr>
              <a:t>Account</a:t>
            </a:r>
            <a:r>
              <a:rPr lang="en-GB" sz="1600" b="1" dirty="0">
                <a:solidFill>
                  <a:srgbClr val="000000"/>
                </a:solidFill>
                <a:latin typeface="Consolas" panose="020B0609020204030204" pitchFamily="49" charset="0"/>
              </a:rPr>
              <a:t>(</a:t>
            </a:r>
            <a:r>
              <a:rPr lang="en-GB" sz="1600" b="1" dirty="0">
                <a:solidFill>
                  <a:srgbClr val="A31515"/>
                </a:solidFill>
                <a:latin typeface="Consolas" panose="020B0609020204030204" pitchFamily="49" charset="0"/>
              </a:rPr>
              <a:t>"Bob"</a:t>
            </a:r>
            <a:r>
              <a:rPr lang="en-GB" sz="1600" b="1" dirty="0">
                <a:solidFill>
                  <a:srgbClr val="000000"/>
                </a:solidFill>
                <a:latin typeface="Consolas" panose="020B0609020204030204" pitchFamily="49" charset="0"/>
              </a:rPr>
              <a:t>);</a:t>
            </a:r>
          </a:p>
          <a:p>
            <a:endParaRPr lang="en-GB" sz="1600" b="1" dirty="0">
              <a:solidFill>
                <a:srgbClr val="000000"/>
              </a:solidFill>
              <a:latin typeface="Consolas" panose="020B0609020204030204" pitchFamily="49" charset="0"/>
            </a:endParaRPr>
          </a:p>
          <a:p>
            <a:r>
              <a:rPr lang="en-GB" sz="1600" b="1" dirty="0">
                <a:solidFill>
                  <a:srgbClr val="2B91AF"/>
                </a:solidFill>
                <a:latin typeface="Consolas" panose="020B0609020204030204" pitchFamily="49" charset="0"/>
              </a:rPr>
              <a:t>    Account</a:t>
            </a:r>
            <a:r>
              <a:rPr lang="en-GB" sz="1600" b="1" dirty="0">
                <a:solidFill>
                  <a:srgbClr val="000000"/>
                </a:solidFill>
                <a:latin typeface="Consolas" panose="020B0609020204030204" pitchFamily="49" charset="0"/>
              </a:rPr>
              <a:t> </a:t>
            </a:r>
            <a:r>
              <a:rPr lang="en-GB" sz="1600" b="1" dirty="0" err="1">
                <a:solidFill>
                  <a:srgbClr val="000000"/>
                </a:solidFill>
                <a:latin typeface="Consolas" panose="020B0609020204030204" pitchFamily="49" charset="0"/>
              </a:rPr>
              <a:t>acc</a:t>
            </a:r>
            <a:r>
              <a:rPr lang="en-GB" sz="1600" b="1" dirty="0">
                <a:solidFill>
                  <a:srgbClr val="000000"/>
                </a:solidFill>
                <a:latin typeface="Consolas" panose="020B0609020204030204" pitchFamily="49" charset="0"/>
              </a:rPr>
              <a:t> = </a:t>
            </a:r>
            <a:r>
              <a:rPr lang="en-GB" sz="1600" b="1" dirty="0" err="1">
                <a:solidFill>
                  <a:srgbClr val="2B91AF"/>
                </a:solidFill>
                <a:latin typeface="Consolas" panose="020B0609020204030204" pitchFamily="49" charset="0"/>
              </a:rPr>
              <a:t>Bank</a:t>
            </a:r>
            <a:r>
              <a:rPr lang="en-GB" sz="1600" b="1" dirty="0" err="1">
                <a:solidFill>
                  <a:srgbClr val="000000"/>
                </a:solidFill>
                <a:latin typeface="Consolas" panose="020B0609020204030204" pitchFamily="49" charset="0"/>
              </a:rPr>
              <a:t>.CreateAccount</a:t>
            </a:r>
            <a:r>
              <a:rPr lang="en-GB" sz="1600" b="1" dirty="0">
                <a:solidFill>
                  <a:srgbClr val="000000"/>
                </a:solidFill>
                <a:latin typeface="Consolas" panose="020B0609020204030204" pitchFamily="49" charset="0"/>
              </a:rPr>
              <a:t>(</a:t>
            </a:r>
            <a:r>
              <a:rPr lang="en-GB" sz="1600" b="1" dirty="0">
                <a:solidFill>
                  <a:srgbClr val="A31515"/>
                </a:solidFill>
                <a:latin typeface="Consolas" panose="020B0609020204030204" pitchFamily="49" charset="0"/>
              </a:rPr>
              <a:t>"Bob"</a:t>
            </a:r>
            <a:r>
              <a:rPr lang="en-GB" sz="1600" b="1" dirty="0">
                <a:solidFill>
                  <a:srgbClr val="000000"/>
                </a:solidFill>
                <a:latin typeface="Consolas" panose="020B0609020204030204" pitchFamily="49" charset="0"/>
              </a:rPr>
              <a:t>);</a:t>
            </a:r>
            <a:r>
              <a:rPr lang="en-GB" sz="3200" dirty="0">
                <a:solidFill>
                  <a:schemeClr val="tx2">
                    <a:lumMod val="75000"/>
                  </a:schemeClr>
                </a:solidFill>
                <a:latin typeface="Consolas" panose="020B0609020204030204" pitchFamily="49" charset="0"/>
              </a:rPr>
              <a:t>✔</a:t>
            </a:r>
            <a:endParaRPr lang="en-GB" sz="1600" dirty="0">
              <a:solidFill>
                <a:schemeClr val="tx2">
                  <a:lumMod val="75000"/>
                </a:schemeClr>
              </a:solidFill>
              <a:latin typeface="Consolas" panose="020B0609020204030204" pitchFamily="49" charset="0"/>
            </a:endParaRPr>
          </a:p>
          <a:p>
            <a:r>
              <a:rPr lang="en-GB" sz="1600" b="1" dirty="0">
                <a:solidFill>
                  <a:srgbClr val="000000"/>
                </a:solidFill>
                <a:latin typeface="Consolas" panose="020B0609020204030204" pitchFamily="49" charset="0"/>
              </a:rPr>
              <a:t>}</a:t>
            </a:r>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flipH="1">
            <a:off x="4852558" y="5087704"/>
            <a:ext cx="384314" cy="384314"/>
          </a:xfrm>
          <a:prstGeom prst="rect">
            <a:avLst/>
          </a:prstGeom>
        </p:spPr>
      </p:pic>
      <p:sp>
        <p:nvSpPr>
          <p:cNvPr id="10" name="Rounded Rectangular Callout 9"/>
          <p:cNvSpPr/>
          <p:nvPr/>
        </p:nvSpPr>
        <p:spPr>
          <a:xfrm>
            <a:off x="6699759" y="4782904"/>
            <a:ext cx="2628106" cy="689114"/>
          </a:xfrm>
          <a:prstGeom prst="wedgeRoundRectCallout">
            <a:avLst>
              <a:gd name="adj1" fmla="val -58466"/>
              <a:gd name="adj2" fmla="val -17647"/>
              <a:gd name="adj3" fmla="val 16667"/>
            </a:avLst>
          </a:prstGeom>
          <a:solidFill>
            <a:schemeClr val="accent1">
              <a:lumMod val="20000"/>
              <a:lumOff val="80000"/>
            </a:schemeClr>
          </a:solidFill>
          <a:ln w="19050">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b="1" dirty="0">
                <a:solidFill>
                  <a:schemeClr val="tx1"/>
                </a:solidFill>
                <a:cs typeface="Arial" pitchFamily="34" charset="0"/>
              </a:rPr>
              <a:t>Client code using the Bank account factory</a:t>
            </a:r>
          </a:p>
        </p:txBody>
      </p:sp>
      <p:sp>
        <p:nvSpPr>
          <p:cNvPr id="14" name="Rectangle 13"/>
          <p:cNvSpPr/>
          <p:nvPr/>
        </p:nvSpPr>
        <p:spPr>
          <a:xfrm>
            <a:off x="571464" y="3112128"/>
            <a:ext cx="3360984" cy="1077218"/>
          </a:xfrm>
          <a:prstGeom prst="rect">
            <a:avLst/>
          </a:prstGeom>
          <a:solidFill>
            <a:schemeClr val="accent5">
              <a:lumMod val="20000"/>
              <a:lumOff val="80000"/>
            </a:schemeClr>
          </a:solidFill>
          <a:ln w="19050">
            <a:solidFill>
              <a:srgbClr val="004050"/>
            </a:solidFill>
            <a:prstDash val="sysDot"/>
          </a:ln>
        </p:spPr>
        <p:style>
          <a:lnRef idx="2">
            <a:schemeClr val="dk1"/>
          </a:lnRef>
          <a:fillRef idx="1">
            <a:schemeClr val="lt1"/>
          </a:fillRef>
          <a:effectRef idx="0">
            <a:schemeClr val="dk1"/>
          </a:effectRef>
          <a:fontRef idx="minor">
            <a:schemeClr val="dk1"/>
          </a:fontRef>
        </p:style>
        <p:txBody>
          <a:bodyPr wrap="square">
            <a:spAutoFit/>
          </a:bodyPr>
          <a:lstStyle/>
          <a:p>
            <a:r>
              <a:rPr lang="en-GB" sz="1600" dirty="0">
                <a:solidFill>
                  <a:srgbClr val="0000FF"/>
                </a:solidFill>
                <a:latin typeface="Consolas" panose="020B0609020204030204" pitchFamily="49" charset="0"/>
              </a:rPr>
              <a:t>public</a:t>
            </a:r>
            <a:r>
              <a:rPr lang="en-GB" sz="1600" dirty="0">
                <a:solidFill>
                  <a:srgbClr val="000000"/>
                </a:solidFill>
                <a:latin typeface="Consolas" panose="020B0609020204030204" pitchFamily="49" charset="0"/>
              </a:rPr>
              <a:t> </a:t>
            </a:r>
            <a:r>
              <a:rPr lang="en-GB" sz="1600" dirty="0">
                <a:solidFill>
                  <a:srgbClr val="0000FF"/>
                </a:solidFill>
                <a:latin typeface="Consolas" panose="020B0609020204030204" pitchFamily="49" charset="0"/>
              </a:rPr>
              <a:t>class</a:t>
            </a:r>
            <a:r>
              <a:rPr lang="en-GB" sz="1600" dirty="0">
                <a:solidFill>
                  <a:srgbClr val="000000"/>
                </a:solidFill>
                <a:latin typeface="Consolas" panose="020B0609020204030204" pitchFamily="49" charset="0"/>
              </a:rPr>
              <a:t> </a:t>
            </a:r>
            <a:r>
              <a:rPr lang="en-GB" sz="1600" dirty="0">
                <a:solidFill>
                  <a:srgbClr val="2B91AF"/>
                </a:solidFill>
                <a:latin typeface="Consolas" panose="020B0609020204030204" pitchFamily="49" charset="0"/>
              </a:rPr>
              <a:t>Account </a:t>
            </a:r>
            <a:r>
              <a:rPr lang="en-GB" sz="1600" dirty="0">
                <a:solidFill>
                  <a:srgbClr val="000000"/>
                </a:solidFill>
                <a:latin typeface="Consolas" panose="020B0609020204030204" pitchFamily="49" charset="0"/>
              </a:rPr>
              <a:t>{</a:t>
            </a:r>
          </a:p>
          <a:p>
            <a:r>
              <a:rPr lang="en-GB" sz="1600" dirty="0">
                <a:solidFill>
                  <a:srgbClr val="000000"/>
                </a:solidFill>
                <a:latin typeface="Consolas" panose="020B0609020204030204" pitchFamily="49" charset="0"/>
              </a:rPr>
              <a:t>    </a:t>
            </a:r>
            <a:r>
              <a:rPr lang="en-GB" sz="1600" b="1" dirty="0">
                <a:solidFill>
                  <a:srgbClr val="000000"/>
                </a:solidFill>
                <a:latin typeface="Consolas" panose="020B0609020204030204" pitchFamily="49" charset="0"/>
              </a:rPr>
              <a:t>internal</a:t>
            </a:r>
            <a:r>
              <a:rPr lang="en-GB" sz="1600" dirty="0">
                <a:solidFill>
                  <a:srgbClr val="000000"/>
                </a:solidFill>
                <a:latin typeface="Consolas" panose="020B0609020204030204" pitchFamily="49" charset="0"/>
              </a:rPr>
              <a:t> Account()  {</a:t>
            </a:r>
          </a:p>
          <a:p>
            <a:r>
              <a:rPr lang="en-GB" sz="1600" dirty="0">
                <a:solidFill>
                  <a:srgbClr val="000000"/>
                </a:solidFill>
                <a:latin typeface="Consolas" panose="020B0609020204030204" pitchFamily="49" charset="0"/>
              </a:rPr>
              <a:t>    }</a:t>
            </a:r>
          </a:p>
          <a:p>
            <a:r>
              <a:rPr lang="en-GB" sz="1600" dirty="0">
                <a:solidFill>
                  <a:srgbClr val="000000"/>
                </a:solidFill>
                <a:latin typeface="Consolas" panose="020B0609020204030204" pitchFamily="49" charset="0"/>
              </a:rPr>
              <a:t>}</a:t>
            </a:r>
          </a:p>
        </p:txBody>
      </p:sp>
      <p:sp>
        <p:nvSpPr>
          <p:cNvPr id="15" name="Rounded Rectangular Callout 14"/>
          <p:cNvSpPr/>
          <p:nvPr/>
        </p:nvSpPr>
        <p:spPr>
          <a:xfrm>
            <a:off x="4070644" y="3155005"/>
            <a:ext cx="2919436" cy="780244"/>
          </a:xfrm>
          <a:prstGeom prst="wedgeRoundRectCallout">
            <a:avLst>
              <a:gd name="adj1" fmla="val -56782"/>
              <a:gd name="adj2" fmla="val 34410"/>
              <a:gd name="adj3" fmla="val 16667"/>
            </a:avLst>
          </a:prstGeom>
          <a:solidFill>
            <a:schemeClr val="accent1">
              <a:lumMod val="20000"/>
              <a:lumOff val="80000"/>
            </a:schemeClr>
          </a:solidFill>
          <a:ln w="19050">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rgbClr val="004050"/>
                </a:solidFill>
              </a:rPr>
              <a:t>Constructor is only visible inside the assembly</a:t>
            </a:r>
          </a:p>
        </p:txBody>
      </p:sp>
    </p:spTree>
    <p:extLst>
      <p:ext uri="{BB962C8B-B14F-4D97-AF65-F5344CB8AC3E}">
        <p14:creationId xmlns:p14="http://schemas.microsoft.com/office/powerpoint/2010/main" val="16863327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0"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pPr eaLnBrk="1" hangingPunct="1"/>
            <a:r>
              <a:rPr lang="en-GB"/>
              <a:t>More on static Members</a:t>
            </a:r>
          </a:p>
        </p:txBody>
      </p:sp>
      <p:sp>
        <p:nvSpPr>
          <p:cNvPr id="9219" name="Rectangle 3"/>
          <p:cNvSpPr>
            <a:spLocks noGrp="1" noChangeArrowheads="1"/>
          </p:cNvSpPr>
          <p:nvPr>
            <p:ph idx="1"/>
          </p:nvPr>
        </p:nvSpPr>
        <p:spPr>
          <a:xfrm>
            <a:off x="341273" y="1591931"/>
            <a:ext cx="6262727" cy="2779998"/>
          </a:xfrm>
        </p:spPr>
        <p:txBody>
          <a:bodyPr vert="horz" lIns="0" tIns="0" rIns="0" bIns="0" rtlCol="0" anchor="t" anchorCtr="0">
            <a:noAutofit/>
          </a:bodyPr>
          <a:lstStyle/>
          <a:p>
            <a:pPr marL="342900" indent="-342900">
              <a:spcAft>
                <a:spcPts val="300"/>
              </a:spcAft>
              <a:buFont typeface="Arial" panose="020B0604020202020204" pitchFamily="34" charset="0"/>
              <a:buChar char="•"/>
            </a:pPr>
            <a:r>
              <a:rPr lang="en-GB" b="1" dirty="0"/>
              <a:t>Can access other static members</a:t>
            </a:r>
            <a:br>
              <a:rPr lang="en-GB" b="1" dirty="0"/>
            </a:br>
            <a:endParaRPr lang="en-GB" b="1" dirty="0"/>
          </a:p>
          <a:p>
            <a:pPr marL="342900" indent="-342900">
              <a:spcAft>
                <a:spcPts val="300"/>
              </a:spcAft>
              <a:buFont typeface="Arial" panose="020B0604020202020204" pitchFamily="34" charset="0"/>
              <a:buChar char="•"/>
            </a:pPr>
            <a:r>
              <a:rPr lang="en-GB" b="1" dirty="0"/>
              <a:t>Cannot access instance member</a:t>
            </a:r>
          </a:p>
          <a:p>
            <a:pPr marL="684000" lvl="1" indent="-342900">
              <a:buSzPct val="115000"/>
              <a:buFont typeface="Arial" panose="020B0604020202020204" pitchFamily="34" charset="0"/>
              <a:buChar char="•"/>
            </a:pPr>
            <a:r>
              <a:rPr lang="en-GB" i="1" dirty="0"/>
              <a:t>Can</a:t>
            </a:r>
            <a:r>
              <a:rPr lang="en-GB" dirty="0"/>
              <a:t> only access by using an </a:t>
            </a:r>
            <a:br>
              <a:rPr lang="en-GB" dirty="0"/>
            </a:br>
            <a:r>
              <a:rPr lang="en-GB" dirty="0"/>
              <a:t>object reference</a:t>
            </a:r>
            <a:br>
              <a:rPr lang="en-GB" dirty="0"/>
            </a:br>
            <a:endParaRPr lang="en-GB" dirty="0"/>
          </a:p>
          <a:p>
            <a:pPr marL="328400" indent="-342900">
              <a:buFont typeface="Arial" panose="020B0604020202020204" pitchFamily="34" charset="0"/>
              <a:buChar char="•"/>
            </a:pPr>
            <a:r>
              <a:rPr lang="en-GB" b="1" dirty="0"/>
              <a:t>Instance methods can call </a:t>
            </a:r>
            <a:br>
              <a:rPr lang="en-GB" b="1" dirty="0"/>
            </a:br>
            <a:r>
              <a:rPr lang="en-GB" b="1" dirty="0"/>
              <a:t>static methods and use static fields</a:t>
            </a:r>
          </a:p>
        </p:txBody>
      </p:sp>
      <p:sp>
        <p:nvSpPr>
          <p:cNvPr id="859140" name="Rectangle 4"/>
          <p:cNvSpPr>
            <a:spLocks noChangeArrowheads="1"/>
          </p:cNvSpPr>
          <p:nvPr/>
        </p:nvSpPr>
        <p:spPr bwMode="auto">
          <a:xfrm>
            <a:off x="5976550" y="1520811"/>
            <a:ext cx="5514410" cy="4798750"/>
          </a:xfrm>
          <a:prstGeom prst="rect">
            <a:avLst/>
          </a:prstGeom>
          <a:solidFill>
            <a:schemeClr val="accent5">
              <a:lumMod val="20000"/>
              <a:lumOff val="80000"/>
            </a:schemeClr>
          </a:solidFill>
          <a:ln w="19050">
            <a:noFill/>
            <a:miter lim="800000"/>
            <a:headEnd/>
            <a:tailEnd/>
          </a:ln>
          <a:effectLst>
            <a:outerShdw blurRad="50800" dist="38100" algn="l" rotWithShape="0">
              <a:prstClr val="black">
                <a:alpha val="40000"/>
              </a:prstClr>
            </a:outerShdw>
          </a:effectLst>
        </p:spPr>
        <p:txBody>
          <a:bodyPr wrap="square" lIns="90488" tIns="44450" rIns="90488" bIns="44450">
            <a:spAutoFit/>
          </a:bodyPr>
          <a:lstStyle/>
          <a:p>
            <a:pPr defTabSz="739775" eaLnBrk="0" hangingPunct="0">
              <a:tabLst>
                <a:tab pos="341313" algn="l"/>
                <a:tab pos="690563" algn="l"/>
                <a:tab pos="1030288" algn="l"/>
                <a:tab pos="1371600" algn="l"/>
              </a:tabLst>
              <a:defRPr/>
            </a:pPr>
            <a:r>
              <a:rPr lang="en-GB" dirty="0">
                <a:solidFill>
                  <a:srgbClr val="0000C8"/>
                </a:solidFill>
                <a:latin typeface="Lucida Console" pitchFamily="49" charset="0"/>
              </a:rPr>
              <a:t>public class </a:t>
            </a:r>
            <a:r>
              <a:rPr lang="en-GB" dirty="0">
                <a:solidFill>
                  <a:srgbClr val="000000"/>
                </a:solidFill>
                <a:latin typeface="Lucida Console" pitchFamily="49" charset="0"/>
              </a:rPr>
              <a:t>Car {</a:t>
            </a:r>
          </a:p>
          <a:p>
            <a:pPr defTabSz="739775" eaLnBrk="0" hangingPunct="0">
              <a:tabLst>
                <a:tab pos="341313" algn="l"/>
                <a:tab pos="690563" algn="l"/>
                <a:tab pos="1030288" algn="l"/>
                <a:tab pos="1371600" algn="l"/>
              </a:tabLst>
              <a:defRPr/>
            </a:pPr>
            <a:r>
              <a:rPr lang="en-GB" dirty="0">
                <a:solidFill>
                  <a:srgbClr val="000000"/>
                </a:solidFill>
                <a:latin typeface="Lucida Console" pitchFamily="49" charset="0"/>
              </a:rPr>
              <a:t>  </a:t>
            </a:r>
            <a:r>
              <a:rPr lang="en-GB" dirty="0">
                <a:solidFill>
                  <a:srgbClr val="0000C8"/>
                </a:solidFill>
                <a:latin typeface="Lucida Console" pitchFamily="49" charset="0"/>
              </a:rPr>
              <a:t>private </a:t>
            </a:r>
            <a:r>
              <a:rPr lang="en-GB" dirty="0">
                <a:latin typeface="Lucida Console" pitchFamily="49" charset="0"/>
              </a:rPr>
              <a:t>String</a:t>
            </a:r>
            <a:r>
              <a:rPr lang="en-GB" dirty="0">
                <a:solidFill>
                  <a:srgbClr val="000000"/>
                </a:solidFill>
                <a:latin typeface="Lucida Console" pitchFamily="49" charset="0"/>
              </a:rPr>
              <a:t> make, owner;</a:t>
            </a:r>
            <a:br>
              <a:rPr lang="en-GB" dirty="0">
                <a:solidFill>
                  <a:srgbClr val="000000"/>
                </a:solidFill>
                <a:latin typeface="Lucida Console" pitchFamily="49" charset="0"/>
              </a:rPr>
            </a:br>
            <a:endParaRPr lang="en-GB" dirty="0">
              <a:solidFill>
                <a:srgbClr val="000000"/>
              </a:solidFill>
              <a:latin typeface="Lucida Console" pitchFamily="49" charset="0"/>
            </a:endParaRPr>
          </a:p>
          <a:p>
            <a:pPr defTabSz="739775" eaLnBrk="0" hangingPunct="0">
              <a:tabLst>
                <a:tab pos="341313" algn="l"/>
                <a:tab pos="690563" algn="l"/>
                <a:tab pos="1030288" algn="l"/>
                <a:tab pos="1371600" algn="l"/>
              </a:tabLst>
              <a:defRPr/>
            </a:pPr>
            <a:r>
              <a:rPr lang="en-GB" dirty="0">
                <a:solidFill>
                  <a:srgbClr val="000000"/>
                </a:solidFill>
                <a:latin typeface="Lucida Console" pitchFamily="49" charset="0"/>
              </a:rPr>
              <a:t>  </a:t>
            </a:r>
            <a:r>
              <a:rPr lang="en-GB" dirty="0">
                <a:solidFill>
                  <a:srgbClr val="0000CC"/>
                </a:solidFill>
                <a:latin typeface="Lucida Console" pitchFamily="49" charset="0"/>
              </a:rPr>
              <a:t>public</a:t>
            </a:r>
            <a:r>
              <a:rPr lang="en-GB" dirty="0">
                <a:solidFill>
                  <a:srgbClr val="000000"/>
                </a:solidFill>
                <a:latin typeface="Lucida Console" pitchFamily="49" charset="0"/>
              </a:rPr>
              <a:t> Car(</a:t>
            </a:r>
            <a:r>
              <a:rPr lang="en-GB" dirty="0">
                <a:latin typeface="Lucida Console" pitchFamily="49" charset="0"/>
              </a:rPr>
              <a:t>String</a:t>
            </a:r>
            <a:r>
              <a:rPr lang="en-GB" dirty="0">
                <a:solidFill>
                  <a:srgbClr val="000000"/>
                </a:solidFill>
                <a:latin typeface="Lucida Console" pitchFamily="49" charset="0"/>
              </a:rPr>
              <a:t> make) { </a:t>
            </a:r>
          </a:p>
          <a:p>
            <a:pPr defTabSz="739775" eaLnBrk="0" hangingPunct="0">
              <a:tabLst>
                <a:tab pos="341313" algn="l"/>
                <a:tab pos="690563" algn="l"/>
                <a:tab pos="1030288" algn="l"/>
                <a:tab pos="1371600" algn="l"/>
              </a:tabLst>
              <a:defRPr/>
            </a:pPr>
            <a:r>
              <a:rPr lang="en-GB" dirty="0">
                <a:solidFill>
                  <a:srgbClr val="000000"/>
                </a:solidFill>
                <a:latin typeface="Lucida Console" pitchFamily="49" charset="0"/>
              </a:rPr>
              <a:t>	  </a:t>
            </a:r>
            <a:r>
              <a:rPr lang="en-GB" dirty="0" err="1">
                <a:solidFill>
                  <a:srgbClr val="0000CC"/>
                </a:solidFill>
                <a:latin typeface="Lucida Console" pitchFamily="49" charset="0"/>
              </a:rPr>
              <a:t>this</a:t>
            </a:r>
            <a:r>
              <a:rPr lang="en-GB" dirty="0" err="1">
                <a:solidFill>
                  <a:srgbClr val="000000"/>
                </a:solidFill>
                <a:latin typeface="Lucida Console" pitchFamily="49" charset="0"/>
              </a:rPr>
              <a:t>.make</a:t>
            </a:r>
            <a:r>
              <a:rPr lang="en-GB" dirty="0">
                <a:solidFill>
                  <a:srgbClr val="000000"/>
                </a:solidFill>
                <a:latin typeface="Lucida Console" pitchFamily="49" charset="0"/>
              </a:rPr>
              <a:t> = make; </a:t>
            </a:r>
          </a:p>
          <a:p>
            <a:pPr defTabSz="739775" eaLnBrk="0" hangingPunct="0">
              <a:tabLst>
                <a:tab pos="341313" algn="l"/>
                <a:tab pos="690563" algn="l"/>
                <a:tab pos="1030288" algn="l"/>
                <a:tab pos="1371600" algn="l"/>
              </a:tabLst>
              <a:defRPr/>
            </a:pPr>
            <a:r>
              <a:rPr lang="en-GB" dirty="0">
                <a:solidFill>
                  <a:srgbClr val="000000"/>
                </a:solidFill>
                <a:latin typeface="Lucida Console" pitchFamily="49" charset="0"/>
              </a:rPr>
              <a:t>  }</a:t>
            </a:r>
          </a:p>
          <a:p>
            <a:pPr defTabSz="739775" eaLnBrk="0" hangingPunct="0">
              <a:tabLst>
                <a:tab pos="341313" algn="l"/>
                <a:tab pos="690563" algn="l"/>
                <a:tab pos="1030288" algn="l"/>
                <a:tab pos="1371600" algn="l"/>
              </a:tabLst>
              <a:defRPr/>
            </a:pPr>
            <a:endParaRPr lang="en-GB" dirty="0">
              <a:solidFill>
                <a:srgbClr val="0000C8"/>
              </a:solidFill>
              <a:latin typeface="Lucida Console" pitchFamily="49" charset="0"/>
            </a:endParaRPr>
          </a:p>
          <a:p>
            <a:pPr defTabSz="739775" eaLnBrk="0" hangingPunct="0">
              <a:tabLst>
                <a:tab pos="341313" algn="l"/>
                <a:tab pos="690563" algn="l"/>
                <a:tab pos="1030288" algn="l"/>
                <a:tab pos="1371600" algn="l"/>
              </a:tabLst>
              <a:defRPr/>
            </a:pPr>
            <a:r>
              <a:rPr lang="en-GB" dirty="0">
                <a:solidFill>
                  <a:srgbClr val="0000C8"/>
                </a:solidFill>
                <a:latin typeface="Lucida Console" pitchFamily="49" charset="0"/>
              </a:rPr>
              <a:t>  public static </a:t>
            </a:r>
            <a:r>
              <a:rPr lang="en-GB" dirty="0">
                <a:solidFill>
                  <a:srgbClr val="000000"/>
                </a:solidFill>
                <a:latin typeface="Lucida Console" pitchFamily="49" charset="0"/>
              </a:rPr>
              <a:t>Car</a:t>
            </a:r>
            <a:r>
              <a:rPr lang="en-GB" dirty="0">
                <a:solidFill>
                  <a:srgbClr val="0000C8"/>
                </a:solidFill>
                <a:latin typeface="Lucida Console" pitchFamily="49" charset="0"/>
              </a:rPr>
              <a:t> </a:t>
            </a:r>
            <a:r>
              <a:rPr lang="en-GB" dirty="0" err="1">
                <a:solidFill>
                  <a:srgbClr val="000000"/>
                </a:solidFill>
                <a:latin typeface="Lucida Console" pitchFamily="49" charset="0"/>
              </a:rPr>
              <a:t>makeBMW</a:t>
            </a:r>
            <a:r>
              <a:rPr lang="en-GB" dirty="0">
                <a:solidFill>
                  <a:srgbClr val="000000"/>
                </a:solidFill>
                <a:latin typeface="Lucida Console" pitchFamily="49" charset="0"/>
              </a:rPr>
              <a:t>() {</a:t>
            </a:r>
          </a:p>
          <a:p>
            <a:pPr defTabSz="739775" eaLnBrk="0" hangingPunct="0">
              <a:tabLst>
                <a:tab pos="341313" algn="l"/>
                <a:tab pos="690563" algn="l"/>
                <a:tab pos="1030288" algn="l"/>
                <a:tab pos="1371600" algn="l"/>
              </a:tabLst>
              <a:defRPr/>
            </a:pPr>
            <a:r>
              <a:rPr lang="en-GB" dirty="0">
                <a:solidFill>
                  <a:srgbClr val="000000"/>
                </a:solidFill>
                <a:latin typeface="Lucida Console" pitchFamily="49" charset="0"/>
              </a:rPr>
              <a:t>    Car </a:t>
            </a:r>
            <a:r>
              <a:rPr lang="en-GB" dirty="0" err="1">
                <a:solidFill>
                  <a:srgbClr val="000000"/>
                </a:solidFill>
                <a:latin typeface="Lucida Console" pitchFamily="49" charset="0"/>
              </a:rPr>
              <a:t>aCar</a:t>
            </a:r>
            <a:r>
              <a:rPr lang="en-GB" dirty="0">
                <a:solidFill>
                  <a:srgbClr val="000000"/>
                </a:solidFill>
                <a:latin typeface="Lucida Console" pitchFamily="49" charset="0"/>
              </a:rPr>
              <a:t> = </a:t>
            </a:r>
            <a:r>
              <a:rPr lang="en-GB" dirty="0">
                <a:solidFill>
                  <a:srgbClr val="0000C8"/>
                </a:solidFill>
                <a:latin typeface="Lucida Console" pitchFamily="49" charset="0"/>
              </a:rPr>
              <a:t>new</a:t>
            </a:r>
            <a:r>
              <a:rPr lang="en-GB" dirty="0">
                <a:solidFill>
                  <a:srgbClr val="000000"/>
                </a:solidFill>
                <a:latin typeface="Lucida Console" pitchFamily="49" charset="0"/>
              </a:rPr>
              <a:t> Car("BMW");</a:t>
            </a:r>
          </a:p>
          <a:p>
            <a:pPr defTabSz="739775" eaLnBrk="0" hangingPunct="0">
              <a:tabLst>
                <a:tab pos="341313" algn="l"/>
                <a:tab pos="690563" algn="l"/>
                <a:tab pos="1030288" algn="l"/>
                <a:tab pos="1371600" algn="l"/>
              </a:tabLst>
              <a:defRPr/>
            </a:pPr>
            <a:r>
              <a:rPr lang="en-GB" dirty="0">
                <a:solidFill>
                  <a:srgbClr val="000000"/>
                </a:solidFill>
                <a:latin typeface="Lucida Console" pitchFamily="49" charset="0"/>
              </a:rPr>
              <a:t> 	  </a:t>
            </a:r>
            <a:r>
              <a:rPr lang="en-GB" dirty="0" err="1">
                <a:solidFill>
                  <a:srgbClr val="000000"/>
                </a:solidFill>
                <a:latin typeface="Lucida Console" pitchFamily="49" charset="0"/>
              </a:rPr>
              <a:t>aCar</a:t>
            </a:r>
            <a:r>
              <a:rPr lang="en-GB" dirty="0" err="1">
                <a:solidFill>
                  <a:srgbClr val="FF0000"/>
                </a:solidFill>
                <a:latin typeface="Lucida Console" pitchFamily="49" charset="0"/>
              </a:rPr>
              <a:t>.setOwner</a:t>
            </a:r>
            <a:r>
              <a:rPr lang="en-GB" dirty="0">
                <a:latin typeface="Lucida Console" pitchFamily="49" charset="0"/>
              </a:rPr>
              <a:t>(</a:t>
            </a:r>
            <a:r>
              <a:rPr lang="en-GB" dirty="0">
                <a:solidFill>
                  <a:srgbClr val="000000"/>
                </a:solidFill>
                <a:latin typeface="Lucida Console" pitchFamily="49" charset="0"/>
              </a:rPr>
              <a:t>"Tom");</a:t>
            </a:r>
          </a:p>
          <a:p>
            <a:pPr defTabSz="739775" eaLnBrk="0" hangingPunct="0">
              <a:tabLst>
                <a:tab pos="341313" algn="l"/>
                <a:tab pos="690563" algn="l"/>
                <a:tab pos="1030288" algn="l"/>
                <a:tab pos="1371600" algn="l"/>
              </a:tabLst>
              <a:defRPr/>
            </a:pPr>
            <a:r>
              <a:rPr lang="en-GB" dirty="0">
                <a:solidFill>
                  <a:srgbClr val="0000C8"/>
                </a:solidFill>
                <a:latin typeface="Lucida Console" pitchFamily="49" charset="0"/>
              </a:rPr>
              <a:t>    return</a:t>
            </a:r>
            <a:r>
              <a:rPr lang="en-GB" dirty="0">
                <a:solidFill>
                  <a:srgbClr val="000000"/>
                </a:solidFill>
                <a:latin typeface="Lucida Console" pitchFamily="49" charset="0"/>
              </a:rPr>
              <a:t> </a:t>
            </a:r>
            <a:r>
              <a:rPr lang="en-GB" dirty="0" err="1">
                <a:solidFill>
                  <a:srgbClr val="000000"/>
                </a:solidFill>
                <a:latin typeface="Lucida Console" pitchFamily="49" charset="0"/>
              </a:rPr>
              <a:t>aCar</a:t>
            </a:r>
            <a:r>
              <a:rPr lang="en-GB" dirty="0">
                <a:solidFill>
                  <a:srgbClr val="000000"/>
                </a:solidFill>
                <a:latin typeface="Lucida Console" pitchFamily="49" charset="0"/>
              </a:rPr>
              <a:t>;</a:t>
            </a:r>
          </a:p>
          <a:p>
            <a:pPr defTabSz="739775" eaLnBrk="0" hangingPunct="0">
              <a:tabLst>
                <a:tab pos="341313" algn="l"/>
                <a:tab pos="690563" algn="l"/>
                <a:tab pos="1030288" algn="l"/>
                <a:tab pos="1371600" algn="l"/>
              </a:tabLst>
              <a:defRPr/>
            </a:pPr>
            <a:r>
              <a:rPr lang="en-GB" dirty="0">
                <a:solidFill>
                  <a:srgbClr val="000000"/>
                </a:solidFill>
                <a:latin typeface="Lucida Console" pitchFamily="49" charset="0"/>
              </a:rPr>
              <a:t>  }</a:t>
            </a:r>
            <a:br>
              <a:rPr lang="en-GB" dirty="0">
                <a:solidFill>
                  <a:srgbClr val="000000"/>
                </a:solidFill>
                <a:latin typeface="Lucida Console" pitchFamily="49" charset="0"/>
              </a:rPr>
            </a:br>
            <a:r>
              <a:rPr lang="en-GB" dirty="0">
                <a:solidFill>
                  <a:srgbClr val="000000"/>
                </a:solidFill>
                <a:latin typeface="Lucida Console" pitchFamily="49" charset="0"/>
              </a:rPr>
              <a:t>  </a:t>
            </a:r>
            <a:r>
              <a:rPr lang="en-GB" dirty="0">
                <a:solidFill>
                  <a:srgbClr val="0000C8"/>
                </a:solidFill>
                <a:latin typeface="Lucida Console" pitchFamily="49" charset="0"/>
              </a:rPr>
              <a:t>public void </a:t>
            </a:r>
            <a:r>
              <a:rPr lang="en-GB" dirty="0" err="1">
                <a:solidFill>
                  <a:srgbClr val="000000"/>
                </a:solidFill>
                <a:latin typeface="Lucida Console" pitchFamily="49" charset="0"/>
              </a:rPr>
              <a:t>setOwner</a:t>
            </a:r>
            <a:r>
              <a:rPr lang="en-GB" dirty="0">
                <a:solidFill>
                  <a:srgbClr val="000000"/>
                </a:solidFill>
                <a:latin typeface="Lucida Console" pitchFamily="49" charset="0"/>
              </a:rPr>
              <a:t>(string owner) {</a:t>
            </a:r>
            <a:br>
              <a:rPr lang="en-GB" dirty="0">
                <a:solidFill>
                  <a:srgbClr val="000000"/>
                </a:solidFill>
                <a:latin typeface="Lucida Console" pitchFamily="49" charset="0"/>
              </a:rPr>
            </a:br>
            <a:r>
              <a:rPr lang="en-GB" dirty="0">
                <a:solidFill>
                  <a:srgbClr val="000000"/>
                </a:solidFill>
                <a:latin typeface="Lucida Console" pitchFamily="49" charset="0"/>
              </a:rPr>
              <a:t>    </a:t>
            </a:r>
            <a:r>
              <a:rPr lang="en-GB" dirty="0" err="1">
                <a:solidFill>
                  <a:srgbClr val="0000C8"/>
                </a:solidFill>
                <a:latin typeface="Lucida Console" pitchFamily="49" charset="0"/>
              </a:rPr>
              <a:t>this</a:t>
            </a:r>
            <a:r>
              <a:rPr lang="en-GB" dirty="0" err="1">
                <a:solidFill>
                  <a:srgbClr val="000000"/>
                </a:solidFill>
                <a:latin typeface="Lucida Console" pitchFamily="49" charset="0"/>
              </a:rPr>
              <a:t>.owner</a:t>
            </a:r>
            <a:r>
              <a:rPr lang="en-GB" dirty="0">
                <a:solidFill>
                  <a:srgbClr val="000000"/>
                </a:solidFill>
                <a:latin typeface="Lucida Console" pitchFamily="49" charset="0"/>
              </a:rPr>
              <a:t> = owner;</a:t>
            </a:r>
            <a:br>
              <a:rPr lang="en-GB" dirty="0">
                <a:solidFill>
                  <a:srgbClr val="000000"/>
                </a:solidFill>
                <a:latin typeface="Lucida Console" pitchFamily="49" charset="0"/>
              </a:rPr>
            </a:br>
            <a:r>
              <a:rPr lang="en-GB" dirty="0">
                <a:solidFill>
                  <a:srgbClr val="000000"/>
                </a:solidFill>
                <a:latin typeface="Lucida Console" pitchFamily="49" charset="0"/>
              </a:rPr>
              <a:t>  }</a:t>
            </a:r>
          </a:p>
          <a:p>
            <a:pPr defTabSz="739775" eaLnBrk="0" hangingPunct="0">
              <a:tabLst>
                <a:tab pos="341313" algn="l"/>
                <a:tab pos="690563" algn="l"/>
                <a:tab pos="1030288" algn="l"/>
                <a:tab pos="1371600" algn="l"/>
              </a:tabLst>
              <a:defRPr/>
            </a:pPr>
            <a:r>
              <a:rPr lang="en-GB" dirty="0">
                <a:solidFill>
                  <a:srgbClr val="000000"/>
                </a:solidFill>
                <a:latin typeface="Lucida Console" pitchFamily="49" charset="0"/>
              </a:rPr>
              <a:t>	...</a:t>
            </a:r>
          </a:p>
          <a:p>
            <a:pPr defTabSz="739775" eaLnBrk="0" hangingPunct="0">
              <a:tabLst>
                <a:tab pos="341313" algn="l"/>
                <a:tab pos="690563" algn="l"/>
                <a:tab pos="1030288" algn="l"/>
                <a:tab pos="1371600" algn="l"/>
              </a:tabLst>
              <a:defRPr/>
            </a:pPr>
            <a:r>
              <a:rPr lang="en-GB" dirty="0">
                <a:solidFill>
                  <a:srgbClr val="000000"/>
                </a:solidFill>
                <a:latin typeface="Lucida Console" pitchFamily="49" charset="0"/>
              </a:rPr>
              <a:t>}</a:t>
            </a:r>
          </a:p>
        </p:txBody>
      </p:sp>
    </p:spTree>
    <p:extLst>
      <p:ext uri="{BB962C8B-B14F-4D97-AF65-F5344CB8AC3E}">
        <p14:creationId xmlns:p14="http://schemas.microsoft.com/office/powerpoint/2010/main" val="35308762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329811" y="562058"/>
            <a:ext cx="11517818" cy="805001"/>
          </a:xfrm>
        </p:spPr>
        <p:txBody>
          <a:bodyPr/>
          <a:lstStyle/>
          <a:p>
            <a:pPr eaLnBrk="1" hangingPunct="1"/>
            <a:r>
              <a:rPr lang="en-GB" dirty="0"/>
              <a:t>C# static initialiser block(s)</a:t>
            </a:r>
          </a:p>
        </p:txBody>
      </p:sp>
      <p:sp>
        <p:nvSpPr>
          <p:cNvPr id="10243" name="Rectangle 3"/>
          <p:cNvSpPr>
            <a:spLocks noGrp="1" noChangeArrowheads="1"/>
          </p:cNvSpPr>
          <p:nvPr>
            <p:ph idx="1"/>
          </p:nvPr>
        </p:nvSpPr>
        <p:spPr>
          <a:xfrm>
            <a:off x="341272" y="1368256"/>
            <a:ext cx="11647527" cy="2778113"/>
          </a:xfrm>
        </p:spPr>
        <p:txBody>
          <a:bodyPr vert="horz" lIns="0" tIns="0" rIns="0" bIns="0" rtlCol="0" anchor="t" anchorCtr="0">
            <a:noAutofit/>
          </a:bodyPr>
          <a:lstStyle/>
          <a:p>
            <a:pPr marL="342900" indent="-342900">
              <a:buFont typeface="Arial" panose="020B0604020202020204" pitchFamily="34" charset="0"/>
              <a:buChar char="•"/>
            </a:pPr>
            <a:r>
              <a:rPr lang="en-GB" b="1" dirty="0"/>
              <a:t>You can create a static constructor with no parameter or access modifiers</a:t>
            </a:r>
          </a:p>
          <a:p>
            <a:pPr marL="1026000" lvl="2" indent="-342900">
              <a:buSzPct val="115000"/>
              <a:buFont typeface="Arial" panose="020B0604020202020204" pitchFamily="34" charset="0"/>
              <a:buChar char="•"/>
            </a:pPr>
            <a:r>
              <a:rPr lang="en-GB" dirty="0"/>
              <a:t>Invoked on first access to any of the type's members</a:t>
            </a:r>
          </a:p>
          <a:p>
            <a:pPr marL="1026000" lvl="2" indent="-342900">
              <a:buSzPct val="115000"/>
              <a:buFont typeface="Arial" panose="020B0604020202020204" pitchFamily="34" charset="0"/>
              <a:buChar char="•"/>
            </a:pPr>
            <a:r>
              <a:rPr lang="en-GB" dirty="0"/>
              <a:t>Runs before any methods are invoked or objects created</a:t>
            </a:r>
          </a:p>
          <a:p>
            <a:pPr marL="1026000" lvl="2" indent="-342900">
              <a:buSzPct val="115000"/>
              <a:buFont typeface="Arial" panose="020B0604020202020204" pitchFamily="34" charset="0"/>
              <a:buChar char="•"/>
            </a:pPr>
            <a:r>
              <a:rPr lang="en-GB" dirty="0"/>
              <a:t>Used to do non-trivial initialisation of static fields</a:t>
            </a:r>
          </a:p>
        </p:txBody>
      </p:sp>
      <p:sp>
        <p:nvSpPr>
          <p:cNvPr id="902148" name="Rectangle 4"/>
          <p:cNvSpPr>
            <a:spLocks noChangeArrowheads="1"/>
          </p:cNvSpPr>
          <p:nvPr/>
        </p:nvSpPr>
        <p:spPr bwMode="auto">
          <a:xfrm>
            <a:off x="1417555" y="3128950"/>
            <a:ext cx="8935485" cy="3413755"/>
          </a:xfrm>
          <a:prstGeom prst="rect">
            <a:avLst/>
          </a:prstGeom>
          <a:solidFill>
            <a:schemeClr val="accent5">
              <a:lumMod val="20000"/>
              <a:lumOff val="80000"/>
            </a:schemeClr>
          </a:solidFill>
          <a:ln w="19050">
            <a:noFill/>
            <a:miter lim="800000"/>
            <a:headEnd/>
            <a:tailEnd/>
          </a:ln>
          <a:effectLst>
            <a:outerShdw blurRad="50800" dist="38100" algn="l" rotWithShape="0">
              <a:prstClr val="black">
                <a:alpha val="40000"/>
              </a:prstClr>
            </a:outerShdw>
          </a:effectLst>
        </p:spPr>
        <p:txBody>
          <a:bodyPr wrap="square" lIns="90488" tIns="44450" rIns="90488" bIns="44450">
            <a:spAutoFit/>
          </a:bodyPr>
          <a:lstStyle/>
          <a:p>
            <a:pPr defTabSz="739775" eaLnBrk="0" hangingPunct="0">
              <a:tabLst>
                <a:tab pos="341313" algn="l"/>
                <a:tab pos="690563" algn="l"/>
                <a:tab pos="1030288" algn="l"/>
                <a:tab pos="1371600" algn="l"/>
              </a:tabLst>
              <a:defRPr/>
            </a:pPr>
            <a:r>
              <a:rPr lang="en-GB" dirty="0">
                <a:solidFill>
                  <a:srgbClr val="0000C8"/>
                </a:solidFill>
                <a:latin typeface="Lucida Console" pitchFamily="49" charset="0"/>
              </a:rPr>
              <a:t>public class </a:t>
            </a:r>
            <a:r>
              <a:rPr lang="en-GB" dirty="0">
                <a:solidFill>
                  <a:srgbClr val="000000"/>
                </a:solidFill>
                <a:latin typeface="Lucida Console" pitchFamily="49" charset="0"/>
              </a:rPr>
              <a:t>Car {</a:t>
            </a:r>
          </a:p>
          <a:p>
            <a:pPr defTabSz="739775" eaLnBrk="0" hangingPunct="0">
              <a:tabLst>
                <a:tab pos="341313" algn="l"/>
                <a:tab pos="690563" algn="l"/>
                <a:tab pos="1030288" algn="l"/>
                <a:tab pos="1371600" algn="l"/>
              </a:tabLst>
              <a:defRPr/>
            </a:pPr>
            <a:r>
              <a:rPr lang="en-GB" dirty="0">
                <a:solidFill>
                  <a:srgbClr val="0000C8"/>
                </a:solidFill>
                <a:latin typeface="Lucida Console" pitchFamily="49" charset="0"/>
              </a:rPr>
              <a:t>  static </a:t>
            </a:r>
            <a:r>
              <a:rPr lang="en-GB" dirty="0" err="1">
                <a:solidFill>
                  <a:srgbClr val="000000"/>
                </a:solidFill>
                <a:latin typeface="Lucida Console" pitchFamily="49" charset="0"/>
              </a:rPr>
              <a:t>licenseAgency</a:t>
            </a:r>
            <a:r>
              <a:rPr lang="en-GB" dirty="0">
                <a:solidFill>
                  <a:srgbClr val="0000C8"/>
                </a:solidFill>
                <a:latin typeface="Lucida Console" pitchFamily="49" charset="0"/>
              </a:rPr>
              <a:t> </a:t>
            </a:r>
            <a:r>
              <a:rPr lang="en-GB" dirty="0">
                <a:solidFill>
                  <a:srgbClr val="000000"/>
                </a:solidFill>
                <a:latin typeface="Lucida Console" pitchFamily="49" charset="0"/>
              </a:rPr>
              <a:t>DVLA;</a:t>
            </a:r>
          </a:p>
          <a:p>
            <a:pPr defTabSz="739775" eaLnBrk="0" hangingPunct="0">
              <a:tabLst>
                <a:tab pos="341313" algn="l"/>
                <a:tab pos="690563" algn="l"/>
                <a:tab pos="1030288" algn="l"/>
                <a:tab pos="1371600" algn="l"/>
              </a:tabLst>
              <a:defRPr/>
            </a:pPr>
            <a:endParaRPr lang="en-GB" dirty="0">
              <a:solidFill>
                <a:srgbClr val="0000C8"/>
              </a:solidFill>
              <a:latin typeface="Lucida Console" pitchFamily="49" charset="0"/>
            </a:endParaRPr>
          </a:p>
          <a:p>
            <a:pPr defTabSz="739775" eaLnBrk="0" hangingPunct="0">
              <a:tabLst>
                <a:tab pos="341313" algn="l"/>
                <a:tab pos="690563" algn="l"/>
                <a:tab pos="1030288" algn="l"/>
                <a:tab pos="1371600" algn="l"/>
              </a:tabLst>
              <a:defRPr/>
            </a:pPr>
            <a:r>
              <a:rPr lang="en-GB" dirty="0">
                <a:solidFill>
                  <a:srgbClr val="0000C8"/>
                </a:solidFill>
                <a:latin typeface="Lucida Console" pitchFamily="49" charset="0"/>
              </a:rPr>
              <a:t>  </a:t>
            </a:r>
            <a:r>
              <a:rPr lang="en-GB" dirty="0">
                <a:solidFill>
                  <a:srgbClr val="FF0000"/>
                </a:solidFill>
                <a:latin typeface="Lucida Console" pitchFamily="49" charset="0"/>
              </a:rPr>
              <a:t>static </a:t>
            </a:r>
            <a:r>
              <a:rPr lang="en-GB" dirty="0">
                <a:latin typeface="Lucida Console" pitchFamily="49" charset="0"/>
              </a:rPr>
              <a:t>Car()</a:t>
            </a:r>
            <a:r>
              <a:rPr lang="en-GB" dirty="0">
                <a:solidFill>
                  <a:srgbClr val="FF0000"/>
                </a:solidFill>
                <a:latin typeface="Lucida Console" pitchFamily="49" charset="0"/>
              </a:rPr>
              <a:t> </a:t>
            </a:r>
            <a:r>
              <a:rPr lang="en-GB" dirty="0">
                <a:solidFill>
                  <a:srgbClr val="000000"/>
                </a:solidFill>
                <a:latin typeface="Lucida Console" pitchFamily="49" charset="0"/>
              </a:rPr>
              <a:t>{</a:t>
            </a:r>
            <a:br>
              <a:rPr lang="en-GB" dirty="0">
                <a:solidFill>
                  <a:srgbClr val="000000"/>
                </a:solidFill>
                <a:latin typeface="Lucida Console" pitchFamily="49" charset="0"/>
              </a:rPr>
            </a:br>
            <a:r>
              <a:rPr lang="en-GB" dirty="0">
                <a:solidFill>
                  <a:srgbClr val="000000"/>
                </a:solidFill>
                <a:latin typeface="Lucida Console" pitchFamily="49" charset="0"/>
              </a:rPr>
              <a:t>    </a:t>
            </a:r>
            <a:r>
              <a:rPr lang="en-GB" dirty="0">
                <a:solidFill>
                  <a:srgbClr val="0000C8"/>
                </a:solidFill>
                <a:latin typeface="Lucida Console" pitchFamily="49" charset="0"/>
              </a:rPr>
              <a:t>if</a:t>
            </a:r>
            <a:r>
              <a:rPr lang="en-GB" dirty="0">
                <a:solidFill>
                  <a:srgbClr val="000000"/>
                </a:solidFill>
                <a:latin typeface="Lucida Console" pitchFamily="49" charset="0"/>
              </a:rPr>
              <a:t>(...) DVLA = </a:t>
            </a:r>
            <a:r>
              <a:rPr lang="en-GB" dirty="0">
                <a:solidFill>
                  <a:srgbClr val="0000C8"/>
                </a:solidFill>
                <a:latin typeface="Lucida Console" pitchFamily="49" charset="0"/>
              </a:rPr>
              <a:t>new</a:t>
            </a:r>
            <a:r>
              <a:rPr lang="en-GB" dirty="0">
                <a:solidFill>
                  <a:srgbClr val="000000"/>
                </a:solidFill>
                <a:latin typeface="Lucida Console" pitchFamily="49" charset="0"/>
              </a:rPr>
              <a:t> </a:t>
            </a:r>
            <a:r>
              <a:rPr lang="en-GB" dirty="0" err="1">
                <a:solidFill>
                  <a:srgbClr val="000000"/>
                </a:solidFill>
                <a:latin typeface="Lucida Console" pitchFamily="49" charset="0"/>
              </a:rPr>
              <a:t>LicenseAgency</a:t>
            </a:r>
            <a:r>
              <a:rPr lang="en-GB" dirty="0">
                <a:solidFill>
                  <a:srgbClr val="000000"/>
                </a:solidFill>
                <a:latin typeface="Lucida Console" pitchFamily="49" charset="0"/>
              </a:rPr>
              <a:t>( ... );</a:t>
            </a:r>
          </a:p>
          <a:p>
            <a:pPr defTabSz="739775" eaLnBrk="0" hangingPunct="0">
              <a:tabLst>
                <a:tab pos="341313" algn="l"/>
                <a:tab pos="690563" algn="l"/>
                <a:tab pos="1030288" algn="l"/>
                <a:tab pos="1371600" algn="l"/>
              </a:tabLst>
              <a:defRPr/>
            </a:pPr>
            <a:r>
              <a:rPr lang="en-GB" dirty="0">
                <a:solidFill>
                  <a:srgbClr val="000000"/>
                </a:solidFill>
                <a:latin typeface="Lucida Console" pitchFamily="49" charset="0"/>
              </a:rPr>
              <a:t>  }</a:t>
            </a:r>
          </a:p>
          <a:p>
            <a:pPr defTabSz="739775" eaLnBrk="0" hangingPunct="0">
              <a:tabLst>
                <a:tab pos="341313" algn="l"/>
                <a:tab pos="690563" algn="l"/>
                <a:tab pos="1030288" algn="l"/>
                <a:tab pos="1371600" algn="l"/>
              </a:tabLst>
              <a:defRPr/>
            </a:pPr>
            <a:br>
              <a:rPr lang="en-GB" dirty="0">
                <a:solidFill>
                  <a:srgbClr val="000000"/>
                </a:solidFill>
                <a:latin typeface="Lucida Console" pitchFamily="49" charset="0"/>
              </a:rPr>
            </a:br>
            <a:r>
              <a:rPr lang="en-GB" dirty="0">
                <a:solidFill>
                  <a:srgbClr val="000000"/>
                </a:solidFill>
                <a:latin typeface="Lucida Console" pitchFamily="49" charset="0"/>
              </a:rPr>
              <a:t>  </a:t>
            </a:r>
            <a:r>
              <a:rPr lang="en-GB" dirty="0">
                <a:solidFill>
                  <a:srgbClr val="0000C8"/>
                </a:solidFill>
                <a:latin typeface="Lucida Console" pitchFamily="49" charset="0"/>
              </a:rPr>
              <a:t>public static void </a:t>
            </a:r>
            <a:r>
              <a:rPr lang="en-GB" dirty="0" err="1">
                <a:solidFill>
                  <a:srgbClr val="000000"/>
                </a:solidFill>
                <a:latin typeface="Lucida Console" pitchFamily="49" charset="0"/>
              </a:rPr>
              <a:t>setLicenseAgency</a:t>
            </a:r>
            <a:r>
              <a:rPr lang="en-GB" dirty="0">
                <a:solidFill>
                  <a:srgbClr val="000000"/>
                </a:solidFill>
                <a:latin typeface="Lucida Console" pitchFamily="49" charset="0"/>
              </a:rPr>
              <a:t> (</a:t>
            </a:r>
            <a:r>
              <a:rPr lang="en-GB" dirty="0" err="1">
                <a:solidFill>
                  <a:srgbClr val="000000"/>
                </a:solidFill>
                <a:latin typeface="Lucida Console" pitchFamily="49" charset="0"/>
              </a:rPr>
              <a:t>LicenseAgency</a:t>
            </a:r>
            <a:r>
              <a:rPr lang="en-GB" dirty="0">
                <a:solidFill>
                  <a:srgbClr val="000000"/>
                </a:solidFill>
                <a:latin typeface="Lucida Console" pitchFamily="49" charset="0"/>
              </a:rPr>
              <a:t> </a:t>
            </a:r>
            <a:r>
              <a:rPr lang="en-GB" dirty="0" err="1">
                <a:solidFill>
                  <a:srgbClr val="000000"/>
                </a:solidFill>
                <a:latin typeface="Lucida Console" pitchFamily="49" charset="0"/>
              </a:rPr>
              <a:t>dvla</a:t>
            </a:r>
            <a:r>
              <a:rPr lang="en-GB" dirty="0">
                <a:solidFill>
                  <a:srgbClr val="000000"/>
                </a:solidFill>
                <a:latin typeface="Lucida Console" pitchFamily="49" charset="0"/>
              </a:rPr>
              <a:t>) {</a:t>
            </a:r>
            <a:br>
              <a:rPr lang="en-GB" dirty="0">
                <a:solidFill>
                  <a:srgbClr val="000000"/>
                </a:solidFill>
                <a:latin typeface="Lucida Console" pitchFamily="49" charset="0"/>
              </a:rPr>
            </a:br>
            <a:r>
              <a:rPr lang="en-GB" dirty="0">
                <a:solidFill>
                  <a:srgbClr val="000000"/>
                </a:solidFill>
                <a:latin typeface="Lucida Console" pitchFamily="49" charset="0"/>
              </a:rPr>
              <a:t>    DVLA = </a:t>
            </a:r>
            <a:r>
              <a:rPr lang="en-GB" dirty="0" err="1">
                <a:solidFill>
                  <a:srgbClr val="000000"/>
                </a:solidFill>
                <a:latin typeface="Lucida Console" pitchFamily="49" charset="0"/>
              </a:rPr>
              <a:t>dvla</a:t>
            </a:r>
            <a:r>
              <a:rPr lang="en-GB" dirty="0">
                <a:solidFill>
                  <a:srgbClr val="000000"/>
                </a:solidFill>
                <a:latin typeface="Lucida Console" pitchFamily="49" charset="0"/>
              </a:rPr>
              <a:t>;</a:t>
            </a:r>
            <a:br>
              <a:rPr lang="en-GB" dirty="0">
                <a:solidFill>
                  <a:srgbClr val="000000"/>
                </a:solidFill>
                <a:latin typeface="Lucida Console" pitchFamily="49" charset="0"/>
              </a:rPr>
            </a:br>
            <a:r>
              <a:rPr lang="en-GB" dirty="0">
                <a:solidFill>
                  <a:srgbClr val="000000"/>
                </a:solidFill>
                <a:latin typeface="Lucida Console" pitchFamily="49" charset="0"/>
              </a:rPr>
              <a:t>  }</a:t>
            </a:r>
          </a:p>
          <a:p>
            <a:pPr defTabSz="739775" eaLnBrk="0" hangingPunct="0">
              <a:tabLst>
                <a:tab pos="341313" algn="l"/>
                <a:tab pos="690563" algn="l"/>
                <a:tab pos="1030288" algn="l"/>
                <a:tab pos="1371600" algn="l"/>
              </a:tabLst>
              <a:defRPr/>
            </a:pPr>
            <a:endParaRPr lang="en-GB" dirty="0">
              <a:solidFill>
                <a:srgbClr val="000000"/>
              </a:solidFill>
              <a:latin typeface="Lucida Console" pitchFamily="49" charset="0"/>
            </a:endParaRPr>
          </a:p>
          <a:p>
            <a:pPr defTabSz="739775" eaLnBrk="0" hangingPunct="0">
              <a:tabLst>
                <a:tab pos="341313" algn="l"/>
                <a:tab pos="690563" algn="l"/>
                <a:tab pos="1030288" algn="l"/>
                <a:tab pos="1371600" algn="l"/>
              </a:tabLst>
              <a:defRPr/>
            </a:pPr>
            <a:r>
              <a:rPr lang="en-GB" dirty="0">
                <a:solidFill>
                  <a:srgbClr val="000000"/>
                </a:solidFill>
                <a:latin typeface="Lucida Console" pitchFamily="49" charset="0"/>
              </a:rPr>
              <a:t>}</a:t>
            </a:r>
          </a:p>
        </p:txBody>
      </p:sp>
    </p:spTree>
    <p:extLst>
      <p:ext uri="{BB962C8B-B14F-4D97-AF65-F5344CB8AC3E}">
        <p14:creationId xmlns:p14="http://schemas.microsoft.com/office/powerpoint/2010/main" val="14153866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pPr eaLnBrk="1" hangingPunct="1"/>
            <a:r>
              <a:rPr lang="en-GB" dirty="0"/>
              <a:t>Creating read-only values by property procedures</a:t>
            </a:r>
          </a:p>
        </p:txBody>
      </p:sp>
      <p:sp>
        <p:nvSpPr>
          <p:cNvPr id="11267" name="Rectangle 3"/>
          <p:cNvSpPr>
            <a:spLocks noGrp="1" noChangeArrowheads="1"/>
          </p:cNvSpPr>
          <p:nvPr>
            <p:ph idx="1"/>
          </p:nvPr>
        </p:nvSpPr>
        <p:spPr>
          <a:xfrm>
            <a:off x="341272" y="1368256"/>
            <a:ext cx="11301379" cy="3898020"/>
          </a:xfrm>
        </p:spPr>
        <p:txBody>
          <a:bodyPr vert="horz" lIns="0" tIns="0" rIns="0" bIns="0" rtlCol="0" anchor="t" anchorCtr="0">
            <a:noAutofit/>
          </a:bodyPr>
          <a:lstStyle/>
          <a:p>
            <a:pPr marL="342900" indent="-342900">
              <a:buFont typeface="Arial" panose="020B0604020202020204" pitchFamily="34" charset="0"/>
              <a:buChar char="•"/>
            </a:pPr>
            <a:r>
              <a:rPr lang="en-GB" sz="2000" dirty="0" err="1">
                <a:solidFill>
                  <a:srgbClr val="0000FF"/>
                </a:solidFill>
                <a:latin typeface="Cascadia Mono" panose="020B0609020000020004" pitchFamily="49" charset="0"/>
              </a:rPr>
              <a:t>readonly</a:t>
            </a:r>
            <a:r>
              <a:rPr lang="en-GB" dirty="0"/>
              <a:t> variables can be assigned to in declaration or in a constructor</a:t>
            </a:r>
          </a:p>
          <a:p>
            <a:pPr marL="684000" lvl="1" indent="-342900">
              <a:buSzPct val="115000"/>
              <a:buFont typeface="Arial" panose="020B0604020202020204" pitchFamily="34" charset="0"/>
              <a:buChar char="•"/>
            </a:pPr>
            <a:r>
              <a:rPr lang="en-GB" dirty="0"/>
              <a:t>Then they are read-only – can be instance or static members</a:t>
            </a:r>
          </a:p>
          <a:p>
            <a:pPr marL="180000" lvl="1" indent="-180000">
              <a:buFont typeface="Arial" panose="020B0604020202020204" pitchFamily="34" charset="0"/>
              <a:buChar char="•"/>
            </a:pPr>
            <a:endParaRPr lang="en-GB" dirty="0"/>
          </a:p>
          <a:p>
            <a:pPr marL="0" lvl="1" indent="0">
              <a:buNone/>
            </a:pPr>
            <a:endParaRPr lang="en-GB" sz="4000" dirty="0"/>
          </a:p>
          <a:p>
            <a:pPr marL="0" lvl="1" indent="0">
              <a:buNone/>
            </a:pPr>
            <a:endParaRPr lang="en-GB" dirty="0"/>
          </a:p>
          <a:p>
            <a:pPr marL="342900" indent="-342900">
              <a:buFont typeface="Arial" panose="020B0604020202020204" pitchFamily="34" charset="0"/>
              <a:buChar char="•"/>
            </a:pPr>
            <a:endParaRPr lang="en-GB" dirty="0"/>
          </a:p>
        </p:txBody>
      </p:sp>
      <p:sp>
        <p:nvSpPr>
          <p:cNvPr id="863237" name="Rectangle 5"/>
          <p:cNvSpPr>
            <a:spLocks noChangeArrowheads="1"/>
          </p:cNvSpPr>
          <p:nvPr/>
        </p:nvSpPr>
        <p:spPr bwMode="auto">
          <a:xfrm>
            <a:off x="1040668" y="2449838"/>
            <a:ext cx="9708612" cy="3690754"/>
          </a:xfrm>
          <a:prstGeom prst="rect">
            <a:avLst/>
          </a:prstGeom>
          <a:solidFill>
            <a:schemeClr val="accent5">
              <a:lumMod val="20000"/>
              <a:lumOff val="80000"/>
            </a:schemeClr>
          </a:solidFill>
          <a:ln w="19050">
            <a:noFill/>
            <a:miter lim="800000"/>
            <a:headEnd/>
            <a:tailEnd/>
          </a:ln>
          <a:effectLst>
            <a:outerShdw blurRad="50800" dist="38100" algn="l" rotWithShape="0">
              <a:prstClr val="black">
                <a:alpha val="40000"/>
              </a:prstClr>
            </a:outerShdw>
          </a:effectLst>
        </p:spPr>
        <p:txBody>
          <a:bodyPr wrap="square" lIns="90488" tIns="44450" rIns="90488" bIns="44450">
            <a:spAutoFit/>
          </a:bodyPr>
          <a:lstStyle/>
          <a:p>
            <a:pPr defTabSz="739775" eaLnBrk="0" hangingPunct="0">
              <a:tabLst>
                <a:tab pos="341313" algn="l"/>
                <a:tab pos="690563" algn="l"/>
                <a:tab pos="1030288" algn="l"/>
                <a:tab pos="1371600" algn="l"/>
              </a:tabLst>
              <a:defRPr/>
            </a:pPr>
            <a:r>
              <a:rPr lang="en-GB" dirty="0">
                <a:solidFill>
                  <a:srgbClr val="0000C8"/>
                </a:solidFill>
                <a:latin typeface="Lucida Console" pitchFamily="49" charset="0"/>
              </a:rPr>
              <a:t>public class</a:t>
            </a:r>
            <a:r>
              <a:rPr lang="en-GB" dirty="0">
                <a:solidFill>
                  <a:srgbClr val="000000"/>
                </a:solidFill>
                <a:latin typeface="Lucida Console" pitchFamily="49" charset="0"/>
              </a:rPr>
              <a:t> Car {</a:t>
            </a:r>
          </a:p>
          <a:p>
            <a:pPr defTabSz="739775" eaLnBrk="0" hangingPunct="0">
              <a:tabLst>
                <a:tab pos="341313" algn="l"/>
                <a:tab pos="690563" algn="l"/>
                <a:tab pos="1030288" algn="l"/>
                <a:tab pos="1371600" algn="l"/>
              </a:tabLst>
              <a:defRPr/>
            </a:pPr>
            <a:endParaRPr lang="en-GB" dirty="0">
              <a:solidFill>
                <a:srgbClr val="000000"/>
              </a:solidFill>
              <a:latin typeface="Lucida Console" pitchFamily="49" charset="0"/>
            </a:endParaRPr>
          </a:p>
          <a:p>
            <a:pPr defTabSz="739775" eaLnBrk="0" hangingPunct="0">
              <a:tabLst>
                <a:tab pos="341313" algn="l"/>
                <a:tab pos="690563" algn="l"/>
                <a:tab pos="1030288" algn="l"/>
                <a:tab pos="1371600" algn="l"/>
              </a:tabLst>
              <a:defRPr/>
            </a:pPr>
            <a:r>
              <a:rPr lang="en-GB" dirty="0">
                <a:solidFill>
                  <a:srgbClr val="000000"/>
                </a:solidFill>
                <a:latin typeface="Lucida Console" pitchFamily="49" charset="0"/>
              </a:rPr>
              <a:t>  </a:t>
            </a:r>
            <a:r>
              <a:rPr lang="en-GB" dirty="0">
                <a:solidFill>
                  <a:srgbClr val="0000C8"/>
                </a:solidFill>
                <a:latin typeface="Lucida Console" pitchFamily="49" charset="0"/>
              </a:rPr>
              <a:t>public </a:t>
            </a:r>
            <a:r>
              <a:rPr lang="en-GB" sz="2000" b="1" dirty="0" err="1">
                <a:solidFill>
                  <a:srgbClr val="0000FF"/>
                </a:solidFill>
                <a:latin typeface="Consolas" panose="020B0609020204030204" pitchFamily="49" charset="0"/>
              </a:rPr>
              <a:t>readonly</a:t>
            </a:r>
            <a:r>
              <a:rPr lang="en-GB" sz="1800" dirty="0">
                <a:solidFill>
                  <a:srgbClr val="0000FF"/>
                </a:solidFill>
                <a:latin typeface="Consolas" panose="020B0609020204030204" pitchFamily="49" charset="0"/>
              </a:rPr>
              <a:t> </a:t>
            </a:r>
            <a:r>
              <a:rPr lang="en-GB" dirty="0">
                <a:solidFill>
                  <a:srgbClr val="000000"/>
                </a:solidFill>
                <a:latin typeface="Lucida Console" pitchFamily="49" charset="0"/>
              </a:rPr>
              <a:t>int </a:t>
            </a:r>
            <a:r>
              <a:rPr lang="en-GB" b="1" dirty="0" err="1">
                <a:solidFill>
                  <a:srgbClr val="000000"/>
                </a:solidFill>
                <a:latin typeface="Lucida Console" pitchFamily="49" charset="0"/>
              </a:rPr>
              <a:t>YearOfCreation</a:t>
            </a:r>
            <a:r>
              <a:rPr lang="en-GB" dirty="0">
                <a:solidFill>
                  <a:srgbClr val="000000"/>
                </a:solidFill>
                <a:latin typeface="Lucida Console" pitchFamily="49" charset="0"/>
              </a:rPr>
              <a:t>;</a:t>
            </a:r>
          </a:p>
          <a:p>
            <a:pPr defTabSz="739775" eaLnBrk="0" hangingPunct="0">
              <a:tabLst>
                <a:tab pos="341313" algn="l"/>
                <a:tab pos="690563" algn="l"/>
                <a:tab pos="1030288" algn="l"/>
                <a:tab pos="1371600" algn="l"/>
              </a:tabLst>
              <a:defRPr/>
            </a:pPr>
            <a:r>
              <a:rPr lang="en-GB" dirty="0">
                <a:solidFill>
                  <a:srgbClr val="000000"/>
                </a:solidFill>
                <a:latin typeface="Lucida Console" pitchFamily="49" charset="0"/>
              </a:rPr>
              <a:t>  </a:t>
            </a:r>
          </a:p>
          <a:p>
            <a:pPr defTabSz="739775" eaLnBrk="0" hangingPunct="0">
              <a:tabLst>
                <a:tab pos="341313" algn="l"/>
                <a:tab pos="690563" algn="l"/>
                <a:tab pos="1030288" algn="l"/>
                <a:tab pos="1371600" algn="l"/>
              </a:tabLst>
              <a:defRPr/>
            </a:pPr>
            <a:r>
              <a:rPr lang="en-GB" dirty="0">
                <a:solidFill>
                  <a:srgbClr val="000000"/>
                </a:solidFill>
                <a:latin typeface="Lucida Console" pitchFamily="49" charset="0"/>
              </a:rPr>
              <a:t>  </a:t>
            </a:r>
            <a:r>
              <a:rPr lang="en-GB" dirty="0">
                <a:solidFill>
                  <a:srgbClr val="0000C8"/>
                </a:solidFill>
                <a:latin typeface="Lucida Console" pitchFamily="49" charset="0"/>
              </a:rPr>
              <a:t>public</a:t>
            </a:r>
            <a:r>
              <a:rPr lang="en-GB" dirty="0">
                <a:solidFill>
                  <a:srgbClr val="000000"/>
                </a:solidFill>
                <a:latin typeface="Lucida Console" pitchFamily="49" charset="0"/>
              </a:rPr>
              <a:t> Car() {	</a:t>
            </a:r>
            <a:br>
              <a:rPr lang="en-GB" dirty="0">
                <a:solidFill>
                  <a:srgbClr val="000000"/>
                </a:solidFill>
                <a:latin typeface="Lucida Console" pitchFamily="49" charset="0"/>
              </a:rPr>
            </a:br>
            <a:r>
              <a:rPr lang="en-GB" dirty="0">
                <a:solidFill>
                  <a:srgbClr val="000000"/>
                </a:solidFill>
                <a:latin typeface="Lucida Console" pitchFamily="49" charset="0"/>
              </a:rPr>
              <a:t>     </a:t>
            </a:r>
            <a:r>
              <a:rPr lang="en-GB" b="1" dirty="0" err="1">
                <a:solidFill>
                  <a:srgbClr val="000000"/>
                </a:solidFill>
                <a:latin typeface="Lucida Console" pitchFamily="49" charset="0"/>
              </a:rPr>
              <a:t>yearOfCreation</a:t>
            </a:r>
            <a:r>
              <a:rPr lang="en-GB" dirty="0">
                <a:solidFill>
                  <a:srgbClr val="000000"/>
                </a:solidFill>
                <a:latin typeface="Lucida Console" pitchFamily="49" charset="0"/>
              </a:rPr>
              <a:t> = </a:t>
            </a:r>
            <a:r>
              <a:rPr lang="en-GB" dirty="0" err="1">
                <a:solidFill>
                  <a:srgbClr val="000000"/>
                </a:solidFill>
                <a:latin typeface="Lucida Console" pitchFamily="49" charset="0"/>
              </a:rPr>
              <a:t>DateTime.Now.Year</a:t>
            </a:r>
            <a:r>
              <a:rPr lang="en-GB" dirty="0">
                <a:solidFill>
                  <a:srgbClr val="000000"/>
                </a:solidFill>
                <a:latin typeface="Lucida Console" pitchFamily="49" charset="0"/>
              </a:rPr>
              <a:t>;</a:t>
            </a:r>
            <a:br>
              <a:rPr lang="en-GB" dirty="0">
                <a:solidFill>
                  <a:srgbClr val="000000"/>
                </a:solidFill>
                <a:latin typeface="Lucida Console" pitchFamily="49" charset="0"/>
              </a:rPr>
            </a:br>
            <a:r>
              <a:rPr lang="en-GB" dirty="0">
                <a:solidFill>
                  <a:srgbClr val="000000"/>
                </a:solidFill>
                <a:latin typeface="Lucida Console" pitchFamily="49" charset="0"/>
              </a:rPr>
              <a:t>  }</a:t>
            </a:r>
          </a:p>
          <a:p>
            <a:pPr defTabSz="739775" eaLnBrk="0" hangingPunct="0">
              <a:tabLst>
                <a:tab pos="341313" algn="l"/>
                <a:tab pos="690563" algn="l"/>
                <a:tab pos="1030288" algn="l"/>
                <a:tab pos="1371600" algn="l"/>
              </a:tabLst>
              <a:defRPr/>
            </a:pPr>
            <a:endParaRPr lang="en-GB" dirty="0">
              <a:solidFill>
                <a:srgbClr val="000000"/>
              </a:solidFill>
              <a:latin typeface="Lucida Console" pitchFamily="49" charset="0"/>
            </a:endParaRPr>
          </a:p>
          <a:p>
            <a:pPr defTabSz="739775" eaLnBrk="0" hangingPunct="0">
              <a:tabLst>
                <a:tab pos="341313" algn="l"/>
                <a:tab pos="690563" algn="l"/>
                <a:tab pos="1030288" algn="l"/>
                <a:tab pos="1371600" algn="l"/>
              </a:tabLst>
              <a:defRPr/>
            </a:pPr>
            <a:r>
              <a:rPr lang="en-GB" dirty="0">
                <a:solidFill>
                  <a:srgbClr val="000000"/>
                </a:solidFill>
                <a:latin typeface="Lucida Console" pitchFamily="49" charset="0"/>
              </a:rPr>
              <a:t>  </a:t>
            </a:r>
            <a:r>
              <a:rPr lang="en-GB" dirty="0">
                <a:solidFill>
                  <a:srgbClr val="0000C8"/>
                </a:solidFill>
                <a:latin typeface="Lucida Console" pitchFamily="49" charset="0"/>
              </a:rPr>
              <a:t>public</a:t>
            </a:r>
            <a:r>
              <a:rPr lang="en-GB" dirty="0">
                <a:solidFill>
                  <a:srgbClr val="000000"/>
                </a:solidFill>
                <a:latin typeface="Lucida Console" pitchFamily="49" charset="0"/>
              </a:rPr>
              <a:t> </a:t>
            </a:r>
            <a:r>
              <a:rPr lang="en-GB" sz="1800" dirty="0">
                <a:solidFill>
                  <a:srgbClr val="0000FF"/>
                </a:solidFill>
                <a:latin typeface="Cascadia Mono" panose="020B0609020000020004" pitchFamily="49" charset="0"/>
              </a:rPr>
              <a:t>void</a:t>
            </a:r>
            <a:r>
              <a:rPr lang="en-GB" sz="1800" dirty="0">
                <a:solidFill>
                  <a:srgbClr val="000000"/>
                </a:solidFill>
                <a:latin typeface="Cascadia Mono" panose="020B0609020000020004" pitchFamily="49" charset="0"/>
              </a:rPr>
              <a:t> </a:t>
            </a:r>
            <a:r>
              <a:rPr lang="en-GB" dirty="0" err="1">
                <a:solidFill>
                  <a:srgbClr val="000000"/>
                </a:solidFill>
                <a:latin typeface="Lucida Console" pitchFamily="49" charset="0"/>
              </a:rPr>
              <a:t>ChangeYearOfCreation</a:t>
            </a:r>
            <a:r>
              <a:rPr lang="en-GB" dirty="0">
                <a:solidFill>
                  <a:srgbClr val="000000"/>
                </a:solidFill>
                <a:latin typeface="Lucida Console" pitchFamily="49" charset="0"/>
              </a:rPr>
              <a:t>() {	</a:t>
            </a:r>
            <a:br>
              <a:rPr lang="en-GB" dirty="0">
                <a:solidFill>
                  <a:srgbClr val="000000"/>
                </a:solidFill>
                <a:latin typeface="Lucida Console" pitchFamily="49" charset="0"/>
              </a:rPr>
            </a:br>
            <a:endParaRPr lang="en-GB" dirty="0">
              <a:solidFill>
                <a:srgbClr val="000000"/>
              </a:solidFill>
              <a:latin typeface="Lucida Console" pitchFamily="49" charset="0"/>
            </a:endParaRPr>
          </a:p>
          <a:p>
            <a:pPr defTabSz="739775" eaLnBrk="0" hangingPunct="0">
              <a:tabLst>
                <a:tab pos="341313" algn="l"/>
                <a:tab pos="690563" algn="l"/>
                <a:tab pos="1030288" algn="l"/>
                <a:tab pos="1371600" algn="l"/>
              </a:tabLst>
              <a:defRPr/>
            </a:pPr>
            <a:r>
              <a:rPr lang="en-GB" dirty="0">
                <a:solidFill>
                  <a:srgbClr val="000000"/>
                </a:solidFill>
                <a:latin typeface="Lucida Console" pitchFamily="49" charset="0"/>
              </a:rPr>
              <a:t>     </a:t>
            </a:r>
            <a:r>
              <a:rPr lang="en-GB" b="1" dirty="0" err="1">
                <a:solidFill>
                  <a:srgbClr val="000000"/>
                </a:solidFill>
                <a:latin typeface="Lucida Console" pitchFamily="49" charset="0"/>
              </a:rPr>
              <a:t>yearOfCreation</a:t>
            </a:r>
            <a:r>
              <a:rPr lang="en-GB" b="1" dirty="0">
                <a:solidFill>
                  <a:srgbClr val="000000"/>
                </a:solidFill>
                <a:latin typeface="Lucida Console" pitchFamily="49" charset="0"/>
              </a:rPr>
              <a:t>++</a:t>
            </a:r>
            <a:r>
              <a:rPr lang="en-GB" dirty="0">
                <a:solidFill>
                  <a:srgbClr val="000000"/>
                </a:solidFill>
                <a:latin typeface="Lucida Console" pitchFamily="49" charset="0"/>
              </a:rPr>
              <a:t>; </a:t>
            </a:r>
          </a:p>
          <a:p>
            <a:pPr defTabSz="739775" eaLnBrk="0" hangingPunct="0">
              <a:tabLst>
                <a:tab pos="341313" algn="l"/>
                <a:tab pos="690563" algn="l"/>
                <a:tab pos="1030288" algn="l"/>
                <a:tab pos="1371600" algn="l"/>
              </a:tabLst>
              <a:defRPr/>
            </a:pPr>
            <a:r>
              <a:rPr lang="en-GB" dirty="0">
                <a:solidFill>
                  <a:srgbClr val="000000"/>
                </a:solidFill>
                <a:latin typeface="Lucida Console" pitchFamily="49" charset="0"/>
              </a:rPr>
              <a:t>  }</a:t>
            </a:r>
          </a:p>
          <a:p>
            <a:pPr defTabSz="739775" eaLnBrk="0" hangingPunct="0">
              <a:tabLst>
                <a:tab pos="341313" algn="l"/>
                <a:tab pos="690563" algn="l"/>
                <a:tab pos="1030288" algn="l"/>
                <a:tab pos="1371600" algn="l"/>
              </a:tabLst>
              <a:defRPr/>
            </a:pPr>
            <a:r>
              <a:rPr lang="en-GB" dirty="0">
                <a:solidFill>
                  <a:srgbClr val="000000"/>
                </a:solidFill>
                <a:latin typeface="Lucida Console" pitchFamily="49" charset="0"/>
              </a:rPr>
              <a:t>}</a:t>
            </a:r>
            <a:endParaRPr lang="en-GB" dirty="0">
              <a:solidFill>
                <a:srgbClr val="008000"/>
              </a:solidFill>
              <a:latin typeface="Lucida Console" pitchFamily="49" charset="0"/>
            </a:endParaRPr>
          </a:p>
        </p:txBody>
      </p:sp>
      <p:sp>
        <p:nvSpPr>
          <p:cNvPr id="2" name="Rectangle 21">
            <a:extLst>
              <a:ext uri="{FF2B5EF4-FFF2-40B4-BE49-F238E27FC236}">
                <a16:creationId xmlns:a16="http://schemas.microsoft.com/office/drawing/2014/main" id="{3CA1CBA6-221F-594E-64AB-CCAB613AAAEF}"/>
              </a:ext>
            </a:extLst>
          </p:cNvPr>
          <p:cNvSpPr>
            <a:spLocks noChangeArrowheads="1"/>
          </p:cNvSpPr>
          <p:nvPr/>
        </p:nvSpPr>
        <p:spPr bwMode="auto">
          <a:xfrm>
            <a:off x="4346817" y="4764574"/>
            <a:ext cx="476250" cy="698500"/>
          </a:xfrm>
          <a:prstGeom prst="rect">
            <a:avLst/>
          </a:prstGeom>
          <a:noFill/>
          <a:ln w="12700">
            <a:noFill/>
            <a:miter lim="800000"/>
            <a:headEnd/>
            <a:tailEnd/>
          </a:ln>
          <a:effectLst/>
        </p:spPr>
        <p:txBody>
          <a:bodyPr lIns="90488" tIns="44450" rIns="90488" bIns="44450">
            <a:spAutoFit/>
          </a:bodyPr>
          <a:lstStyle/>
          <a:p>
            <a:pPr defTabSz="739775" eaLnBrk="0" hangingPunct="0">
              <a:defRPr/>
            </a:pPr>
            <a:r>
              <a:rPr lang="en-US" sz="4000" dirty="0">
                <a:solidFill>
                  <a:srgbClr val="FF3300"/>
                </a:solidFill>
                <a:latin typeface="Wingdings" pitchFamily="2" charset="2"/>
              </a:rPr>
              <a:t></a:t>
            </a:r>
          </a:p>
        </p:txBody>
      </p:sp>
      <p:sp>
        <p:nvSpPr>
          <p:cNvPr id="3" name="Speech Bubble: Rectangle with Corners Rounded 2">
            <a:extLst>
              <a:ext uri="{FF2B5EF4-FFF2-40B4-BE49-F238E27FC236}">
                <a16:creationId xmlns:a16="http://schemas.microsoft.com/office/drawing/2014/main" id="{D8813153-43FF-9738-5CDE-7FE8E0528A69}"/>
              </a:ext>
            </a:extLst>
          </p:cNvPr>
          <p:cNvSpPr/>
          <p:nvPr/>
        </p:nvSpPr>
        <p:spPr>
          <a:xfrm>
            <a:off x="7120177" y="3515360"/>
            <a:ext cx="2936735" cy="701040"/>
          </a:xfrm>
          <a:prstGeom prst="wedgeRoundRectCallout">
            <a:avLst>
              <a:gd name="adj1" fmla="val -58193"/>
              <a:gd name="adj2" fmla="val 27083"/>
              <a:gd name="adj3" fmla="val 16667"/>
            </a:avLst>
          </a:prstGeom>
          <a:solidFill>
            <a:schemeClr val="tx2"/>
          </a:soli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b="1" dirty="0">
                <a:solidFill>
                  <a:schemeClr val="tx1"/>
                </a:solidFill>
              </a:rPr>
              <a:t>Constructors can change </a:t>
            </a:r>
            <a:r>
              <a:rPr lang="en-GB" sz="1600" dirty="0" err="1">
                <a:solidFill>
                  <a:srgbClr val="0000FF"/>
                </a:solidFill>
                <a:latin typeface="Cascadia Mono" panose="020B0609020000020004" pitchFamily="49" charset="0"/>
              </a:rPr>
              <a:t>readonly</a:t>
            </a:r>
            <a:r>
              <a:rPr lang="en-GB" sz="1400" b="1" dirty="0">
                <a:solidFill>
                  <a:schemeClr val="tx1"/>
                </a:solidFill>
              </a:rPr>
              <a:t> vars</a:t>
            </a:r>
          </a:p>
        </p:txBody>
      </p:sp>
    </p:spTree>
    <p:extLst>
      <p:ext uri="{BB962C8B-B14F-4D97-AF65-F5344CB8AC3E}">
        <p14:creationId xmlns:p14="http://schemas.microsoft.com/office/powerpoint/2010/main" val="30748056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pPr eaLnBrk="1" hangingPunct="1"/>
            <a:r>
              <a:rPr lang="en-GB" dirty="0"/>
              <a:t>Creating read-only values using property procedures</a:t>
            </a:r>
          </a:p>
        </p:txBody>
      </p:sp>
      <p:sp>
        <p:nvSpPr>
          <p:cNvPr id="863237" name="Rectangle 5"/>
          <p:cNvSpPr>
            <a:spLocks noChangeArrowheads="1"/>
          </p:cNvSpPr>
          <p:nvPr/>
        </p:nvSpPr>
        <p:spPr bwMode="auto">
          <a:xfrm>
            <a:off x="1040668" y="1799598"/>
            <a:ext cx="10064212" cy="3690754"/>
          </a:xfrm>
          <a:prstGeom prst="rect">
            <a:avLst/>
          </a:prstGeom>
          <a:solidFill>
            <a:schemeClr val="accent5">
              <a:lumMod val="20000"/>
              <a:lumOff val="80000"/>
            </a:schemeClr>
          </a:solidFill>
          <a:ln w="19050">
            <a:noFill/>
            <a:miter lim="800000"/>
            <a:headEnd/>
            <a:tailEnd/>
          </a:ln>
          <a:effectLst>
            <a:outerShdw blurRad="50800" dist="38100" algn="l" rotWithShape="0">
              <a:prstClr val="black">
                <a:alpha val="40000"/>
              </a:prstClr>
            </a:outerShdw>
          </a:effectLst>
        </p:spPr>
        <p:txBody>
          <a:bodyPr wrap="square" lIns="90488" tIns="44450" rIns="90488" bIns="44450">
            <a:spAutoFit/>
          </a:bodyPr>
          <a:lstStyle/>
          <a:p>
            <a:pPr defTabSz="739775" eaLnBrk="0" hangingPunct="0">
              <a:tabLst>
                <a:tab pos="341313" algn="l"/>
                <a:tab pos="690563" algn="l"/>
                <a:tab pos="1030288" algn="l"/>
                <a:tab pos="1371600" algn="l"/>
              </a:tabLst>
              <a:defRPr/>
            </a:pPr>
            <a:r>
              <a:rPr lang="en-GB" dirty="0">
                <a:solidFill>
                  <a:srgbClr val="0000C8"/>
                </a:solidFill>
                <a:latin typeface="Lucida Console" pitchFamily="49" charset="0"/>
              </a:rPr>
              <a:t>public class</a:t>
            </a:r>
            <a:r>
              <a:rPr lang="en-GB" dirty="0">
                <a:solidFill>
                  <a:srgbClr val="000000"/>
                </a:solidFill>
                <a:latin typeface="Lucida Console" pitchFamily="49" charset="0"/>
              </a:rPr>
              <a:t> Car {</a:t>
            </a:r>
          </a:p>
          <a:p>
            <a:pPr defTabSz="739775" eaLnBrk="0" hangingPunct="0">
              <a:tabLst>
                <a:tab pos="341313" algn="l"/>
                <a:tab pos="690563" algn="l"/>
                <a:tab pos="1030288" algn="l"/>
                <a:tab pos="1371600" algn="l"/>
              </a:tabLst>
              <a:defRPr/>
            </a:pPr>
            <a:endParaRPr lang="en-GB" dirty="0">
              <a:solidFill>
                <a:srgbClr val="000000"/>
              </a:solidFill>
              <a:latin typeface="Lucida Console" pitchFamily="49" charset="0"/>
            </a:endParaRPr>
          </a:p>
          <a:p>
            <a:pPr defTabSz="739775" eaLnBrk="0" hangingPunct="0">
              <a:tabLst>
                <a:tab pos="341313" algn="l"/>
                <a:tab pos="690563" algn="l"/>
                <a:tab pos="1030288" algn="l"/>
                <a:tab pos="1371600" algn="l"/>
              </a:tabLst>
              <a:defRPr/>
            </a:pPr>
            <a:r>
              <a:rPr lang="en-GB" dirty="0">
                <a:solidFill>
                  <a:srgbClr val="000000"/>
                </a:solidFill>
                <a:latin typeface="Lucida Console" pitchFamily="49" charset="0"/>
              </a:rPr>
              <a:t>  </a:t>
            </a:r>
            <a:r>
              <a:rPr lang="en-GB" dirty="0">
                <a:solidFill>
                  <a:srgbClr val="0000C8"/>
                </a:solidFill>
                <a:latin typeface="Lucida Console" pitchFamily="49" charset="0"/>
              </a:rPr>
              <a:t>public </a:t>
            </a:r>
            <a:r>
              <a:rPr lang="en-GB" dirty="0">
                <a:solidFill>
                  <a:srgbClr val="000000"/>
                </a:solidFill>
                <a:latin typeface="Lucida Console" pitchFamily="49" charset="0"/>
              </a:rPr>
              <a:t>int </a:t>
            </a:r>
            <a:r>
              <a:rPr lang="en-GB" b="1" dirty="0" err="1">
                <a:solidFill>
                  <a:srgbClr val="000000"/>
                </a:solidFill>
                <a:latin typeface="Lucida Console" pitchFamily="49" charset="0"/>
              </a:rPr>
              <a:t>yearOfCreation</a:t>
            </a:r>
            <a:r>
              <a:rPr lang="en-GB" b="1" dirty="0">
                <a:solidFill>
                  <a:srgbClr val="000000"/>
                </a:solidFill>
                <a:latin typeface="Lucida Console" pitchFamily="49" charset="0"/>
              </a:rPr>
              <a:t> </a:t>
            </a:r>
            <a:r>
              <a:rPr lang="en-GB" sz="1800" dirty="0">
                <a:solidFill>
                  <a:srgbClr val="000000"/>
                </a:solidFill>
                <a:latin typeface="Cascadia Mono" panose="020B0609020000020004" pitchFamily="49" charset="0"/>
              </a:rPr>
              <a:t>{ </a:t>
            </a:r>
            <a:r>
              <a:rPr lang="en-GB" sz="1800" dirty="0">
                <a:solidFill>
                  <a:srgbClr val="0000FF"/>
                </a:solidFill>
                <a:latin typeface="Cascadia Mono" panose="020B0609020000020004" pitchFamily="49" charset="0"/>
              </a:rPr>
              <a:t>get</a:t>
            </a:r>
            <a:r>
              <a:rPr lang="en-GB" sz="1800" dirty="0">
                <a:solidFill>
                  <a:srgbClr val="000000"/>
                </a:solidFill>
                <a:latin typeface="Cascadia Mono" panose="020B0609020000020004" pitchFamily="49" charset="0"/>
              </a:rPr>
              <a:t>; </a:t>
            </a:r>
            <a:r>
              <a:rPr lang="en-GB" sz="1800" dirty="0">
                <a:solidFill>
                  <a:srgbClr val="0000FF"/>
                </a:solidFill>
                <a:latin typeface="Cascadia Mono" panose="020B0609020000020004" pitchFamily="49" charset="0"/>
              </a:rPr>
              <a:t>private</a:t>
            </a:r>
            <a:r>
              <a:rPr lang="en-GB" sz="1800" dirty="0">
                <a:solidFill>
                  <a:srgbClr val="000000"/>
                </a:solidFill>
                <a:latin typeface="Cascadia Mono" panose="020B0609020000020004" pitchFamily="49" charset="0"/>
              </a:rPr>
              <a:t> </a:t>
            </a:r>
            <a:r>
              <a:rPr lang="en-GB" sz="1800" dirty="0">
                <a:solidFill>
                  <a:srgbClr val="0000FF"/>
                </a:solidFill>
                <a:latin typeface="Cascadia Mono" panose="020B0609020000020004" pitchFamily="49" charset="0"/>
              </a:rPr>
              <a:t>set</a:t>
            </a:r>
            <a:r>
              <a:rPr lang="en-GB" sz="1800" dirty="0">
                <a:solidFill>
                  <a:srgbClr val="000000"/>
                </a:solidFill>
                <a:latin typeface="Cascadia Mono" panose="020B0609020000020004" pitchFamily="49" charset="0"/>
              </a:rPr>
              <a:t>; }</a:t>
            </a:r>
            <a:r>
              <a:rPr lang="en-GB" dirty="0">
                <a:solidFill>
                  <a:srgbClr val="000000"/>
                </a:solidFill>
                <a:latin typeface="Lucida Console" pitchFamily="49" charset="0"/>
              </a:rPr>
              <a:t>;</a:t>
            </a:r>
          </a:p>
          <a:p>
            <a:pPr defTabSz="739775" eaLnBrk="0" hangingPunct="0">
              <a:tabLst>
                <a:tab pos="341313" algn="l"/>
                <a:tab pos="690563" algn="l"/>
                <a:tab pos="1030288" algn="l"/>
                <a:tab pos="1371600" algn="l"/>
              </a:tabLst>
              <a:defRPr/>
            </a:pPr>
            <a:r>
              <a:rPr lang="en-GB" dirty="0">
                <a:solidFill>
                  <a:srgbClr val="000000"/>
                </a:solidFill>
                <a:latin typeface="Lucida Console" pitchFamily="49" charset="0"/>
              </a:rPr>
              <a:t>  </a:t>
            </a:r>
          </a:p>
          <a:p>
            <a:pPr defTabSz="739775" eaLnBrk="0" hangingPunct="0">
              <a:tabLst>
                <a:tab pos="341313" algn="l"/>
                <a:tab pos="690563" algn="l"/>
                <a:tab pos="1030288" algn="l"/>
                <a:tab pos="1371600" algn="l"/>
              </a:tabLst>
              <a:defRPr/>
            </a:pPr>
            <a:r>
              <a:rPr lang="en-GB" dirty="0">
                <a:solidFill>
                  <a:srgbClr val="000000"/>
                </a:solidFill>
                <a:latin typeface="Lucida Console" pitchFamily="49" charset="0"/>
              </a:rPr>
              <a:t>  </a:t>
            </a:r>
            <a:r>
              <a:rPr lang="en-GB" dirty="0">
                <a:solidFill>
                  <a:srgbClr val="0000C8"/>
                </a:solidFill>
                <a:latin typeface="Lucida Console" pitchFamily="49" charset="0"/>
              </a:rPr>
              <a:t>public</a:t>
            </a:r>
            <a:r>
              <a:rPr lang="en-GB" dirty="0">
                <a:solidFill>
                  <a:srgbClr val="000000"/>
                </a:solidFill>
                <a:latin typeface="Lucida Console" pitchFamily="49" charset="0"/>
              </a:rPr>
              <a:t> Car() {	</a:t>
            </a:r>
            <a:br>
              <a:rPr lang="en-GB" dirty="0">
                <a:solidFill>
                  <a:srgbClr val="000000"/>
                </a:solidFill>
                <a:latin typeface="Lucida Console" pitchFamily="49" charset="0"/>
              </a:rPr>
            </a:br>
            <a:r>
              <a:rPr lang="en-GB" dirty="0">
                <a:solidFill>
                  <a:srgbClr val="000000"/>
                </a:solidFill>
                <a:latin typeface="Lucida Console" pitchFamily="49" charset="0"/>
              </a:rPr>
              <a:t>     </a:t>
            </a:r>
            <a:r>
              <a:rPr lang="en-GB" b="1" dirty="0" err="1">
                <a:solidFill>
                  <a:srgbClr val="000000"/>
                </a:solidFill>
                <a:latin typeface="Lucida Console" pitchFamily="49" charset="0"/>
              </a:rPr>
              <a:t>yearOfCreation</a:t>
            </a:r>
            <a:r>
              <a:rPr lang="en-GB" dirty="0">
                <a:solidFill>
                  <a:srgbClr val="000000"/>
                </a:solidFill>
                <a:latin typeface="Lucida Console" pitchFamily="49" charset="0"/>
              </a:rPr>
              <a:t> = </a:t>
            </a:r>
            <a:r>
              <a:rPr lang="en-GB" dirty="0" err="1">
                <a:solidFill>
                  <a:srgbClr val="000000"/>
                </a:solidFill>
                <a:latin typeface="Lucida Console" pitchFamily="49" charset="0"/>
              </a:rPr>
              <a:t>DateTime.Now.Year</a:t>
            </a:r>
            <a:r>
              <a:rPr lang="en-GB" dirty="0">
                <a:solidFill>
                  <a:srgbClr val="000000"/>
                </a:solidFill>
                <a:latin typeface="Lucida Console" pitchFamily="49" charset="0"/>
              </a:rPr>
              <a:t>;</a:t>
            </a:r>
            <a:br>
              <a:rPr lang="en-GB" dirty="0">
                <a:solidFill>
                  <a:srgbClr val="000000"/>
                </a:solidFill>
                <a:latin typeface="Lucida Console" pitchFamily="49" charset="0"/>
              </a:rPr>
            </a:br>
            <a:r>
              <a:rPr lang="en-GB" dirty="0">
                <a:solidFill>
                  <a:srgbClr val="000000"/>
                </a:solidFill>
                <a:latin typeface="Lucida Console" pitchFamily="49" charset="0"/>
              </a:rPr>
              <a:t>  }</a:t>
            </a:r>
          </a:p>
          <a:p>
            <a:pPr defTabSz="739775" eaLnBrk="0" hangingPunct="0">
              <a:tabLst>
                <a:tab pos="341313" algn="l"/>
                <a:tab pos="690563" algn="l"/>
                <a:tab pos="1030288" algn="l"/>
                <a:tab pos="1371600" algn="l"/>
              </a:tabLst>
              <a:defRPr/>
            </a:pPr>
            <a:endParaRPr lang="en-GB" dirty="0">
              <a:solidFill>
                <a:srgbClr val="000000"/>
              </a:solidFill>
              <a:latin typeface="Lucida Console" pitchFamily="49" charset="0"/>
            </a:endParaRPr>
          </a:p>
          <a:p>
            <a:pPr defTabSz="739775" eaLnBrk="0" hangingPunct="0">
              <a:tabLst>
                <a:tab pos="341313" algn="l"/>
                <a:tab pos="690563" algn="l"/>
                <a:tab pos="1030288" algn="l"/>
                <a:tab pos="1371600" algn="l"/>
              </a:tabLst>
              <a:defRPr/>
            </a:pPr>
            <a:r>
              <a:rPr lang="en-GB" dirty="0">
                <a:solidFill>
                  <a:srgbClr val="000000"/>
                </a:solidFill>
                <a:latin typeface="Lucida Console" pitchFamily="49" charset="0"/>
              </a:rPr>
              <a:t>  </a:t>
            </a:r>
            <a:r>
              <a:rPr lang="en-GB" dirty="0">
                <a:solidFill>
                  <a:srgbClr val="0000C8"/>
                </a:solidFill>
                <a:latin typeface="Lucida Console" pitchFamily="49" charset="0"/>
              </a:rPr>
              <a:t>public</a:t>
            </a:r>
            <a:r>
              <a:rPr lang="en-GB" dirty="0">
                <a:solidFill>
                  <a:srgbClr val="000000"/>
                </a:solidFill>
                <a:latin typeface="Lucida Console" pitchFamily="49" charset="0"/>
              </a:rPr>
              <a:t> </a:t>
            </a:r>
            <a:r>
              <a:rPr lang="en-GB" sz="1800" dirty="0">
                <a:solidFill>
                  <a:srgbClr val="0000FF"/>
                </a:solidFill>
                <a:latin typeface="Cascadia Mono" panose="020B0609020000020004" pitchFamily="49" charset="0"/>
              </a:rPr>
              <a:t>void</a:t>
            </a:r>
            <a:r>
              <a:rPr lang="en-GB" sz="1800" dirty="0">
                <a:solidFill>
                  <a:srgbClr val="000000"/>
                </a:solidFill>
                <a:latin typeface="Cascadia Mono" panose="020B0609020000020004" pitchFamily="49" charset="0"/>
              </a:rPr>
              <a:t> </a:t>
            </a:r>
            <a:r>
              <a:rPr lang="en-GB" dirty="0" err="1">
                <a:solidFill>
                  <a:srgbClr val="000000"/>
                </a:solidFill>
                <a:latin typeface="Lucida Console" pitchFamily="49" charset="0"/>
              </a:rPr>
              <a:t>ChangeYearOfCreation</a:t>
            </a:r>
            <a:r>
              <a:rPr lang="en-GB" dirty="0">
                <a:solidFill>
                  <a:srgbClr val="000000"/>
                </a:solidFill>
                <a:latin typeface="Lucida Console" pitchFamily="49" charset="0"/>
              </a:rPr>
              <a:t>() {	</a:t>
            </a:r>
            <a:br>
              <a:rPr lang="en-GB" dirty="0">
                <a:solidFill>
                  <a:srgbClr val="000000"/>
                </a:solidFill>
                <a:latin typeface="Lucida Console" pitchFamily="49" charset="0"/>
              </a:rPr>
            </a:br>
            <a:endParaRPr lang="en-GB" dirty="0">
              <a:solidFill>
                <a:srgbClr val="000000"/>
              </a:solidFill>
              <a:latin typeface="Lucida Console" pitchFamily="49" charset="0"/>
            </a:endParaRPr>
          </a:p>
          <a:p>
            <a:pPr defTabSz="739775" eaLnBrk="0" hangingPunct="0">
              <a:tabLst>
                <a:tab pos="341313" algn="l"/>
                <a:tab pos="690563" algn="l"/>
                <a:tab pos="1030288" algn="l"/>
                <a:tab pos="1371600" algn="l"/>
              </a:tabLst>
              <a:defRPr/>
            </a:pPr>
            <a:r>
              <a:rPr lang="en-GB" dirty="0">
                <a:solidFill>
                  <a:srgbClr val="000000"/>
                </a:solidFill>
                <a:latin typeface="Lucida Console" pitchFamily="49" charset="0"/>
              </a:rPr>
              <a:t>     </a:t>
            </a:r>
            <a:r>
              <a:rPr lang="en-GB" b="1" dirty="0" err="1">
                <a:solidFill>
                  <a:srgbClr val="000000"/>
                </a:solidFill>
                <a:latin typeface="Lucida Console" pitchFamily="49" charset="0"/>
              </a:rPr>
              <a:t>yearOfCreation</a:t>
            </a:r>
            <a:r>
              <a:rPr lang="en-GB" b="1" dirty="0">
                <a:solidFill>
                  <a:srgbClr val="000000"/>
                </a:solidFill>
                <a:latin typeface="Lucida Console" pitchFamily="49" charset="0"/>
              </a:rPr>
              <a:t>++</a:t>
            </a:r>
            <a:r>
              <a:rPr lang="en-GB" dirty="0">
                <a:solidFill>
                  <a:srgbClr val="000000"/>
                </a:solidFill>
                <a:latin typeface="Lucida Console" pitchFamily="49" charset="0"/>
              </a:rPr>
              <a:t>; </a:t>
            </a:r>
            <a:r>
              <a:rPr lang="en-GB" sz="2000" b="1" dirty="0">
                <a:solidFill>
                  <a:schemeClr val="tx2">
                    <a:lumMod val="75000"/>
                  </a:schemeClr>
                </a:solidFill>
                <a:latin typeface="Lucida Console" pitchFamily="49" charset="0"/>
              </a:rPr>
              <a:t>✔</a:t>
            </a:r>
            <a:endParaRPr lang="en-GB" b="1" dirty="0">
              <a:solidFill>
                <a:schemeClr val="tx2">
                  <a:lumMod val="75000"/>
                </a:schemeClr>
              </a:solidFill>
              <a:latin typeface="Lucida Console" pitchFamily="49" charset="0"/>
            </a:endParaRPr>
          </a:p>
          <a:p>
            <a:pPr defTabSz="739775" eaLnBrk="0" hangingPunct="0">
              <a:tabLst>
                <a:tab pos="341313" algn="l"/>
                <a:tab pos="690563" algn="l"/>
                <a:tab pos="1030288" algn="l"/>
                <a:tab pos="1371600" algn="l"/>
              </a:tabLst>
              <a:defRPr/>
            </a:pPr>
            <a:r>
              <a:rPr lang="en-GB" dirty="0">
                <a:solidFill>
                  <a:srgbClr val="000000"/>
                </a:solidFill>
                <a:latin typeface="Lucida Console" pitchFamily="49" charset="0"/>
              </a:rPr>
              <a:t>  }</a:t>
            </a:r>
          </a:p>
          <a:p>
            <a:pPr defTabSz="739775" eaLnBrk="0" hangingPunct="0">
              <a:tabLst>
                <a:tab pos="341313" algn="l"/>
                <a:tab pos="690563" algn="l"/>
                <a:tab pos="1030288" algn="l"/>
                <a:tab pos="1371600" algn="l"/>
              </a:tabLst>
              <a:defRPr/>
            </a:pPr>
            <a:r>
              <a:rPr lang="en-GB" dirty="0">
                <a:solidFill>
                  <a:srgbClr val="000000"/>
                </a:solidFill>
                <a:latin typeface="Lucida Console" pitchFamily="49" charset="0"/>
              </a:rPr>
              <a:t>}</a:t>
            </a:r>
            <a:endParaRPr lang="en-GB" dirty="0">
              <a:solidFill>
                <a:srgbClr val="008000"/>
              </a:solidFill>
              <a:latin typeface="Lucida Console" pitchFamily="49" charset="0"/>
            </a:endParaRPr>
          </a:p>
        </p:txBody>
      </p:sp>
      <p:sp>
        <p:nvSpPr>
          <p:cNvPr id="3" name="Speech Bubble: Rectangle with Corners Rounded 2">
            <a:extLst>
              <a:ext uri="{FF2B5EF4-FFF2-40B4-BE49-F238E27FC236}">
                <a16:creationId xmlns:a16="http://schemas.microsoft.com/office/drawing/2014/main" id="{D8813153-43FF-9738-5CDE-7FE8E0528A69}"/>
              </a:ext>
            </a:extLst>
          </p:cNvPr>
          <p:cNvSpPr/>
          <p:nvPr/>
        </p:nvSpPr>
        <p:spPr>
          <a:xfrm>
            <a:off x="7120177" y="3058160"/>
            <a:ext cx="3629103" cy="481861"/>
          </a:xfrm>
          <a:prstGeom prst="wedgeRoundRectCallout">
            <a:avLst>
              <a:gd name="adj1" fmla="val -58193"/>
              <a:gd name="adj2" fmla="val 27083"/>
              <a:gd name="adj3" fmla="val 16667"/>
            </a:avLst>
          </a:prstGeom>
          <a:solidFill>
            <a:schemeClr val="tx2"/>
          </a:soli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b="1" dirty="0">
                <a:solidFill>
                  <a:schemeClr val="tx1"/>
                </a:solidFill>
              </a:rPr>
              <a:t>Constructors can change the value</a:t>
            </a:r>
          </a:p>
        </p:txBody>
      </p:sp>
      <p:sp>
        <p:nvSpPr>
          <p:cNvPr id="5" name="Speech Bubble: Rectangle with Corners Rounded 4">
            <a:extLst>
              <a:ext uri="{FF2B5EF4-FFF2-40B4-BE49-F238E27FC236}">
                <a16:creationId xmlns:a16="http://schemas.microsoft.com/office/drawing/2014/main" id="{9F0B986F-BC6A-5714-2B59-7EEE35B61505}"/>
              </a:ext>
            </a:extLst>
          </p:cNvPr>
          <p:cNvSpPr/>
          <p:nvPr/>
        </p:nvSpPr>
        <p:spPr>
          <a:xfrm>
            <a:off x="5088177" y="4602480"/>
            <a:ext cx="2948383" cy="481861"/>
          </a:xfrm>
          <a:prstGeom prst="wedgeRoundRectCallout">
            <a:avLst>
              <a:gd name="adj1" fmla="val -58538"/>
              <a:gd name="adj2" fmla="val -21412"/>
              <a:gd name="adj3" fmla="val 16667"/>
            </a:avLst>
          </a:prstGeom>
          <a:solidFill>
            <a:schemeClr val="tx2"/>
          </a:soli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b="1" dirty="0">
                <a:solidFill>
                  <a:schemeClr val="tx1"/>
                </a:solidFill>
              </a:rPr>
              <a:t>Or any method in the class</a:t>
            </a:r>
          </a:p>
        </p:txBody>
      </p:sp>
    </p:spTree>
    <p:extLst>
      <p:ext uri="{BB962C8B-B14F-4D97-AF65-F5344CB8AC3E}">
        <p14:creationId xmlns:p14="http://schemas.microsoft.com/office/powerpoint/2010/main" val="28989365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pPr eaLnBrk="1" hangingPunct="1"/>
            <a:r>
              <a:rPr lang="en-GB" dirty="0"/>
              <a:t>Creating constant values</a:t>
            </a:r>
          </a:p>
        </p:txBody>
      </p:sp>
      <p:sp>
        <p:nvSpPr>
          <p:cNvPr id="863237" name="Rectangle 5"/>
          <p:cNvSpPr>
            <a:spLocks noChangeArrowheads="1"/>
          </p:cNvSpPr>
          <p:nvPr/>
        </p:nvSpPr>
        <p:spPr bwMode="auto">
          <a:xfrm>
            <a:off x="1040667" y="1515118"/>
            <a:ext cx="10043343" cy="3829253"/>
          </a:xfrm>
          <a:prstGeom prst="rect">
            <a:avLst/>
          </a:prstGeom>
          <a:solidFill>
            <a:schemeClr val="accent5">
              <a:lumMod val="20000"/>
              <a:lumOff val="80000"/>
            </a:schemeClr>
          </a:solidFill>
          <a:ln w="19050">
            <a:noFill/>
            <a:miter lim="800000"/>
            <a:headEnd/>
            <a:tailEnd/>
          </a:ln>
          <a:effectLst>
            <a:outerShdw blurRad="50800" dist="38100" algn="l" rotWithShape="0">
              <a:prstClr val="black">
                <a:alpha val="40000"/>
              </a:prstClr>
            </a:outerShdw>
          </a:effectLst>
        </p:spPr>
        <p:txBody>
          <a:bodyPr wrap="square" lIns="90488" tIns="44450" rIns="90488" bIns="44450">
            <a:spAutoFit/>
          </a:bodyPr>
          <a:lstStyle/>
          <a:p>
            <a:pPr defTabSz="739775" eaLnBrk="0" hangingPunct="0">
              <a:tabLst>
                <a:tab pos="341313" algn="l"/>
                <a:tab pos="690563" algn="l"/>
                <a:tab pos="1030288" algn="l"/>
                <a:tab pos="1371600" algn="l"/>
              </a:tabLst>
              <a:defRPr/>
            </a:pPr>
            <a:r>
              <a:rPr lang="en-GB" dirty="0">
                <a:solidFill>
                  <a:srgbClr val="0000C8"/>
                </a:solidFill>
                <a:latin typeface="Lucida Console" pitchFamily="49" charset="0"/>
              </a:rPr>
              <a:t>public class</a:t>
            </a:r>
            <a:r>
              <a:rPr lang="en-GB" dirty="0">
                <a:solidFill>
                  <a:srgbClr val="000000"/>
                </a:solidFill>
                <a:latin typeface="Lucida Console" pitchFamily="49" charset="0"/>
              </a:rPr>
              <a:t> Product {</a:t>
            </a:r>
          </a:p>
          <a:p>
            <a:pPr defTabSz="739775" eaLnBrk="0" hangingPunct="0">
              <a:tabLst>
                <a:tab pos="341313" algn="l"/>
                <a:tab pos="690563" algn="l"/>
                <a:tab pos="1030288" algn="l"/>
                <a:tab pos="1371600" algn="l"/>
              </a:tabLst>
              <a:defRPr/>
            </a:pPr>
            <a:endParaRPr lang="en-GB" dirty="0">
              <a:solidFill>
                <a:srgbClr val="000000"/>
              </a:solidFill>
              <a:latin typeface="Lucida Console" pitchFamily="49" charset="0"/>
            </a:endParaRPr>
          </a:p>
          <a:p>
            <a:pPr defTabSz="739775" eaLnBrk="0" hangingPunct="0">
              <a:tabLst>
                <a:tab pos="341313" algn="l"/>
                <a:tab pos="690563" algn="l"/>
                <a:tab pos="1030288" algn="l"/>
                <a:tab pos="1371600" algn="l"/>
              </a:tabLst>
              <a:defRPr/>
            </a:pPr>
            <a:r>
              <a:rPr lang="en-GB" dirty="0">
                <a:solidFill>
                  <a:srgbClr val="000000"/>
                </a:solidFill>
                <a:latin typeface="Lucida Console" pitchFamily="49" charset="0"/>
              </a:rPr>
              <a:t>  </a:t>
            </a:r>
            <a:r>
              <a:rPr lang="en-GB" dirty="0">
                <a:solidFill>
                  <a:srgbClr val="0000C8"/>
                </a:solidFill>
                <a:latin typeface="Lucida Console" pitchFamily="49" charset="0"/>
              </a:rPr>
              <a:t>public </a:t>
            </a:r>
            <a:r>
              <a:rPr lang="en-GB" sz="1800" dirty="0" err="1">
                <a:solidFill>
                  <a:srgbClr val="0000FF"/>
                </a:solidFill>
                <a:latin typeface="Cascadia Mono" panose="020B0609020000020004" pitchFamily="49" charset="0"/>
              </a:rPr>
              <a:t>const</a:t>
            </a:r>
            <a:r>
              <a:rPr lang="en-GB" dirty="0">
                <a:solidFill>
                  <a:srgbClr val="FA3200"/>
                </a:solidFill>
                <a:latin typeface="Lucida Console" pitchFamily="49" charset="0"/>
              </a:rPr>
              <a:t> </a:t>
            </a:r>
            <a:r>
              <a:rPr lang="en-GB" dirty="0">
                <a:solidFill>
                  <a:srgbClr val="000000"/>
                </a:solidFill>
                <a:latin typeface="Lucida Console" pitchFamily="49" charset="0"/>
              </a:rPr>
              <a:t>double </a:t>
            </a:r>
            <a:r>
              <a:rPr lang="en-GB" b="1" dirty="0">
                <a:solidFill>
                  <a:srgbClr val="000000"/>
                </a:solidFill>
                <a:latin typeface="Lucida Console" pitchFamily="49" charset="0"/>
              </a:rPr>
              <a:t>DISCOUNT</a:t>
            </a:r>
            <a:r>
              <a:rPr lang="en-GB" dirty="0">
                <a:solidFill>
                  <a:srgbClr val="000000"/>
                </a:solidFill>
                <a:latin typeface="Lucida Console" pitchFamily="49" charset="0"/>
              </a:rPr>
              <a:t> = 0.1;</a:t>
            </a:r>
          </a:p>
          <a:p>
            <a:pPr defTabSz="739775" eaLnBrk="0" hangingPunct="0">
              <a:tabLst>
                <a:tab pos="341313" algn="l"/>
                <a:tab pos="690563" algn="l"/>
                <a:tab pos="1030288" algn="l"/>
                <a:tab pos="1371600" algn="l"/>
              </a:tabLst>
              <a:defRPr/>
            </a:pPr>
            <a:endParaRPr lang="en-GB" dirty="0">
              <a:solidFill>
                <a:srgbClr val="000000"/>
              </a:solidFill>
              <a:latin typeface="Lucida Console" pitchFamily="49" charset="0"/>
            </a:endParaRPr>
          </a:p>
          <a:p>
            <a:pPr defTabSz="739775" eaLnBrk="0" hangingPunct="0">
              <a:tabLst>
                <a:tab pos="341313" algn="l"/>
                <a:tab pos="690563" algn="l"/>
                <a:tab pos="1030288" algn="l"/>
                <a:tab pos="1371600" algn="l"/>
              </a:tabLst>
              <a:defRPr/>
            </a:pPr>
            <a:r>
              <a:rPr lang="en-GB" dirty="0">
                <a:solidFill>
                  <a:srgbClr val="000000"/>
                </a:solidFill>
                <a:latin typeface="Lucida Console" pitchFamily="49" charset="0"/>
              </a:rPr>
              <a:t>❌  </a:t>
            </a:r>
            <a:r>
              <a:rPr lang="en-GB" dirty="0">
                <a:solidFill>
                  <a:srgbClr val="0000C8"/>
                </a:solidFill>
                <a:latin typeface="Lucida Console" pitchFamily="49" charset="0"/>
              </a:rPr>
              <a:t>public </a:t>
            </a:r>
            <a:r>
              <a:rPr lang="en-GB" sz="1800" dirty="0" err="1">
                <a:solidFill>
                  <a:srgbClr val="0000FF"/>
                </a:solidFill>
                <a:latin typeface="Cascadia Mono" panose="020B0609020000020004" pitchFamily="49" charset="0"/>
              </a:rPr>
              <a:t>const</a:t>
            </a:r>
            <a:r>
              <a:rPr lang="en-GB" dirty="0">
                <a:solidFill>
                  <a:srgbClr val="FA3200"/>
                </a:solidFill>
                <a:latin typeface="Lucida Console" pitchFamily="49" charset="0"/>
              </a:rPr>
              <a:t> </a:t>
            </a:r>
            <a:r>
              <a:rPr lang="en-GB" dirty="0">
                <a:solidFill>
                  <a:srgbClr val="000000"/>
                </a:solidFill>
                <a:latin typeface="Lucida Console" pitchFamily="49" charset="0"/>
              </a:rPr>
              <a:t>double RATE = </a:t>
            </a:r>
            <a:r>
              <a:rPr lang="en-GB" dirty="0" err="1">
                <a:solidFill>
                  <a:srgbClr val="000000"/>
                </a:solidFill>
                <a:latin typeface="Lucida Console" pitchFamily="49" charset="0"/>
              </a:rPr>
              <a:t>getRate</a:t>
            </a:r>
            <a:r>
              <a:rPr lang="en-GB" dirty="0">
                <a:solidFill>
                  <a:srgbClr val="000000"/>
                </a:solidFill>
                <a:latin typeface="Lucida Console" pitchFamily="49" charset="0"/>
              </a:rPr>
              <a:t>();  </a:t>
            </a:r>
          </a:p>
          <a:p>
            <a:pPr defTabSz="739775" eaLnBrk="0" hangingPunct="0">
              <a:tabLst>
                <a:tab pos="341313" algn="l"/>
                <a:tab pos="690563" algn="l"/>
                <a:tab pos="1030288" algn="l"/>
                <a:tab pos="1371600" algn="l"/>
              </a:tabLst>
              <a:defRPr/>
            </a:pPr>
            <a:endParaRPr lang="en-GB" dirty="0">
              <a:solidFill>
                <a:srgbClr val="000000"/>
              </a:solidFill>
              <a:latin typeface="Lucida Console" pitchFamily="49" charset="0"/>
            </a:endParaRPr>
          </a:p>
          <a:p>
            <a:pPr defTabSz="739775" eaLnBrk="0" hangingPunct="0">
              <a:tabLst>
                <a:tab pos="341313" algn="l"/>
                <a:tab pos="690563" algn="l"/>
                <a:tab pos="1030288" algn="l"/>
                <a:tab pos="1371600" algn="l"/>
              </a:tabLst>
              <a:defRPr/>
            </a:pPr>
            <a:endParaRPr lang="en-GB" dirty="0">
              <a:solidFill>
                <a:srgbClr val="000000"/>
              </a:solidFill>
              <a:latin typeface="Lucida Console" pitchFamily="49" charset="0"/>
            </a:endParaRPr>
          </a:p>
          <a:p>
            <a:pPr defTabSz="739775" eaLnBrk="0" hangingPunct="0">
              <a:lnSpc>
                <a:spcPct val="150000"/>
              </a:lnSpc>
              <a:tabLst>
                <a:tab pos="341313" algn="l"/>
                <a:tab pos="690563" algn="l"/>
                <a:tab pos="1030288" algn="l"/>
                <a:tab pos="1371600" algn="l"/>
              </a:tabLst>
              <a:defRPr/>
            </a:pPr>
            <a:r>
              <a:rPr lang="en-GB" dirty="0">
                <a:solidFill>
                  <a:srgbClr val="000000"/>
                </a:solidFill>
                <a:latin typeface="Lucida Console" pitchFamily="49" charset="0"/>
              </a:rPr>
              <a:t>  </a:t>
            </a:r>
            <a:r>
              <a:rPr lang="en-GB" dirty="0">
                <a:solidFill>
                  <a:srgbClr val="0000C8"/>
                </a:solidFill>
                <a:latin typeface="Lucida Console" pitchFamily="49" charset="0"/>
              </a:rPr>
              <a:t>public</a:t>
            </a:r>
            <a:r>
              <a:rPr lang="en-GB" dirty="0">
                <a:solidFill>
                  <a:srgbClr val="000000"/>
                </a:solidFill>
                <a:latin typeface="Lucida Console" pitchFamily="49" charset="0"/>
              </a:rPr>
              <a:t> Product() {	</a:t>
            </a:r>
            <a:br>
              <a:rPr lang="en-GB" dirty="0">
                <a:solidFill>
                  <a:srgbClr val="000000"/>
                </a:solidFill>
                <a:latin typeface="Lucida Console" pitchFamily="49" charset="0"/>
              </a:rPr>
            </a:br>
            <a:r>
              <a:rPr lang="en-GB" dirty="0">
                <a:solidFill>
                  <a:srgbClr val="000000"/>
                </a:solidFill>
                <a:latin typeface="Lucida Console" pitchFamily="49" charset="0"/>
              </a:rPr>
              <a:t> 		</a:t>
            </a:r>
            <a:r>
              <a:rPr lang="en-GB" b="1" dirty="0">
                <a:solidFill>
                  <a:srgbClr val="000000"/>
                </a:solidFill>
                <a:latin typeface="Lucida Console" pitchFamily="49" charset="0"/>
              </a:rPr>
              <a:t>DISCOUNT</a:t>
            </a:r>
            <a:r>
              <a:rPr lang="en-GB" dirty="0">
                <a:solidFill>
                  <a:srgbClr val="000000"/>
                </a:solidFill>
                <a:latin typeface="Lucida Console" pitchFamily="49" charset="0"/>
              </a:rPr>
              <a:t> = 0.15; ❌</a:t>
            </a:r>
            <a:br>
              <a:rPr lang="en-GB" dirty="0">
                <a:solidFill>
                  <a:srgbClr val="000000"/>
                </a:solidFill>
                <a:latin typeface="Lucida Console" pitchFamily="49" charset="0"/>
              </a:rPr>
            </a:br>
            <a:r>
              <a:rPr lang="en-GB" dirty="0">
                <a:solidFill>
                  <a:srgbClr val="000000"/>
                </a:solidFill>
                <a:latin typeface="Lucida Console" pitchFamily="49" charset="0"/>
              </a:rPr>
              <a:t>  }</a:t>
            </a:r>
          </a:p>
          <a:p>
            <a:pPr defTabSz="739775" eaLnBrk="0" hangingPunct="0">
              <a:tabLst>
                <a:tab pos="341313" algn="l"/>
                <a:tab pos="690563" algn="l"/>
                <a:tab pos="1030288" algn="l"/>
                <a:tab pos="1371600" algn="l"/>
              </a:tabLst>
              <a:defRPr/>
            </a:pPr>
            <a:endParaRPr lang="en-GB" dirty="0">
              <a:solidFill>
                <a:srgbClr val="000000"/>
              </a:solidFill>
              <a:latin typeface="Lucida Console" pitchFamily="49" charset="0"/>
            </a:endParaRPr>
          </a:p>
          <a:p>
            <a:pPr defTabSz="739775" eaLnBrk="0" hangingPunct="0">
              <a:tabLst>
                <a:tab pos="341313" algn="l"/>
                <a:tab pos="690563" algn="l"/>
                <a:tab pos="1030288" algn="l"/>
                <a:tab pos="1371600" algn="l"/>
              </a:tabLst>
              <a:defRPr/>
            </a:pPr>
            <a:r>
              <a:rPr lang="en-GB" dirty="0">
                <a:solidFill>
                  <a:srgbClr val="000000"/>
                </a:solidFill>
                <a:latin typeface="Lucida Console" pitchFamily="49" charset="0"/>
              </a:rPr>
              <a:t>}</a:t>
            </a:r>
            <a:endParaRPr lang="en-GB" dirty="0">
              <a:solidFill>
                <a:srgbClr val="008000"/>
              </a:solidFill>
              <a:latin typeface="Lucida Console" pitchFamily="49" charset="0"/>
            </a:endParaRPr>
          </a:p>
        </p:txBody>
      </p:sp>
      <p:sp>
        <p:nvSpPr>
          <p:cNvPr id="3" name="Speech Bubble: Rectangle with Corners Rounded 2">
            <a:extLst>
              <a:ext uri="{FF2B5EF4-FFF2-40B4-BE49-F238E27FC236}">
                <a16:creationId xmlns:a16="http://schemas.microsoft.com/office/drawing/2014/main" id="{D8813153-43FF-9738-5CDE-7FE8E0528A69}"/>
              </a:ext>
            </a:extLst>
          </p:cNvPr>
          <p:cNvSpPr/>
          <p:nvPr/>
        </p:nvSpPr>
        <p:spPr>
          <a:xfrm>
            <a:off x="5063509" y="3647440"/>
            <a:ext cx="4817503" cy="398705"/>
          </a:xfrm>
          <a:prstGeom prst="wedgeRoundRectCallout">
            <a:avLst>
              <a:gd name="adj1" fmla="val -58193"/>
              <a:gd name="adj2" fmla="val 27083"/>
              <a:gd name="adj3" fmla="val 16667"/>
            </a:avLst>
          </a:prstGeom>
          <a:solidFill>
            <a:schemeClr val="tx2"/>
          </a:soli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b="1" dirty="0">
                <a:solidFill>
                  <a:schemeClr val="tx1"/>
                </a:solidFill>
              </a:rPr>
              <a:t>Not even a constructor can change the value</a:t>
            </a:r>
          </a:p>
        </p:txBody>
      </p:sp>
      <p:sp>
        <p:nvSpPr>
          <p:cNvPr id="6" name="Speech Bubble: Rectangle with Corners Rounded 5">
            <a:extLst>
              <a:ext uri="{FF2B5EF4-FFF2-40B4-BE49-F238E27FC236}">
                <a16:creationId xmlns:a16="http://schemas.microsoft.com/office/drawing/2014/main" id="{549C766B-CD33-DA3B-1739-65CA649AF2BA}"/>
              </a:ext>
            </a:extLst>
          </p:cNvPr>
          <p:cNvSpPr/>
          <p:nvPr/>
        </p:nvSpPr>
        <p:spPr>
          <a:xfrm>
            <a:off x="6661070" y="2049412"/>
            <a:ext cx="4248543" cy="398705"/>
          </a:xfrm>
          <a:prstGeom prst="wedgeRoundRectCallout">
            <a:avLst>
              <a:gd name="adj1" fmla="val -58432"/>
              <a:gd name="adj2" fmla="val -17830"/>
              <a:gd name="adj3" fmla="val 16667"/>
            </a:avLst>
          </a:prstGeom>
          <a:solidFill>
            <a:schemeClr val="tx2"/>
          </a:soli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b="1" dirty="0">
                <a:solidFill>
                  <a:schemeClr val="tx1"/>
                </a:solidFill>
              </a:rPr>
              <a:t>Value can only be set during declaration</a:t>
            </a:r>
          </a:p>
        </p:txBody>
      </p:sp>
      <p:sp>
        <p:nvSpPr>
          <p:cNvPr id="7" name="Speech Bubble: Rectangle with Corners Rounded 6">
            <a:extLst>
              <a:ext uri="{FF2B5EF4-FFF2-40B4-BE49-F238E27FC236}">
                <a16:creationId xmlns:a16="http://schemas.microsoft.com/office/drawing/2014/main" id="{E3081A52-768D-2BAB-ABF5-BDAD46305C26}"/>
              </a:ext>
            </a:extLst>
          </p:cNvPr>
          <p:cNvSpPr/>
          <p:nvPr/>
        </p:nvSpPr>
        <p:spPr>
          <a:xfrm>
            <a:off x="7141092" y="2682239"/>
            <a:ext cx="3029343" cy="398705"/>
          </a:xfrm>
          <a:prstGeom prst="wedgeRoundRectCallout">
            <a:avLst>
              <a:gd name="adj1" fmla="val -58432"/>
              <a:gd name="adj2" fmla="val -17830"/>
              <a:gd name="adj3" fmla="val 16667"/>
            </a:avLst>
          </a:prstGeom>
          <a:solidFill>
            <a:schemeClr val="accent4">
              <a:lumMod val="40000"/>
              <a:lumOff val="60000"/>
            </a:schemeClr>
          </a:soli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b="1" dirty="0">
                <a:solidFill>
                  <a:schemeClr val="tx1"/>
                </a:solidFill>
              </a:rPr>
              <a:t>Has to be a constant value</a:t>
            </a:r>
          </a:p>
        </p:txBody>
      </p:sp>
    </p:spTree>
    <p:extLst>
      <p:ext uri="{BB962C8B-B14F-4D97-AF65-F5344CB8AC3E}">
        <p14:creationId xmlns:p14="http://schemas.microsoft.com/office/powerpoint/2010/main" val="27539195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1"/>
          </p:nvPr>
        </p:nvSpPr>
        <p:spPr/>
        <p:txBody>
          <a:bodyPr vert="horz" lIns="0" tIns="0" rIns="0" bIns="0" rtlCol="0" anchor="t" anchorCtr="0">
            <a:noAutofit/>
          </a:bodyPr>
          <a:lstStyle/>
          <a:p>
            <a:r>
              <a:rPr lang="en-GB" b="1" dirty="0"/>
              <a:t>Type members are either:</a:t>
            </a:r>
          </a:p>
          <a:p>
            <a:pPr marL="342900" lvl="1" indent="-342900">
              <a:spcAft>
                <a:spcPts val="650"/>
              </a:spcAft>
              <a:buSzPct val="115000"/>
            </a:pPr>
            <a:r>
              <a:rPr lang="en-GB" dirty="0"/>
              <a:t>static (belong to type itself)</a:t>
            </a:r>
          </a:p>
          <a:p>
            <a:pPr marL="684000" lvl="2" indent="-342900">
              <a:buSzPct val="115000"/>
            </a:pPr>
            <a:r>
              <a:rPr lang="en-GB" dirty="0"/>
              <a:t>Always accessed via Type name</a:t>
            </a:r>
          </a:p>
          <a:p>
            <a:pPr marL="684000" lvl="2" indent="-342900">
              <a:buSzPct val="115000"/>
            </a:pPr>
            <a:r>
              <a:rPr lang="en-GB" dirty="0"/>
              <a:t>No instance needed to use them</a:t>
            </a:r>
          </a:p>
          <a:p>
            <a:pPr marL="342900" lvl="2" indent="-342900">
              <a:buSzPct val="115000"/>
            </a:pPr>
            <a:endParaRPr lang="en-GB" dirty="0"/>
          </a:p>
          <a:p>
            <a:pPr marL="342900" lvl="1" indent="-342900">
              <a:spcAft>
                <a:spcPts val="650"/>
              </a:spcAft>
              <a:buSzPct val="115000"/>
            </a:pPr>
            <a:endParaRPr lang="en-GB" dirty="0"/>
          </a:p>
        </p:txBody>
      </p:sp>
      <p:sp>
        <p:nvSpPr>
          <p:cNvPr id="857093" name="Rectangle 5"/>
          <p:cNvSpPr>
            <a:spLocks noChangeArrowheads="1"/>
          </p:cNvSpPr>
          <p:nvPr/>
        </p:nvSpPr>
        <p:spPr bwMode="auto">
          <a:xfrm>
            <a:off x="6792833" y="2220180"/>
            <a:ext cx="3339218" cy="366767"/>
          </a:xfrm>
          <a:prstGeom prst="rect">
            <a:avLst/>
          </a:prstGeom>
          <a:solidFill>
            <a:srgbClr val="28CFF9">
              <a:alpha val="50000"/>
            </a:srgbClr>
          </a:solidFill>
          <a:ln w="12700">
            <a:noFill/>
            <a:miter lim="800000"/>
            <a:headEnd/>
            <a:tailEnd/>
          </a:ln>
          <a:effectLst>
            <a:outerShdw dist="71842" dir="2700000" algn="ctr" rotWithShape="0">
              <a:schemeClr val="bg2"/>
            </a:outerShdw>
          </a:effectLst>
        </p:spPr>
        <p:txBody>
          <a:bodyPr wrap="square" lIns="90488" tIns="44450" rIns="90488" bIns="44450">
            <a:spAutoFit/>
          </a:bodyPr>
          <a:lstStyle/>
          <a:p>
            <a:pPr defTabSz="739775" eaLnBrk="0" hangingPunct="0">
              <a:tabLst>
                <a:tab pos="341313" algn="l"/>
                <a:tab pos="690563" algn="l"/>
                <a:tab pos="1030288" algn="l"/>
                <a:tab pos="1371600" algn="l"/>
              </a:tabLst>
              <a:defRPr/>
            </a:pPr>
            <a:r>
              <a:rPr lang="en-GB" dirty="0" err="1">
                <a:solidFill>
                  <a:srgbClr val="FF0000"/>
                </a:solidFill>
                <a:latin typeface="Lucida Console" pitchFamily="49" charset="0"/>
              </a:rPr>
              <a:t>Math.Pow</a:t>
            </a:r>
            <a:r>
              <a:rPr lang="en-GB" dirty="0">
                <a:solidFill>
                  <a:srgbClr val="000000"/>
                </a:solidFill>
                <a:latin typeface="Lucida Console" pitchFamily="49" charset="0"/>
              </a:rPr>
              <a:t>(2,3);</a:t>
            </a:r>
          </a:p>
        </p:txBody>
      </p:sp>
      <p:pic>
        <p:nvPicPr>
          <p:cNvPr id="6" name="Picture 2" descr="Reviews - Web Sites: Recommended - Research Guides at Thrift Library">
            <a:extLst>
              <a:ext uri="{FF2B5EF4-FFF2-40B4-BE49-F238E27FC236}">
                <a16:creationId xmlns:a16="http://schemas.microsoft.com/office/drawing/2014/main" id="{88BA6253-5D2C-65B5-FCA0-68AA231D9FC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8062" y="218981"/>
            <a:ext cx="2251845" cy="22518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355452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GB" dirty="0"/>
              <a:t>Lab</a:t>
            </a:r>
            <a:endParaRPr lang="en-IN" dirty="0"/>
          </a:p>
        </p:txBody>
      </p:sp>
      <p:sp>
        <p:nvSpPr>
          <p:cNvPr id="4" name="Text Placeholder 3"/>
          <p:cNvSpPr>
            <a:spLocks noGrp="1"/>
          </p:cNvSpPr>
          <p:nvPr>
            <p:ph type="body" sz="quarter" idx="15"/>
          </p:nvPr>
        </p:nvSpPr>
        <p:spPr>
          <a:xfrm>
            <a:off x="4935538" y="678901"/>
            <a:ext cx="6565582" cy="4094163"/>
          </a:xfrm>
        </p:spPr>
        <p:txBody>
          <a:bodyPr/>
          <a:lstStyle/>
          <a:p>
            <a:pPr marL="342900" lvl="1" indent="-342900">
              <a:buSzPct val="115000"/>
            </a:pPr>
            <a:endParaRPr lang="en-GB" dirty="0"/>
          </a:p>
          <a:p>
            <a:pPr marL="342900" indent="-342900">
              <a:buChar char="•"/>
            </a:pPr>
            <a:endParaRPr lang="en-IN" b="1" dirty="0"/>
          </a:p>
          <a:p>
            <a:endParaRPr lang="en-IN" dirty="0"/>
          </a:p>
        </p:txBody>
      </p:sp>
      <p:graphicFrame>
        <p:nvGraphicFramePr>
          <p:cNvPr id="5" name="Text Placeholder 1">
            <a:extLst>
              <a:ext uri="{FF2B5EF4-FFF2-40B4-BE49-F238E27FC236}">
                <a16:creationId xmlns:a16="http://schemas.microsoft.com/office/drawing/2014/main" id="{F7B8000D-0CDD-BC6F-88D7-8B180D9ADC47}"/>
              </a:ext>
            </a:extLst>
          </p:cNvPr>
          <p:cNvGraphicFramePr/>
          <p:nvPr>
            <p:extLst>
              <p:ext uri="{D42A27DB-BD31-4B8C-83A1-F6EECF244321}">
                <p14:modId xmlns:p14="http://schemas.microsoft.com/office/powerpoint/2010/main" val="1137363097"/>
              </p:ext>
            </p:extLst>
          </p:nvPr>
        </p:nvGraphicFramePr>
        <p:xfrm>
          <a:off x="4419600" y="508001"/>
          <a:ext cx="6969760" cy="493775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18148506"/>
      </p:ext>
    </p:extLst>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_2" val="861ba5a240904b86632099fc56e12dead204a13"/>
</p:tagLst>
</file>

<file path=ppt/theme/theme1.xml><?xml version="1.0" encoding="utf-8"?>
<a:theme xmlns:a="http://schemas.openxmlformats.org/drawingml/2006/main" name="Master">
  <a:themeElements>
    <a:clrScheme name="QA Branding Custom Colour Set">
      <a:dk1>
        <a:srgbClr val="004050"/>
      </a:dk1>
      <a:lt1>
        <a:srgbClr val="FFFFFF"/>
      </a:lt1>
      <a:dk2>
        <a:srgbClr val="00EDB5"/>
      </a:dk2>
      <a:lt2>
        <a:srgbClr val="FFFFFF"/>
      </a:lt2>
      <a:accent1>
        <a:srgbClr val="004050"/>
      </a:accent1>
      <a:accent2>
        <a:srgbClr val="00EDB5"/>
      </a:accent2>
      <a:accent3>
        <a:srgbClr val="7F007D"/>
      </a:accent3>
      <a:accent4>
        <a:srgbClr val="FF004C"/>
      </a:accent4>
      <a:accent5>
        <a:srgbClr val="F8D237"/>
      </a:accent5>
      <a:accent6>
        <a:srgbClr val="F3612C"/>
      </a:accent6>
      <a:hlink>
        <a:srgbClr val="004050"/>
      </a:hlink>
      <a:folHlink>
        <a:srgbClr val="00EDB5"/>
      </a:folHlink>
    </a:clrScheme>
    <a:fontScheme name="QA Brand Fonts 2019">
      <a:majorFont>
        <a:latin typeface="Krana Fat B"/>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bodyPr vert="horz" lIns="0" tIns="0" rIns="0" bIns="0" rtlCol="0" anchor="t" anchorCtr="0">
        <a:normAutofit/>
      </a:bodyPr>
      <a:lstStyle>
        <a:defPPr algn="l">
          <a:defRPr smtClean="0"/>
        </a:defPPr>
      </a:lstStyle>
    </a:txDef>
  </a:objectDefaults>
  <a:extraClrSchemeLst/>
  <a:extLst>
    <a:ext uri="{05A4C25C-085E-4340-85A3-A5531E510DB2}">
      <thm15:themeFamily xmlns:thm15="http://schemas.microsoft.com/office/thememl/2012/main" name="Trainer Slidedeck Template DRAFT v0.1" id="{7AC1CA74-4441-42CA-9897-72DF6ED83A1A}" vid="{6017FA94-E546-4DB4-BF25-6AABB84AA04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Courseware" ma:contentTypeID="0x010100F0967B7CEE8D417F966757887D9466FB00B3EF5B1D149FDF49B1880C030D548140" ma:contentTypeVersion="0" ma:contentTypeDescription="Base content type which represents courseware documents" ma:contentTypeScope="" ma:versionID="ab0d7ca79e0ea5a537b031f986da336c">
  <xsd:schema xmlns:xsd="http://www.w3.org/2001/XMLSchema" xmlns:xs="http://www.w3.org/2001/XMLSchema" xmlns:p="http://schemas.microsoft.com/office/2006/metadata/properties" xmlns:ns2="6794D9DE-4FDF-4DC0-8B2C-5438320C69D5" targetNamespace="http://schemas.microsoft.com/office/2006/metadata/properties" ma:root="true" ma:fieldsID="7ff8e7c62cc10108c036e94c947d8fb9" ns2:_="">
    <xsd:import namespace="6794D9DE-4FDF-4DC0-8B2C-5438320C69D5"/>
    <xsd:element name="properties">
      <xsd:complexType>
        <xsd:sequence>
          <xsd:element name="documentManagement">
            <xsd:complexType>
              <xsd:all>
                <xsd:element ref="ns2:BookTypeField0" minOccurs="0"/>
                <xsd:element ref="ns2:SequenceNumber" minOccurs="0"/>
                <xsd:element ref="ns2:IsBuildFil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794D9DE-4FDF-4DC0-8B2C-5438320C69D5" elementFormDefault="qualified">
    <xsd:import namespace="http://schemas.microsoft.com/office/2006/documentManagement/types"/>
    <xsd:import namespace="http://schemas.microsoft.com/office/infopath/2007/PartnerControls"/>
    <xsd:element name="BookTypeField0" ma:index="9" nillable="true" ma:taxonomy="true" ma:internalName="BookTypeField0" ma:taxonomyFieldName="BookType" ma:displayName="Book Type" ma:fieldId="{e7c6b654-e04e-4e45-9cfd-676dbef3a3c6}" ma:sspId="63102202-80dd-4165-b1ca-d09cf2756dc1" ma:termSetId="3300959e-7346-4208-831a-90b552f1677b" ma:anchorId="00000000-0000-0000-0000-000000000000" ma:open="false" ma:isKeyword="false">
      <xsd:complexType>
        <xsd:sequence>
          <xsd:element ref="pc:Terms" minOccurs="0" maxOccurs="1"/>
        </xsd:sequence>
      </xsd:complexType>
    </xsd:element>
    <xsd:element name="SequenceNumber" ma:index="10" nillable="true" ma:displayName="Sequence Number" ma:decimals="0" ma:internalName="SequenceNumber">
      <xsd:simpleType>
        <xsd:restriction base="dms:Number"/>
      </xsd:simpleType>
    </xsd:element>
    <xsd:element name="IsBuildFile" ma:index="11" nillable="true" ma:displayName="Is Build File" ma:hidden="true" ma:internalName="IsBuildFile">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equenceNumber xmlns="6794D9DE-4FDF-4DC0-8B2C-5438320C69D5" xsi:nil="true"/>
    <IsBuildFile xmlns="6794D9DE-4FDF-4DC0-8B2C-5438320C69D5" xsi:nil="true"/>
    <BookTypeField0 xmlns="6794D9DE-4FDF-4DC0-8B2C-5438320C69D5">
      <Terms xmlns="http://schemas.microsoft.com/office/infopath/2007/PartnerControls">
        <TermInfo xmlns="http://schemas.microsoft.com/office/infopath/2007/PartnerControls">
          <TermName xmlns="http://schemas.microsoft.com/office/infopath/2007/PartnerControls">IK</TermName>
          <TermId xmlns="http://schemas.microsoft.com/office/infopath/2007/PartnerControls">5abe6401-e87a-4499-80b4-3d21a1a6ebd7</TermId>
        </TermInfo>
      </Terms>
    </BookTypeField0>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271DF08-82F2-4A02-867C-B628BF8B692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794D9DE-4FDF-4DC0-8B2C-5438320C69D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5D50175C-B2BF-4A5C-A0B1-BFF44FE2944E}">
  <ds:schemaRefs>
    <ds:schemaRef ds:uri="http://schemas.microsoft.com/office/2006/metadata/properties"/>
    <ds:schemaRef ds:uri="http://schemas.microsoft.com/office/infopath/2007/PartnerControls"/>
    <ds:schemaRef ds:uri="6794D9DE-4FDF-4DC0-8B2C-5438320C69D5"/>
  </ds:schemaRefs>
</ds:datastoreItem>
</file>

<file path=customXml/itemProps3.xml><?xml version="1.0" encoding="utf-8"?>
<ds:datastoreItem xmlns:ds="http://schemas.openxmlformats.org/officeDocument/2006/customXml" ds:itemID="{DA141400-90D0-43B3-B64F-3F2A440B351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0</TotalTime>
  <Words>1797</Words>
  <Application>Microsoft Office PowerPoint</Application>
  <PresentationFormat>Widescreen</PresentationFormat>
  <Paragraphs>220</Paragraphs>
  <Slides>14</Slides>
  <Notes>14</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14</vt:i4>
      </vt:variant>
    </vt:vector>
  </HeadingPairs>
  <TitlesOfParts>
    <vt:vector size="23" baseType="lpstr">
      <vt:lpstr>Arial</vt:lpstr>
      <vt:lpstr>Calibri</vt:lpstr>
      <vt:lpstr>Cascadia Mono</vt:lpstr>
      <vt:lpstr>Consolas</vt:lpstr>
      <vt:lpstr>Krana Fat B</vt:lpstr>
      <vt:lpstr>Lucida Console</vt:lpstr>
      <vt:lpstr>Montserrat</vt:lpstr>
      <vt:lpstr>Wingdings</vt:lpstr>
      <vt:lpstr>Master</vt:lpstr>
      <vt:lpstr>Static fields and methods</vt:lpstr>
      <vt:lpstr>PowerPoint Presentation</vt:lpstr>
      <vt:lpstr>Objects in memory</vt:lpstr>
      <vt:lpstr>Static members</vt:lpstr>
      <vt:lpstr>Static – A few framework classes</vt:lpstr>
      <vt:lpstr>this</vt:lpstr>
      <vt:lpstr>Using static - Simple Factory pattern</vt:lpstr>
      <vt:lpstr>More on static Members</vt:lpstr>
      <vt:lpstr>C# static initialiser block(s)</vt:lpstr>
      <vt:lpstr>Creating read-only values by property procedures</vt:lpstr>
      <vt:lpstr>Creating read-only values using property procedures</vt:lpstr>
      <vt:lpstr>Creating constant values</vt:lpstr>
      <vt:lpstr>PowerPoint Presentation</vt:lpstr>
      <vt:lpstr>PowerPoint Presentation</vt:lpstr>
    </vt:vector>
  </TitlesOfParts>
  <Manager/>
  <Company>QA Ltd</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Singh, Vaishali</dc:creator>
  <cp:keywords/>
  <dc:description/>
  <cp:lastModifiedBy>mike baradaran</cp:lastModifiedBy>
  <cp:revision>1076</cp:revision>
  <cp:lastPrinted>2019-07-03T09:46:41Z</cp:lastPrinted>
  <dcterms:created xsi:type="dcterms:W3CDTF">2019-09-05T08:17:12Z</dcterms:created>
  <dcterms:modified xsi:type="dcterms:W3CDTF">2026-08-04T10:48:34Z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rder">
    <vt:r8>1100</vt:r8>
  </property>
  <property fmtid="{D5CDD505-2E9C-101B-9397-08002B2CF9AE}" pid="3" name="Chapter">
    <vt:lpwstr>1</vt:lpwstr>
  </property>
  <property fmtid="{D5CDD505-2E9C-101B-9397-08002B2CF9AE}" pid="4" name="ContentTypeId">
    <vt:lpwstr>0x010100F0967B7CEE8D417F966757887D9466FB00B3EF5B1D149FDF49B1880C030D548140</vt:lpwstr>
  </property>
  <property fmtid="{D5CDD505-2E9C-101B-9397-08002B2CF9AE}" pid="5" name="BookType">
    <vt:lpwstr>7</vt:lpwstr>
  </property>
</Properties>
</file>