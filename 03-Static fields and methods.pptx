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19"/>
  </p:notesMasterIdLst>
  <p:handoutMasterIdLst>
    <p:handoutMasterId r:id="rId20"/>
  </p:handoutMasterIdLst>
  <p:sldIdLst>
    <p:sldId id="299" r:id="rId5"/>
    <p:sldId id="1567" r:id="rId6"/>
    <p:sldId id="775" r:id="rId7"/>
    <p:sldId id="777" r:id="rId8"/>
    <p:sldId id="1568" r:id="rId9"/>
    <p:sldId id="1572" r:id="rId10"/>
    <p:sldId id="788" r:id="rId11"/>
    <p:sldId id="780" r:id="rId12"/>
    <p:sldId id="781" r:id="rId13"/>
    <p:sldId id="1574" r:id="rId14"/>
    <p:sldId id="783" r:id="rId15"/>
    <p:sldId id="1573" r:id="rId16"/>
    <p:sldId id="786" r:id="rId17"/>
    <p:sldId id="787" r:id="rId18"/>
  </p:sldIdLst>
  <p:sldSz cx="12192000" cy="6858000"/>
  <p:notesSz cx="9775825" cy="6645275"/>
  <p:custDataLst>
    <p:tags r:id="rId21"/>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pos="3840" userDrawn="1">
          <p15:clr>
            <a:srgbClr val="A4A3A4"/>
          </p15:clr>
        </p15:guide>
        <p15:guide id="2" orient="horz" pos="3770" userDrawn="1">
          <p15:clr>
            <a:srgbClr val="A4A3A4"/>
          </p15:clr>
        </p15:guide>
      </p15:sldGuideLst>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Barrow, Joshua" initials="BJ" lastIdx="30" clrIdx="0">
    <p:extLst>
      <p:ext uri="{19B8F6BF-5375-455C-9EA6-DF929625EA0E}">
        <p15:presenceInfo xmlns:p15="http://schemas.microsoft.com/office/powerpoint/2012/main" userId="S-1-5-21-3476036342-1731177862-1559577602-51474" providerId="AD"/>
      </p:ext>
    </p:extLst>
  </p:cmAuthor>
  <p:cmAuthor id="2" name="Singh, Vaishali" initials="SV" lastIdx="7" clrIdx="1">
    <p:extLst>
      <p:ext uri="{19B8F6BF-5375-455C-9EA6-DF929625EA0E}">
        <p15:presenceInfo xmlns:p15="http://schemas.microsoft.com/office/powerpoint/2012/main" userId="S-1-5-21-3476036342-1731177862-1559577602-15527" providerId="AD"/>
      </p:ext>
    </p:extLst>
  </p:cmAuthor>
  <p:cmAuthor id="3" name="Sterne, Symon" initials="SS" lastIdx="71" clrIdx="2">
    <p:extLst>
      <p:ext uri="{19B8F6BF-5375-455C-9EA6-DF929625EA0E}">
        <p15:presenceInfo xmlns:p15="http://schemas.microsoft.com/office/powerpoint/2012/main" userId="S-1-5-21-3476036342-1731177862-1559577602-52816"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7E007C"/>
    <a:srgbClr val="D4F5FE"/>
    <a:srgbClr val="004050"/>
    <a:srgbClr val="28CFF9"/>
    <a:srgbClr val="09EDB8"/>
    <a:srgbClr val="F7916D"/>
    <a:srgbClr val="FF004C"/>
    <a:srgbClr val="F3622C"/>
    <a:srgbClr val="000000"/>
    <a:srgbClr val="BE7FBD"/>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D7AC3CCA-C797-4891-BE02-D94E43425B78}" styleName="Medium Styl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7471" autoAdjust="0"/>
    <p:restoredTop sz="89643" autoAdjust="0"/>
  </p:normalViewPr>
  <p:slideViewPr>
    <p:cSldViewPr snapToGrid="0" snapToObjects="1" showGuides="1">
      <p:cViewPr varScale="1">
        <p:scale>
          <a:sx n="93" d="100"/>
          <a:sy n="93" d="100"/>
        </p:scale>
        <p:origin x="390" y="306"/>
      </p:cViewPr>
      <p:guideLst>
        <p:guide pos="3840"/>
        <p:guide orient="horz" pos="3770"/>
      </p:guideLst>
    </p:cSldViewPr>
  </p:slideViewPr>
  <p:notesTextViewPr>
    <p:cViewPr>
      <p:scale>
        <a:sx n="75" d="100"/>
        <a:sy n="75" d="100"/>
      </p:scale>
      <p:origin x="0" y="0"/>
    </p:cViewPr>
  </p:notesTextViewPr>
  <p:sorterViewPr>
    <p:cViewPr>
      <p:scale>
        <a:sx n="66" d="100"/>
        <a:sy n="66" d="100"/>
      </p:scale>
      <p:origin x="0" y="0"/>
    </p:cViewPr>
  </p:sorterViewPr>
  <p:notesViewPr>
    <p:cSldViewPr snapToGrid="0" snapToObjects="1" showGuides="1">
      <p:cViewPr varScale="1">
        <p:scale>
          <a:sx n="133" d="100"/>
          <a:sy n="133" d="100"/>
        </p:scale>
        <p:origin x="2016" y="82"/>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tableStyles" Target="tableStyles.xml"/><Relationship Id="rId3" Type="http://schemas.openxmlformats.org/officeDocument/2006/relationships/customXml" Target="../customXml/item3.xml"/><Relationship Id="rId21" Type="http://schemas.openxmlformats.org/officeDocument/2006/relationships/tags" Target="tags/tag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theme" Target="theme/theme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handoutMaster" Target="handoutMasters/handoutMaster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viewProps" Target="viewProp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presProps" Target="presProps.xml"/><Relationship Id="rId10" Type="http://schemas.openxmlformats.org/officeDocument/2006/relationships/slide" Target="slides/slide6.xml"/><Relationship Id="rId19" Type="http://schemas.openxmlformats.org/officeDocument/2006/relationships/notesMaster" Target="notesMasters/notesMaster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commentAuthors" Target="commentAuthors.xml"/></Relationships>
</file>

<file path=ppt/diagrams/_rels/data1.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svg"/><Relationship Id="rId1" Type="http://schemas.openxmlformats.org/officeDocument/2006/relationships/image" Target="../media/image15.png"/><Relationship Id="rId4" Type="http://schemas.openxmlformats.org/officeDocument/2006/relationships/image" Target="../media/image18.svg"/></Relationships>
</file>

<file path=ppt/diagrams/_rels/drawing1.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svg"/><Relationship Id="rId1" Type="http://schemas.openxmlformats.org/officeDocument/2006/relationships/image" Target="../media/image15.png"/><Relationship Id="rId4" Type="http://schemas.openxmlformats.org/officeDocument/2006/relationships/image" Target="../media/image18.svg"/></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D5FA7BE4-2A98-4B02-9510-7EFAF39B32EC}" type="doc">
      <dgm:prSet loTypeId="urn:microsoft.com/office/officeart/2018/2/layout/IconVerticalSolidList" loCatId="icon" qsTypeId="urn:microsoft.com/office/officeart/2005/8/quickstyle/simple1" qsCatId="simple" csTypeId="urn:microsoft.com/office/officeart/2005/8/colors/accent1_2" csCatId="accent1" phldr="1"/>
      <dgm:spPr/>
      <dgm:t>
        <a:bodyPr/>
        <a:lstStyle/>
        <a:p>
          <a:endParaRPr lang="en-US"/>
        </a:p>
      </dgm:t>
    </dgm:pt>
    <dgm:pt modelId="{20414C31-A7F2-410B-A8A2-2074AACF2012}">
      <dgm:prSet custT="1"/>
      <dgm:spPr/>
      <dgm:t>
        <a:bodyPr/>
        <a:lstStyle/>
        <a:p>
          <a:r>
            <a:rPr lang="en-GB" sz="2000" b="1" dirty="0"/>
            <a:t>Use static members</a:t>
          </a:r>
          <a:br>
            <a:rPr lang="en-GB" sz="2000" b="1" dirty="0"/>
          </a:br>
          <a:r>
            <a:rPr lang="en-GB" sz="1600" dirty="0"/>
            <a:t>We need a Vehicle Count</a:t>
          </a:r>
        </a:p>
        <a:p>
          <a:pPr>
            <a:buSzPct val="115000"/>
          </a:pPr>
          <a:r>
            <a:rPr lang="en-GB" sz="1600" dirty="0"/>
            <a:t>Each Vehicle needs a Registration Plate</a:t>
          </a:r>
        </a:p>
        <a:p>
          <a:pPr>
            <a:buSzPct val="115000"/>
          </a:pPr>
          <a:r>
            <a:rPr lang="en-GB" sz="1600" dirty="0"/>
            <a:t>Create a Registration plate Factory</a:t>
          </a:r>
        </a:p>
        <a:p>
          <a:pPr>
            <a:buSzPct val="115000"/>
          </a:pPr>
          <a:r>
            <a:rPr lang="en-GB" sz="1600" dirty="0"/>
            <a:t>to provide the next plate</a:t>
          </a:r>
          <a:endParaRPr lang="en-US" sz="1600" b="1" dirty="0"/>
        </a:p>
      </dgm:t>
    </dgm:pt>
    <dgm:pt modelId="{A5537179-FFE8-4D37-888A-AAD3C607B1BB}" type="parTrans" cxnId="{B2BE5219-F392-4120-9C61-30B42EF09C07}">
      <dgm:prSet/>
      <dgm:spPr/>
      <dgm:t>
        <a:bodyPr/>
        <a:lstStyle/>
        <a:p>
          <a:endParaRPr lang="en-US"/>
        </a:p>
      </dgm:t>
    </dgm:pt>
    <dgm:pt modelId="{B8FF9BF0-3F09-4B40-9D20-AAFDA877092C}" type="sibTrans" cxnId="{B2BE5219-F392-4120-9C61-30B42EF09C07}">
      <dgm:prSet/>
      <dgm:spPr/>
      <dgm:t>
        <a:bodyPr/>
        <a:lstStyle/>
        <a:p>
          <a:endParaRPr lang="en-US"/>
        </a:p>
      </dgm:t>
    </dgm:pt>
    <dgm:pt modelId="{EB544CAE-C268-4556-8B77-B6AF41E0C214}">
      <dgm:prSet custT="1"/>
      <dgm:spPr/>
      <dgm:t>
        <a:bodyPr/>
        <a:lstStyle/>
        <a:p>
          <a:r>
            <a:rPr lang="en-GB" sz="2000" b="1" dirty="0"/>
            <a:t>Duration 1.5 hour</a:t>
          </a:r>
          <a:br>
            <a:rPr lang="en-GB" sz="2000" b="1" dirty="0"/>
          </a:br>
          <a:endParaRPr lang="en-GB" sz="2000" b="1" dirty="0"/>
        </a:p>
        <a:p>
          <a:r>
            <a:rPr lang="en-GB" sz="1800" b="1" dirty="0"/>
            <a:t>Part 1 	</a:t>
          </a:r>
          <a:r>
            <a:rPr lang="en-GB" sz="1800" b="0" dirty="0"/>
            <a:t>1 hours</a:t>
          </a:r>
          <a:br>
            <a:rPr lang="en-GB" sz="1800" b="0" dirty="0"/>
          </a:br>
          <a:r>
            <a:rPr lang="en-GB" sz="1800" b="1" dirty="0"/>
            <a:t>Part 2</a:t>
          </a:r>
          <a:r>
            <a:rPr lang="en-GB" sz="1800" b="0" dirty="0"/>
            <a:t> 	30 minutes</a:t>
          </a:r>
          <a:endParaRPr lang="en-US" sz="2400" b="0" dirty="0"/>
        </a:p>
      </dgm:t>
    </dgm:pt>
    <dgm:pt modelId="{8EC46064-FB22-48BD-9157-CFB16DFAE2E9}" type="parTrans" cxnId="{789F647B-A22C-49B5-9CEE-CE24E198B80B}">
      <dgm:prSet/>
      <dgm:spPr/>
      <dgm:t>
        <a:bodyPr/>
        <a:lstStyle/>
        <a:p>
          <a:endParaRPr lang="en-US"/>
        </a:p>
      </dgm:t>
    </dgm:pt>
    <dgm:pt modelId="{780DEF43-8EED-459C-8DFA-982C494C12FB}" type="sibTrans" cxnId="{789F647B-A22C-49B5-9CEE-CE24E198B80B}">
      <dgm:prSet/>
      <dgm:spPr/>
      <dgm:t>
        <a:bodyPr/>
        <a:lstStyle/>
        <a:p>
          <a:endParaRPr lang="en-US"/>
        </a:p>
      </dgm:t>
    </dgm:pt>
    <dgm:pt modelId="{E7F6EAA9-1048-45E6-A143-4541D8903BDB}" type="pres">
      <dgm:prSet presAssocID="{D5FA7BE4-2A98-4B02-9510-7EFAF39B32EC}" presName="root" presStyleCnt="0">
        <dgm:presLayoutVars>
          <dgm:dir/>
          <dgm:resizeHandles val="exact"/>
        </dgm:presLayoutVars>
      </dgm:prSet>
      <dgm:spPr/>
    </dgm:pt>
    <dgm:pt modelId="{138C29D8-924F-4AA7-B9EB-12B62EF94A0A}" type="pres">
      <dgm:prSet presAssocID="{20414C31-A7F2-410B-A8A2-2074AACF2012}" presName="compNode" presStyleCnt="0"/>
      <dgm:spPr/>
    </dgm:pt>
    <dgm:pt modelId="{0F45E7EC-4823-4B41-8FB7-1517A5644CF2}" type="pres">
      <dgm:prSet presAssocID="{20414C31-A7F2-410B-A8A2-2074AACF2012}" presName="bgRect" presStyleLbl="bgShp" presStyleIdx="0" presStyleCnt="2"/>
      <dgm:spPr/>
    </dgm:pt>
    <dgm:pt modelId="{270C9F17-21DD-4C6B-B4A4-FC56789D82E8}" type="pres">
      <dgm:prSet presAssocID="{20414C31-A7F2-410B-A8A2-2074AACF2012}" presName="iconRect" presStyleLbl="node1" presStyleIdx="0" presStyleCnt="2"/>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Head with Gears"/>
        </a:ext>
      </dgm:extLst>
    </dgm:pt>
    <dgm:pt modelId="{5FA18B10-A546-407B-BFD4-81E437748BD0}" type="pres">
      <dgm:prSet presAssocID="{20414C31-A7F2-410B-A8A2-2074AACF2012}" presName="spaceRect" presStyleCnt="0"/>
      <dgm:spPr/>
    </dgm:pt>
    <dgm:pt modelId="{C656AC05-6F41-4032-BE1E-876234FB0335}" type="pres">
      <dgm:prSet presAssocID="{20414C31-A7F2-410B-A8A2-2074AACF2012}" presName="parTx" presStyleLbl="revTx" presStyleIdx="0" presStyleCnt="2" custScaleX="117685">
        <dgm:presLayoutVars>
          <dgm:chMax val="0"/>
          <dgm:chPref val="0"/>
        </dgm:presLayoutVars>
      </dgm:prSet>
      <dgm:spPr/>
    </dgm:pt>
    <dgm:pt modelId="{B015EF07-ED1F-4CB3-A3A7-4091453A6B41}" type="pres">
      <dgm:prSet presAssocID="{B8FF9BF0-3F09-4B40-9D20-AAFDA877092C}" presName="sibTrans" presStyleCnt="0"/>
      <dgm:spPr/>
    </dgm:pt>
    <dgm:pt modelId="{B64599BA-DCD9-4FCE-BDA8-FD048B6A3EEC}" type="pres">
      <dgm:prSet presAssocID="{EB544CAE-C268-4556-8B77-B6AF41E0C214}" presName="compNode" presStyleCnt="0"/>
      <dgm:spPr/>
    </dgm:pt>
    <dgm:pt modelId="{A30C6321-6940-4E9D-84D1-CFF719883A23}" type="pres">
      <dgm:prSet presAssocID="{EB544CAE-C268-4556-8B77-B6AF41E0C214}" presName="bgRect" presStyleLbl="bgShp" presStyleIdx="1" presStyleCnt="2"/>
      <dgm:spPr/>
    </dgm:pt>
    <dgm:pt modelId="{319A5AB9-5146-4CC8-9B3C-F5994CAAC7CB}" type="pres">
      <dgm:prSet presAssocID="{EB544CAE-C268-4556-8B77-B6AF41E0C214}" presName="iconRect" presStyleLbl="node1" presStyleIdx="1" presStyleCnt="2"/>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Clock"/>
        </a:ext>
      </dgm:extLst>
    </dgm:pt>
    <dgm:pt modelId="{4C1BB512-F3BB-43EE-9CE4-9504E559D210}" type="pres">
      <dgm:prSet presAssocID="{EB544CAE-C268-4556-8B77-B6AF41E0C214}" presName="spaceRect" presStyleCnt="0"/>
      <dgm:spPr/>
    </dgm:pt>
    <dgm:pt modelId="{8D4A5A7B-430A-470B-97C9-2884B891E74A}" type="pres">
      <dgm:prSet presAssocID="{EB544CAE-C268-4556-8B77-B6AF41E0C214}" presName="parTx" presStyleLbl="revTx" presStyleIdx="1" presStyleCnt="2">
        <dgm:presLayoutVars>
          <dgm:chMax val="0"/>
          <dgm:chPref val="0"/>
        </dgm:presLayoutVars>
      </dgm:prSet>
      <dgm:spPr/>
    </dgm:pt>
  </dgm:ptLst>
  <dgm:cxnLst>
    <dgm:cxn modelId="{B2BE5219-F392-4120-9C61-30B42EF09C07}" srcId="{D5FA7BE4-2A98-4B02-9510-7EFAF39B32EC}" destId="{20414C31-A7F2-410B-A8A2-2074AACF2012}" srcOrd="0" destOrd="0" parTransId="{A5537179-FFE8-4D37-888A-AAD3C607B1BB}" sibTransId="{B8FF9BF0-3F09-4B40-9D20-AAFDA877092C}"/>
    <dgm:cxn modelId="{DE718C37-8600-413B-AF15-3D97C4D6915B}" type="presOf" srcId="{D5FA7BE4-2A98-4B02-9510-7EFAF39B32EC}" destId="{E7F6EAA9-1048-45E6-A143-4541D8903BDB}" srcOrd="0" destOrd="0" presId="urn:microsoft.com/office/officeart/2018/2/layout/IconVerticalSolidList"/>
    <dgm:cxn modelId="{AA353D44-1F2B-445F-A8FA-B054AA7F76A1}" type="presOf" srcId="{EB544CAE-C268-4556-8B77-B6AF41E0C214}" destId="{8D4A5A7B-430A-470B-97C9-2884B891E74A}" srcOrd="0" destOrd="0" presId="urn:microsoft.com/office/officeart/2018/2/layout/IconVerticalSolidList"/>
    <dgm:cxn modelId="{789F647B-A22C-49B5-9CEE-CE24E198B80B}" srcId="{D5FA7BE4-2A98-4B02-9510-7EFAF39B32EC}" destId="{EB544CAE-C268-4556-8B77-B6AF41E0C214}" srcOrd="1" destOrd="0" parTransId="{8EC46064-FB22-48BD-9157-CFB16DFAE2E9}" sibTransId="{780DEF43-8EED-459C-8DFA-982C494C12FB}"/>
    <dgm:cxn modelId="{6A9768A7-9C9B-48D1-AB31-0E5F79F0750F}" type="presOf" srcId="{20414C31-A7F2-410B-A8A2-2074AACF2012}" destId="{C656AC05-6F41-4032-BE1E-876234FB0335}" srcOrd="0" destOrd="0" presId="urn:microsoft.com/office/officeart/2018/2/layout/IconVerticalSolidList"/>
    <dgm:cxn modelId="{5F6091D2-572A-4521-85FF-AA8A6C29846A}" type="presParOf" srcId="{E7F6EAA9-1048-45E6-A143-4541D8903BDB}" destId="{138C29D8-924F-4AA7-B9EB-12B62EF94A0A}" srcOrd="0" destOrd="0" presId="urn:microsoft.com/office/officeart/2018/2/layout/IconVerticalSolidList"/>
    <dgm:cxn modelId="{3276DD5E-C0AC-416E-A4F0-BE554558219C}" type="presParOf" srcId="{138C29D8-924F-4AA7-B9EB-12B62EF94A0A}" destId="{0F45E7EC-4823-4B41-8FB7-1517A5644CF2}" srcOrd="0" destOrd="0" presId="urn:microsoft.com/office/officeart/2018/2/layout/IconVerticalSolidList"/>
    <dgm:cxn modelId="{3CB14AC9-56C7-4C8D-9EEC-6D5691F936C4}" type="presParOf" srcId="{138C29D8-924F-4AA7-B9EB-12B62EF94A0A}" destId="{270C9F17-21DD-4C6B-B4A4-FC56789D82E8}" srcOrd="1" destOrd="0" presId="urn:microsoft.com/office/officeart/2018/2/layout/IconVerticalSolidList"/>
    <dgm:cxn modelId="{45A74FE9-3B4D-4A63-B970-51D44F6CABF5}" type="presParOf" srcId="{138C29D8-924F-4AA7-B9EB-12B62EF94A0A}" destId="{5FA18B10-A546-407B-BFD4-81E437748BD0}" srcOrd="2" destOrd="0" presId="urn:microsoft.com/office/officeart/2018/2/layout/IconVerticalSolidList"/>
    <dgm:cxn modelId="{E2F7E5F7-6CEA-432E-8219-8FCD648DFDA8}" type="presParOf" srcId="{138C29D8-924F-4AA7-B9EB-12B62EF94A0A}" destId="{C656AC05-6F41-4032-BE1E-876234FB0335}" srcOrd="3" destOrd="0" presId="urn:microsoft.com/office/officeart/2018/2/layout/IconVerticalSolidList"/>
    <dgm:cxn modelId="{C808A7CC-51D3-4C33-AB31-554D1652DEF9}" type="presParOf" srcId="{E7F6EAA9-1048-45E6-A143-4541D8903BDB}" destId="{B015EF07-ED1F-4CB3-A3A7-4091453A6B41}" srcOrd="1" destOrd="0" presId="urn:microsoft.com/office/officeart/2018/2/layout/IconVerticalSolidList"/>
    <dgm:cxn modelId="{7EEBB25C-9CB6-4089-B7F2-A01D1B746529}" type="presParOf" srcId="{E7F6EAA9-1048-45E6-A143-4541D8903BDB}" destId="{B64599BA-DCD9-4FCE-BDA8-FD048B6A3EEC}" srcOrd="2" destOrd="0" presId="urn:microsoft.com/office/officeart/2018/2/layout/IconVerticalSolidList"/>
    <dgm:cxn modelId="{BCF9EA9A-3AF6-4AE0-B3A4-4CF6B7DFC6E3}" type="presParOf" srcId="{B64599BA-DCD9-4FCE-BDA8-FD048B6A3EEC}" destId="{A30C6321-6940-4E9D-84D1-CFF719883A23}" srcOrd="0" destOrd="0" presId="urn:microsoft.com/office/officeart/2018/2/layout/IconVerticalSolidList"/>
    <dgm:cxn modelId="{F5B506FF-2C7D-4561-98D7-6ED63318B9D2}" type="presParOf" srcId="{B64599BA-DCD9-4FCE-BDA8-FD048B6A3EEC}" destId="{319A5AB9-5146-4CC8-9B3C-F5994CAAC7CB}" srcOrd="1" destOrd="0" presId="urn:microsoft.com/office/officeart/2018/2/layout/IconVerticalSolidList"/>
    <dgm:cxn modelId="{35613772-D6C6-4C22-BE96-DFF63EB87521}" type="presParOf" srcId="{B64599BA-DCD9-4FCE-BDA8-FD048B6A3EEC}" destId="{4C1BB512-F3BB-43EE-9CE4-9504E559D210}" srcOrd="2" destOrd="0" presId="urn:microsoft.com/office/officeart/2018/2/layout/IconVerticalSolidList"/>
    <dgm:cxn modelId="{CAB38E2A-B608-4F65-AEA3-10BD6D672291}" type="presParOf" srcId="{B64599BA-DCD9-4FCE-BDA8-FD048B6A3EEC}" destId="{8D4A5A7B-430A-470B-97C9-2884B891E74A}" srcOrd="3" destOrd="0" presId="urn:microsoft.com/office/officeart/2018/2/layout/IconVerticalSoli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F45E7EC-4823-4B41-8FB7-1517A5644CF2}">
      <dsp:nvSpPr>
        <dsp:cNvPr id="0" name=""/>
        <dsp:cNvSpPr/>
      </dsp:nvSpPr>
      <dsp:spPr>
        <a:xfrm>
          <a:off x="-211700" y="439998"/>
          <a:ext cx="6969760" cy="1842635"/>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270C9F17-21DD-4C6B-B4A4-FC56789D82E8}">
      <dsp:nvSpPr>
        <dsp:cNvPr id="0" name=""/>
        <dsp:cNvSpPr/>
      </dsp:nvSpPr>
      <dsp:spPr>
        <a:xfrm>
          <a:off x="345697" y="854591"/>
          <a:ext cx="1015432" cy="1013449"/>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C656AC05-6F41-4032-BE1E-876234FB0335}">
      <dsp:nvSpPr>
        <dsp:cNvPr id="0" name=""/>
        <dsp:cNvSpPr/>
      </dsp:nvSpPr>
      <dsp:spPr>
        <a:xfrm>
          <a:off x="1490959" y="439998"/>
          <a:ext cx="5690501" cy="184443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95203" tIns="195203" rIns="195203" bIns="195203" numCol="1" spcCol="1270" anchor="ctr" anchorCtr="0">
          <a:noAutofit/>
        </a:bodyPr>
        <a:lstStyle/>
        <a:p>
          <a:pPr marL="0" lvl="0" indent="0" algn="l" defTabSz="889000">
            <a:lnSpc>
              <a:spcPct val="90000"/>
            </a:lnSpc>
            <a:spcBef>
              <a:spcPct val="0"/>
            </a:spcBef>
            <a:spcAft>
              <a:spcPct val="35000"/>
            </a:spcAft>
            <a:buNone/>
          </a:pPr>
          <a:r>
            <a:rPr lang="en-GB" sz="2000" b="1" kern="1200" dirty="0"/>
            <a:t>Use static members</a:t>
          </a:r>
          <a:br>
            <a:rPr lang="en-GB" sz="2000" b="1" kern="1200" dirty="0"/>
          </a:br>
          <a:r>
            <a:rPr lang="en-GB" sz="1600" kern="1200" dirty="0"/>
            <a:t>We need a Vehicle Count</a:t>
          </a:r>
        </a:p>
        <a:p>
          <a:pPr marL="0" lvl="0" indent="0" algn="l" defTabSz="889000">
            <a:lnSpc>
              <a:spcPct val="90000"/>
            </a:lnSpc>
            <a:spcBef>
              <a:spcPct val="0"/>
            </a:spcBef>
            <a:spcAft>
              <a:spcPct val="35000"/>
            </a:spcAft>
            <a:buSzPct val="115000"/>
            <a:buNone/>
          </a:pPr>
          <a:r>
            <a:rPr lang="en-GB" sz="1600" kern="1200" dirty="0"/>
            <a:t>Each Vehicle needs a Registration Plate</a:t>
          </a:r>
        </a:p>
        <a:p>
          <a:pPr marL="0" lvl="0" indent="0" algn="l" defTabSz="889000">
            <a:lnSpc>
              <a:spcPct val="90000"/>
            </a:lnSpc>
            <a:spcBef>
              <a:spcPct val="0"/>
            </a:spcBef>
            <a:spcAft>
              <a:spcPct val="35000"/>
            </a:spcAft>
            <a:buSzPct val="115000"/>
            <a:buNone/>
          </a:pPr>
          <a:r>
            <a:rPr lang="en-GB" sz="1600" kern="1200" dirty="0"/>
            <a:t>Create a Registration plate Factory</a:t>
          </a:r>
        </a:p>
        <a:p>
          <a:pPr marL="0" lvl="0" indent="0" algn="l" defTabSz="889000">
            <a:lnSpc>
              <a:spcPct val="90000"/>
            </a:lnSpc>
            <a:spcBef>
              <a:spcPct val="0"/>
            </a:spcBef>
            <a:spcAft>
              <a:spcPct val="35000"/>
            </a:spcAft>
            <a:buSzPct val="115000"/>
            <a:buNone/>
          </a:pPr>
          <a:r>
            <a:rPr lang="en-GB" sz="1600" kern="1200" dirty="0"/>
            <a:t>to provide the next plate</a:t>
          </a:r>
          <a:endParaRPr lang="en-US" sz="1600" b="1" kern="1200" dirty="0"/>
        </a:p>
      </dsp:txBody>
      <dsp:txXfrm>
        <a:off x="1490959" y="439998"/>
        <a:ext cx="5690501" cy="1844437"/>
      </dsp:txXfrm>
    </dsp:sp>
    <dsp:sp modelId="{A30C6321-6940-4E9D-84D1-CFF719883A23}">
      <dsp:nvSpPr>
        <dsp:cNvPr id="0" name=""/>
        <dsp:cNvSpPr/>
      </dsp:nvSpPr>
      <dsp:spPr>
        <a:xfrm>
          <a:off x="-211700" y="2653323"/>
          <a:ext cx="6969760" cy="1842635"/>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319A5AB9-5146-4CC8-9B3C-F5994CAAC7CB}">
      <dsp:nvSpPr>
        <dsp:cNvPr id="0" name=""/>
        <dsp:cNvSpPr/>
      </dsp:nvSpPr>
      <dsp:spPr>
        <a:xfrm>
          <a:off x="345697" y="3067916"/>
          <a:ext cx="1015432" cy="1013449"/>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8D4A5A7B-430A-470B-97C9-2884B891E74A}">
      <dsp:nvSpPr>
        <dsp:cNvPr id="0" name=""/>
        <dsp:cNvSpPr/>
      </dsp:nvSpPr>
      <dsp:spPr>
        <a:xfrm>
          <a:off x="1918526" y="2653323"/>
          <a:ext cx="4835366" cy="184443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95203" tIns="195203" rIns="195203" bIns="195203" numCol="1" spcCol="1270" anchor="ctr" anchorCtr="0">
          <a:noAutofit/>
        </a:bodyPr>
        <a:lstStyle/>
        <a:p>
          <a:pPr marL="0" lvl="0" indent="0" algn="l" defTabSz="889000">
            <a:lnSpc>
              <a:spcPct val="90000"/>
            </a:lnSpc>
            <a:spcBef>
              <a:spcPct val="0"/>
            </a:spcBef>
            <a:spcAft>
              <a:spcPct val="35000"/>
            </a:spcAft>
            <a:buNone/>
          </a:pPr>
          <a:r>
            <a:rPr lang="en-GB" sz="2000" b="1" kern="1200" dirty="0"/>
            <a:t>Duration 1.5 hour</a:t>
          </a:r>
          <a:br>
            <a:rPr lang="en-GB" sz="2000" b="1" kern="1200" dirty="0"/>
          </a:br>
          <a:endParaRPr lang="en-GB" sz="2000" b="1" kern="1200" dirty="0"/>
        </a:p>
        <a:p>
          <a:pPr marL="0" lvl="0" indent="0" algn="l" defTabSz="889000">
            <a:lnSpc>
              <a:spcPct val="90000"/>
            </a:lnSpc>
            <a:spcBef>
              <a:spcPct val="0"/>
            </a:spcBef>
            <a:spcAft>
              <a:spcPct val="35000"/>
            </a:spcAft>
            <a:buNone/>
          </a:pPr>
          <a:r>
            <a:rPr lang="en-GB" sz="1800" b="1" kern="1200" dirty="0"/>
            <a:t>Part 1 	</a:t>
          </a:r>
          <a:r>
            <a:rPr lang="en-GB" sz="1800" b="0" kern="1200" dirty="0"/>
            <a:t>1 hours</a:t>
          </a:r>
          <a:br>
            <a:rPr lang="en-GB" sz="1800" b="0" kern="1200" dirty="0"/>
          </a:br>
          <a:r>
            <a:rPr lang="en-GB" sz="1800" b="1" kern="1200" dirty="0"/>
            <a:t>Part 2</a:t>
          </a:r>
          <a:r>
            <a:rPr lang="en-GB" sz="1800" b="0" kern="1200" dirty="0"/>
            <a:t> 	30 minutes</a:t>
          </a:r>
          <a:endParaRPr lang="en-US" sz="2400" b="0" kern="1200" dirty="0"/>
        </a:p>
      </dsp:txBody>
      <dsp:txXfrm>
        <a:off x="1918526" y="2653323"/>
        <a:ext cx="4835366" cy="1844437"/>
      </dsp:txXfrm>
    </dsp:sp>
  </dsp:spTree>
</dsp:drawing>
</file>

<file path=ppt/diagrams/layout1.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4236347" cy="333451"/>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sz="quarter" idx="1"/>
          </p:nvPr>
        </p:nvSpPr>
        <p:spPr>
          <a:xfrm>
            <a:off x="5537144" y="0"/>
            <a:ext cx="4236347" cy="333451"/>
          </a:xfrm>
          <a:prstGeom prst="rect">
            <a:avLst/>
          </a:prstGeom>
        </p:spPr>
        <p:txBody>
          <a:bodyPr vert="horz" lIns="91440" tIns="45720" rIns="91440" bIns="45720" rtlCol="0"/>
          <a:lstStyle>
            <a:lvl1pPr algn="r">
              <a:defRPr sz="1200"/>
            </a:lvl1pPr>
          </a:lstStyle>
          <a:p>
            <a:fld id="{86D088FE-3E68-47FE-8BA4-634CD34BABBC}" type="datetimeFigureOut">
              <a:rPr lang="en-GB" smtClean="0"/>
              <a:t>05/12/2025</a:t>
            </a:fld>
            <a:endParaRPr lang="en-GB"/>
          </a:p>
        </p:txBody>
      </p:sp>
      <p:sp>
        <p:nvSpPr>
          <p:cNvPr id="4" name="Footer Placeholder 3"/>
          <p:cNvSpPr>
            <a:spLocks noGrp="1"/>
          </p:cNvSpPr>
          <p:nvPr>
            <p:ph type="ftr" sz="quarter" idx="2"/>
          </p:nvPr>
        </p:nvSpPr>
        <p:spPr>
          <a:xfrm>
            <a:off x="0" y="6311825"/>
            <a:ext cx="4236347" cy="333450"/>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p:cNvSpPr>
            <a:spLocks noGrp="1"/>
          </p:cNvSpPr>
          <p:nvPr>
            <p:ph type="sldNum" sz="quarter" idx="3"/>
          </p:nvPr>
        </p:nvSpPr>
        <p:spPr>
          <a:xfrm>
            <a:off x="5537144" y="6311825"/>
            <a:ext cx="4236347" cy="333450"/>
          </a:xfrm>
          <a:prstGeom prst="rect">
            <a:avLst/>
          </a:prstGeom>
        </p:spPr>
        <p:txBody>
          <a:bodyPr vert="horz" lIns="91440" tIns="45720" rIns="91440" bIns="45720" rtlCol="0" anchor="b"/>
          <a:lstStyle>
            <a:lvl1pPr algn="r">
              <a:defRPr sz="1200"/>
            </a:lvl1pPr>
          </a:lstStyle>
          <a:p>
            <a:fld id="{29B31C5D-0DE0-4486-9782-41885BE58160}" type="slidenum">
              <a:rPr lang="en-GB" smtClean="0"/>
              <a:t>‹#›</a:t>
            </a:fld>
            <a:endParaRPr lang="en-GB"/>
          </a:p>
        </p:txBody>
      </p:sp>
    </p:spTree>
    <p:extLst>
      <p:ext uri="{BB962C8B-B14F-4D97-AF65-F5344CB8AC3E}">
        <p14:creationId xmlns:p14="http://schemas.microsoft.com/office/powerpoint/2010/main" val="299308254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4236191" cy="33341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5537372" y="0"/>
            <a:ext cx="4236191" cy="333418"/>
          </a:xfrm>
          <a:prstGeom prst="rect">
            <a:avLst/>
          </a:prstGeom>
        </p:spPr>
        <p:txBody>
          <a:bodyPr vert="horz" lIns="91440" tIns="45720" rIns="91440" bIns="45720" rtlCol="0"/>
          <a:lstStyle>
            <a:lvl1pPr algn="r">
              <a:defRPr sz="1200"/>
            </a:lvl1pPr>
          </a:lstStyle>
          <a:p>
            <a:fld id="{1D6B66C6-1E92-0F4E-A300-9D4ED1F0C23F}" type="datetimeFigureOut">
              <a:rPr lang="en-GB" smtClean="0"/>
              <a:t>05/12/2025</a:t>
            </a:fld>
            <a:endParaRPr lang="en-GB"/>
          </a:p>
        </p:txBody>
      </p:sp>
      <p:sp>
        <p:nvSpPr>
          <p:cNvPr id="4" name="Slide Image Placeholder 3"/>
          <p:cNvSpPr>
            <a:spLocks noGrp="1" noRot="1" noChangeAspect="1"/>
          </p:cNvSpPr>
          <p:nvPr>
            <p:ph type="sldImg" idx="2"/>
          </p:nvPr>
        </p:nvSpPr>
        <p:spPr>
          <a:xfrm>
            <a:off x="2894013" y="830263"/>
            <a:ext cx="3987800" cy="2243137"/>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977583" y="3198039"/>
            <a:ext cx="7820660" cy="2616577"/>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1" y="6311859"/>
            <a:ext cx="4236191" cy="33341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5537372" y="6311859"/>
            <a:ext cx="4236191" cy="333417"/>
          </a:xfrm>
          <a:prstGeom prst="rect">
            <a:avLst/>
          </a:prstGeom>
        </p:spPr>
        <p:txBody>
          <a:bodyPr vert="horz" lIns="91440" tIns="45720" rIns="91440" bIns="45720" rtlCol="0" anchor="b"/>
          <a:lstStyle>
            <a:lvl1pPr algn="r">
              <a:defRPr sz="1200"/>
            </a:lvl1pPr>
          </a:lstStyle>
          <a:p>
            <a:fld id="{548901C6-1DA1-FB44-ABEE-06A0FEB7738E}" type="slidenum">
              <a:rPr lang="en-GB" smtClean="0"/>
              <a:t>‹#›</a:t>
            </a:fld>
            <a:endParaRPr lang="en-GB"/>
          </a:p>
        </p:txBody>
      </p:sp>
    </p:spTree>
    <p:extLst>
      <p:ext uri="{BB962C8B-B14F-4D97-AF65-F5344CB8AC3E}">
        <p14:creationId xmlns:p14="http://schemas.microsoft.com/office/powerpoint/2010/main" val="122767479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35BE1F5F-BEC2-48D5-A890-C07C79853E26}" type="slidenum">
              <a:rPr lang="en-GB" smtClean="0"/>
              <a:t>1</a:t>
            </a:fld>
            <a:endParaRPr lang="en-GB"/>
          </a:p>
        </p:txBody>
      </p:sp>
    </p:spTree>
    <p:extLst>
      <p:ext uri="{BB962C8B-B14F-4D97-AF65-F5344CB8AC3E}">
        <p14:creationId xmlns:p14="http://schemas.microsoft.com/office/powerpoint/2010/main" val="254693195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Rot="1" noChangeAspect="1" noChangeArrowheads="1" noTextEdit="1"/>
          </p:cNvSpPr>
          <p:nvPr>
            <p:ph type="sldImg"/>
          </p:nvPr>
        </p:nvSpPr>
        <p:spPr>
          <a:ln/>
        </p:spPr>
      </p:sp>
      <p:sp>
        <p:nvSpPr>
          <p:cNvPr id="8195" name="Rectangle 3"/>
          <p:cNvSpPr>
            <a:spLocks noGrp="1" noChangeArrowheads="1"/>
          </p:cNvSpPr>
          <p:nvPr>
            <p:ph type="body" idx="1"/>
          </p:nvPr>
        </p:nvSpPr>
        <p:spPr>
          <a:noFill/>
          <a:ln/>
        </p:spPr>
        <p:txBody>
          <a:bodyPr/>
          <a:lstStyle/>
          <a:p>
            <a:endParaRPr lang="en-US"/>
          </a:p>
        </p:txBody>
      </p:sp>
    </p:spTree>
    <p:extLst>
      <p:ext uri="{BB962C8B-B14F-4D97-AF65-F5344CB8AC3E}">
        <p14:creationId xmlns:p14="http://schemas.microsoft.com/office/powerpoint/2010/main" val="302482452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548901C6-1DA1-FB44-ABEE-06A0FEB7738E}" type="slidenum">
              <a:rPr lang="en-GB" smtClean="0"/>
              <a:pPr/>
              <a:t>3</a:t>
            </a:fld>
            <a:endParaRPr lang="en-GB"/>
          </a:p>
        </p:txBody>
      </p:sp>
    </p:spTree>
    <p:extLst>
      <p:ext uri="{BB962C8B-B14F-4D97-AF65-F5344CB8AC3E}">
        <p14:creationId xmlns:p14="http://schemas.microsoft.com/office/powerpoint/2010/main" val="52648034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548901C6-1DA1-FB44-ABEE-06A0FEB7738E}" type="slidenum">
              <a:rPr lang="en-GB" smtClean="0"/>
              <a:pPr/>
              <a:t>4</a:t>
            </a:fld>
            <a:endParaRPr lang="en-GB"/>
          </a:p>
        </p:txBody>
      </p:sp>
    </p:spTree>
    <p:extLst>
      <p:ext uri="{BB962C8B-B14F-4D97-AF65-F5344CB8AC3E}">
        <p14:creationId xmlns:p14="http://schemas.microsoft.com/office/powerpoint/2010/main" val="161524637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GB" dirty="0"/>
              <a:t>Every project so far when you have had a class called</a:t>
            </a:r>
            <a:r>
              <a:rPr lang="en-GB" baseline="0" dirty="0"/>
              <a:t> Program you have been ‘defining a data type’. But not a data type you have been planning on using in code. You have never even thought of typing </a:t>
            </a:r>
          </a:p>
          <a:p>
            <a:r>
              <a:rPr lang="en-GB" baseline="0" dirty="0"/>
              <a:t>Program p = new Program();</a:t>
            </a:r>
          </a:p>
          <a:p>
            <a:r>
              <a:rPr lang="en-GB" baseline="0" dirty="0"/>
              <a:t>Mainly because p&lt;dot&gt; would not show anything interesting.</a:t>
            </a:r>
          </a:p>
          <a:p>
            <a:r>
              <a:rPr lang="en-GB" baseline="0" dirty="0"/>
              <a:t>We have been using Program as a ‘home’ to place some code that will run without us ‘calling it’ as we have this promise that Ctrl-F11 causes the ‘main’ method to run. ‘main’ is a method of class Program and by its very nature is static as the runtime is just looking to call </a:t>
            </a:r>
            <a:r>
              <a:rPr lang="en-GB" baseline="0" dirty="0" err="1"/>
              <a:t>Program.main</a:t>
            </a:r>
            <a:r>
              <a:rPr lang="en-GB" baseline="0" dirty="0"/>
              <a:t>(). ‘main’ then just calls other static routines as you have done many times in the previous labs. As far as data is concerned we have never needed multiple copies and when we have we have used a local array. But now we want multiple people each with their own name, multiple cars with their own speed. We need to write applications where all the code is not in one (Program) class.</a:t>
            </a:r>
            <a:br>
              <a:rPr lang="en-GB" baseline="0" dirty="0"/>
            </a:br>
            <a:endParaRPr lang="en-GB" baseline="0" dirty="0"/>
          </a:p>
          <a:p>
            <a:endParaRPr lang="en-GB" baseline="0" dirty="0"/>
          </a:p>
          <a:p>
            <a:r>
              <a:rPr lang="en-GB" baseline="0" dirty="0"/>
              <a:t> </a:t>
            </a:r>
            <a:endParaRPr lang="en-GB" dirty="0"/>
          </a:p>
        </p:txBody>
      </p:sp>
    </p:spTree>
    <p:extLst>
      <p:ext uri="{BB962C8B-B14F-4D97-AF65-F5344CB8AC3E}">
        <p14:creationId xmlns:p14="http://schemas.microsoft.com/office/powerpoint/2010/main" val="123735294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914" name="Rectangle 2"/>
          <p:cNvSpPr>
            <a:spLocks noGrp="1" noRot="1" noChangeAspect="1" noChangeArrowheads="1" noTextEdit="1"/>
          </p:cNvSpPr>
          <p:nvPr>
            <p:ph type="sldImg"/>
          </p:nvPr>
        </p:nvSpPr>
        <p:spPr>
          <a:ln/>
        </p:spPr>
      </p:sp>
      <p:sp>
        <p:nvSpPr>
          <p:cNvPr id="38915" name="Rectangle 3"/>
          <p:cNvSpPr>
            <a:spLocks noGrp="1" noChangeArrowheads="1"/>
          </p:cNvSpPr>
          <p:nvPr>
            <p:ph type="body" idx="1"/>
          </p:nvPr>
        </p:nvSpPr>
        <p:spPr>
          <a:noFill/>
          <a:ln/>
        </p:spPr>
        <p:txBody>
          <a:bodyPr/>
          <a:lstStyle/>
          <a:p>
            <a:r>
              <a:rPr lang="en-GB" dirty="0"/>
              <a:t>The accelerate method is an instance method of the Car class. This code will therefore be executed whenever the method is invoked on any Car object. Consider the following code, which creates two car objects and then gets them accelerating:</a:t>
            </a:r>
          </a:p>
          <a:p>
            <a:r>
              <a:rPr lang="en-GB" dirty="0"/>
              <a:t>	Car c = new Car();	</a:t>
            </a:r>
            <a:br>
              <a:rPr lang="en-GB" dirty="0"/>
            </a:br>
            <a:r>
              <a:rPr lang="en-GB" dirty="0"/>
              <a:t>	Car d = new Car();	</a:t>
            </a:r>
            <a:br>
              <a:rPr lang="en-GB" dirty="0"/>
            </a:br>
            <a:r>
              <a:rPr lang="en-GB" dirty="0"/>
              <a:t>	</a:t>
            </a:r>
            <a:r>
              <a:rPr lang="en-GB" dirty="0" err="1"/>
              <a:t>c.accelerate</a:t>
            </a:r>
            <a:r>
              <a:rPr lang="en-GB" dirty="0"/>
              <a:t>( 10 );	</a:t>
            </a:r>
            <a:br>
              <a:rPr lang="en-GB" dirty="0"/>
            </a:br>
            <a:r>
              <a:rPr lang="en-GB" dirty="0"/>
              <a:t>	</a:t>
            </a:r>
            <a:r>
              <a:rPr lang="en-GB" dirty="0" err="1"/>
              <a:t>d.accelerate</a:t>
            </a:r>
            <a:r>
              <a:rPr lang="en-GB" dirty="0"/>
              <a:t>( 20 );</a:t>
            </a:r>
          </a:p>
          <a:p>
            <a:br>
              <a:rPr lang="en-GB" dirty="0"/>
            </a:br>
            <a:r>
              <a:rPr lang="en-GB" dirty="0"/>
              <a:t>Note the two calls to accelerate. Now, how does the code in the Car class know which of the two Car objects should have its speed adjusted? The answer to this is that the method receives a hidden parameter, called this, which refers to the object that the method was invoked against. </a:t>
            </a:r>
          </a:p>
          <a:p>
            <a:r>
              <a:rPr lang="en-GB" dirty="0"/>
              <a:t>In the case of the call </a:t>
            </a:r>
            <a:r>
              <a:rPr lang="en-GB" dirty="0" err="1"/>
              <a:t>c.accelerate</a:t>
            </a:r>
            <a:r>
              <a:rPr lang="en-GB" dirty="0"/>
              <a:t>(10), this will equal c; for </a:t>
            </a:r>
            <a:r>
              <a:rPr lang="en-GB" dirty="0" err="1"/>
              <a:t>d.accelerate</a:t>
            </a:r>
            <a:r>
              <a:rPr lang="en-GB" dirty="0"/>
              <a:t>(20), this will equal d.</a:t>
            </a:r>
          </a:p>
          <a:p>
            <a:r>
              <a:rPr lang="en-GB" dirty="0"/>
              <a:t>You rarely need to explicitly use the this reference, as the compiler will silently insert it as needed. It is, however, very useful in a couple of situations:</a:t>
            </a:r>
          </a:p>
          <a:p>
            <a:pPr marL="171450" indent="-171450">
              <a:buFont typeface="Wingdings" panose="05000000000000000000" pitchFamily="2" charset="2"/>
              <a:buChar char="§"/>
            </a:pPr>
            <a:r>
              <a:rPr lang="en-GB" dirty="0"/>
              <a:t>You need to pass a reference to the current object to a method</a:t>
            </a:r>
          </a:p>
          <a:p>
            <a:pPr marL="171450" indent="-171450">
              <a:buFont typeface="Wingdings" panose="05000000000000000000" pitchFamily="2" charset="2"/>
              <a:buChar char="§"/>
            </a:pPr>
            <a:r>
              <a:rPr lang="en-GB" dirty="0"/>
              <a:t>A parameter name needs to be disambiguated from a field name</a:t>
            </a:r>
          </a:p>
        </p:txBody>
      </p:sp>
    </p:spTree>
    <p:extLst>
      <p:ext uri="{BB962C8B-B14F-4D97-AF65-F5344CB8AC3E}">
        <p14:creationId xmlns:p14="http://schemas.microsoft.com/office/powerpoint/2010/main" val="331010497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Above is a simple example of the</a:t>
            </a:r>
            <a:r>
              <a:rPr lang="en-GB" baseline="0" dirty="0"/>
              <a:t> Factory class. The Bank class is designed as a factory for Account instances.</a:t>
            </a:r>
          </a:p>
          <a:p>
            <a:r>
              <a:rPr lang="en-GB" baseline="0" dirty="0"/>
              <a:t>The constructor of the Account is internal. Therefore, an Account may only be instantiated inside the class library but not from the client applications using the class library.</a:t>
            </a:r>
          </a:p>
          <a:p>
            <a:r>
              <a:rPr lang="en-GB" baseline="0" dirty="0"/>
              <a:t>The only way a client application (using the class library) can get a new Account instance is by calling the static Bank method, </a:t>
            </a:r>
            <a:r>
              <a:rPr lang="en-GB" baseline="0" dirty="0" err="1"/>
              <a:t>CreateAccount</a:t>
            </a:r>
            <a:r>
              <a:rPr lang="en-GB" baseline="0" dirty="0"/>
              <a:t>.  </a:t>
            </a:r>
          </a:p>
          <a:p>
            <a:r>
              <a:rPr lang="en-GB" baseline="0" dirty="0"/>
              <a:t>Factory classes can be useful in situations when you want a central factory to watch over the instance creation. </a:t>
            </a:r>
          </a:p>
          <a:p>
            <a:r>
              <a:rPr lang="en-GB" b="1" baseline="0" dirty="0"/>
              <a:t>For example </a:t>
            </a:r>
            <a:r>
              <a:rPr lang="en-GB" baseline="0" dirty="0"/>
              <a:t>to detect the credentials of the uses,  assign automatic ID's, restrict creation of instances, create a pool of objects ready for deployment or access databases to set the properties of the instance being created and many more uses. </a:t>
            </a:r>
            <a:endParaRPr lang="en-GB" dirty="0"/>
          </a:p>
          <a:p>
            <a:endParaRPr lang="en-IN" dirty="0"/>
          </a:p>
        </p:txBody>
      </p:sp>
      <p:sp>
        <p:nvSpPr>
          <p:cNvPr id="4" name="Slide Number Placeholder 3"/>
          <p:cNvSpPr>
            <a:spLocks noGrp="1"/>
          </p:cNvSpPr>
          <p:nvPr>
            <p:ph type="sldNum" sz="quarter" idx="10"/>
          </p:nvPr>
        </p:nvSpPr>
        <p:spPr/>
        <p:txBody>
          <a:bodyPr/>
          <a:lstStyle/>
          <a:p>
            <a:fld id="{548901C6-1DA1-FB44-ABEE-06A0FEB7738E}" type="slidenum">
              <a:rPr lang="en-GB" smtClean="0"/>
              <a:pPr/>
              <a:t>7</a:t>
            </a:fld>
            <a:endParaRPr lang="en-GB"/>
          </a:p>
        </p:txBody>
      </p:sp>
    </p:spTree>
    <p:extLst>
      <p:ext uri="{BB962C8B-B14F-4D97-AF65-F5344CB8AC3E}">
        <p14:creationId xmlns:p14="http://schemas.microsoft.com/office/powerpoint/2010/main" val="80481538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2" name="Rectangle 2"/>
          <p:cNvSpPr>
            <a:spLocks noGrp="1" noRot="1" noChangeAspect="1" noChangeArrowheads="1" noTextEdit="1"/>
          </p:cNvSpPr>
          <p:nvPr>
            <p:ph type="sldImg"/>
          </p:nvPr>
        </p:nvSpPr>
        <p:spPr>
          <a:ln/>
        </p:spPr>
      </p:sp>
      <p:sp>
        <p:nvSpPr>
          <p:cNvPr id="30723" name="Rectangle 3"/>
          <p:cNvSpPr>
            <a:spLocks noGrp="1" noChangeArrowheads="1"/>
          </p:cNvSpPr>
          <p:nvPr>
            <p:ph type="body" idx="1"/>
          </p:nvPr>
        </p:nvSpPr>
        <p:spPr>
          <a:noFill/>
          <a:ln/>
        </p:spPr>
        <p:txBody>
          <a:bodyPr/>
          <a:lstStyle/>
          <a:p>
            <a:r>
              <a:rPr lang="en-GB" dirty="0"/>
              <a:t>An important thing to note about static members is that they cannot access instance members unless they acquire a reference to an object. You will doubtless remember from before that instance methods get a special parameter, ‘this’, that they use to identify the object that the code is currently operating against.</a:t>
            </a:r>
          </a:p>
          <a:p>
            <a:r>
              <a:rPr lang="en-GB" dirty="0"/>
              <a:t>Static members don't receive a ‘this’ reference because they aren't working on an object.</a:t>
            </a:r>
          </a:p>
          <a:p>
            <a:r>
              <a:rPr lang="en-GB" dirty="0"/>
              <a:t>However, they can access instance members if they are passed a reference to an object (or create an object for themselves, as shown in the example above).</a:t>
            </a:r>
          </a:p>
        </p:txBody>
      </p:sp>
      <p:sp>
        <p:nvSpPr>
          <p:cNvPr id="2" name="Slide Number Placeholder 1"/>
          <p:cNvSpPr>
            <a:spLocks noGrp="1"/>
          </p:cNvSpPr>
          <p:nvPr>
            <p:ph type="sldNum" sz="quarter" idx="10"/>
          </p:nvPr>
        </p:nvSpPr>
        <p:spPr/>
        <p:txBody>
          <a:bodyPr/>
          <a:lstStyle/>
          <a:p>
            <a:fld id="{548901C6-1DA1-FB44-ABEE-06A0FEB7738E}" type="slidenum">
              <a:rPr lang="en-GB" smtClean="0"/>
              <a:pPr/>
              <a:t>8</a:t>
            </a:fld>
            <a:endParaRPr lang="en-GB"/>
          </a:p>
        </p:txBody>
      </p:sp>
    </p:spTree>
    <p:extLst>
      <p:ext uri="{BB962C8B-B14F-4D97-AF65-F5344CB8AC3E}">
        <p14:creationId xmlns:p14="http://schemas.microsoft.com/office/powerpoint/2010/main" val="397517572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6" name="Rectangle 2"/>
          <p:cNvSpPr>
            <a:spLocks noGrp="1" noRot="1" noChangeAspect="1" noChangeArrowheads="1" noTextEdit="1"/>
          </p:cNvSpPr>
          <p:nvPr>
            <p:ph type="sldImg"/>
          </p:nvPr>
        </p:nvSpPr>
        <p:spPr>
          <a:ln/>
        </p:spPr>
      </p:sp>
      <p:sp>
        <p:nvSpPr>
          <p:cNvPr id="31747" name="Rectangle 3"/>
          <p:cNvSpPr>
            <a:spLocks noGrp="1" noChangeArrowheads="1"/>
          </p:cNvSpPr>
          <p:nvPr>
            <p:ph type="body" idx="1"/>
          </p:nvPr>
        </p:nvSpPr>
        <p:spPr>
          <a:noFill/>
          <a:ln/>
        </p:spPr>
        <p:txBody>
          <a:bodyPr/>
          <a:lstStyle/>
          <a:p>
            <a:r>
              <a:rPr lang="en-GB" dirty="0"/>
              <a:t>In the same way that objects often require initialisation, the class itself might require initialisation so that it can set values for the static fields. You can, of course, provide initialisation statements at the point of declaration for a static field.</a:t>
            </a:r>
          </a:p>
          <a:p>
            <a:r>
              <a:rPr lang="en-GB" dirty="0"/>
              <a:t>However, flexibility is available by coding a static </a:t>
            </a:r>
            <a:r>
              <a:rPr lang="en-GB" dirty="0" err="1"/>
              <a:t>initialiser</a:t>
            </a:r>
            <a:r>
              <a:rPr lang="en-GB" dirty="0"/>
              <a:t>. This is invoked by the JVM once, before any access is made to the type at all. Therefore, you can guarantee that no methods or properties have been called, and no objects created, when the static </a:t>
            </a:r>
            <a:r>
              <a:rPr lang="en-GB" dirty="0" err="1"/>
              <a:t>initialiser</a:t>
            </a:r>
            <a:r>
              <a:rPr lang="en-GB" dirty="0"/>
              <a:t>(s) are invoked. However, any static fields that are initialised at the point of declaration will be in their initialised state.</a:t>
            </a:r>
          </a:p>
          <a:p>
            <a:r>
              <a:rPr lang="en-GB" dirty="0"/>
              <a:t>An important thing to note is that they can take no parameters (the JVM wouldn't know what to pass in!), nor can it have an access modifier (only the JVM can invoke it, anyway).</a:t>
            </a:r>
          </a:p>
        </p:txBody>
      </p:sp>
      <p:sp>
        <p:nvSpPr>
          <p:cNvPr id="2" name="Slide Number Placeholder 1"/>
          <p:cNvSpPr>
            <a:spLocks noGrp="1"/>
          </p:cNvSpPr>
          <p:nvPr>
            <p:ph type="sldNum" sz="quarter" idx="10"/>
          </p:nvPr>
        </p:nvSpPr>
        <p:spPr/>
        <p:txBody>
          <a:bodyPr/>
          <a:lstStyle/>
          <a:p>
            <a:fld id="{548901C6-1DA1-FB44-ABEE-06A0FEB7738E}" type="slidenum">
              <a:rPr lang="en-GB" smtClean="0"/>
              <a:pPr/>
              <a:t>9</a:t>
            </a:fld>
            <a:endParaRPr lang="en-GB"/>
          </a:p>
        </p:txBody>
      </p:sp>
    </p:spTree>
    <p:extLst>
      <p:ext uri="{BB962C8B-B14F-4D97-AF65-F5344CB8AC3E}">
        <p14:creationId xmlns:p14="http://schemas.microsoft.com/office/powerpoint/2010/main" val="270030711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70" name="Rectangle 2"/>
          <p:cNvSpPr>
            <a:spLocks noGrp="1" noRot="1" noChangeAspect="1" noChangeArrowheads="1" noTextEdit="1"/>
          </p:cNvSpPr>
          <p:nvPr>
            <p:ph type="sldImg"/>
          </p:nvPr>
        </p:nvSpPr>
        <p:spPr>
          <a:ln/>
        </p:spPr>
      </p:sp>
      <p:sp>
        <p:nvSpPr>
          <p:cNvPr id="32771" name="Rectangle 3"/>
          <p:cNvSpPr>
            <a:spLocks noGrp="1" noChangeArrowheads="1"/>
          </p:cNvSpPr>
          <p:nvPr>
            <p:ph type="body" idx="1"/>
          </p:nvPr>
        </p:nvSpPr>
        <p:spPr>
          <a:noFill/>
          <a:ln/>
        </p:spPr>
        <p:txBody>
          <a:bodyPr/>
          <a:lstStyle/>
          <a:p>
            <a:endParaRPr lang="en-GB" dirty="0"/>
          </a:p>
        </p:txBody>
      </p:sp>
      <p:sp>
        <p:nvSpPr>
          <p:cNvPr id="2" name="Slide Number Placeholder 1"/>
          <p:cNvSpPr>
            <a:spLocks noGrp="1"/>
          </p:cNvSpPr>
          <p:nvPr>
            <p:ph type="sldNum" sz="quarter" idx="10"/>
          </p:nvPr>
        </p:nvSpPr>
        <p:spPr/>
        <p:txBody>
          <a:bodyPr/>
          <a:lstStyle/>
          <a:p>
            <a:fld id="{548901C6-1DA1-FB44-ABEE-06A0FEB7738E}" type="slidenum">
              <a:rPr lang="en-GB" smtClean="0"/>
              <a:pPr/>
              <a:t>10</a:t>
            </a:fld>
            <a:endParaRPr lang="en-GB"/>
          </a:p>
        </p:txBody>
      </p:sp>
    </p:spTree>
    <p:extLst>
      <p:ext uri="{BB962C8B-B14F-4D97-AF65-F5344CB8AC3E}">
        <p14:creationId xmlns:p14="http://schemas.microsoft.com/office/powerpoint/2010/main" val="134523778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70" name="Rectangle 2"/>
          <p:cNvSpPr>
            <a:spLocks noGrp="1" noRot="1" noChangeAspect="1" noChangeArrowheads="1" noTextEdit="1"/>
          </p:cNvSpPr>
          <p:nvPr>
            <p:ph type="sldImg"/>
          </p:nvPr>
        </p:nvSpPr>
        <p:spPr>
          <a:ln/>
        </p:spPr>
      </p:sp>
      <p:sp>
        <p:nvSpPr>
          <p:cNvPr id="32771" name="Rectangle 3"/>
          <p:cNvSpPr>
            <a:spLocks noGrp="1" noChangeArrowheads="1"/>
          </p:cNvSpPr>
          <p:nvPr>
            <p:ph type="body" idx="1"/>
          </p:nvPr>
        </p:nvSpPr>
        <p:spPr>
          <a:noFill/>
          <a:ln/>
        </p:spPr>
        <p:txBody>
          <a:bodyPr/>
          <a:lstStyle/>
          <a:p>
            <a:endParaRPr lang="en-GB" dirty="0"/>
          </a:p>
        </p:txBody>
      </p:sp>
      <p:sp>
        <p:nvSpPr>
          <p:cNvPr id="2" name="Slide Number Placeholder 1"/>
          <p:cNvSpPr>
            <a:spLocks noGrp="1"/>
          </p:cNvSpPr>
          <p:nvPr>
            <p:ph type="sldNum" sz="quarter" idx="10"/>
          </p:nvPr>
        </p:nvSpPr>
        <p:spPr/>
        <p:txBody>
          <a:bodyPr/>
          <a:lstStyle/>
          <a:p>
            <a:fld id="{548901C6-1DA1-FB44-ABEE-06A0FEB7738E}" type="slidenum">
              <a:rPr lang="en-GB" smtClean="0"/>
              <a:pPr/>
              <a:t>11</a:t>
            </a:fld>
            <a:endParaRPr lang="en-GB"/>
          </a:p>
        </p:txBody>
      </p:sp>
    </p:spTree>
    <p:extLst>
      <p:ext uri="{BB962C8B-B14F-4D97-AF65-F5344CB8AC3E}">
        <p14:creationId xmlns:p14="http://schemas.microsoft.com/office/powerpoint/2010/main" val="135083003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70" name="Rectangle 2"/>
          <p:cNvSpPr>
            <a:spLocks noGrp="1" noRot="1" noChangeAspect="1" noChangeArrowheads="1" noTextEdit="1"/>
          </p:cNvSpPr>
          <p:nvPr>
            <p:ph type="sldImg"/>
          </p:nvPr>
        </p:nvSpPr>
        <p:spPr>
          <a:ln/>
        </p:spPr>
      </p:sp>
      <p:sp>
        <p:nvSpPr>
          <p:cNvPr id="32771" name="Rectangle 3"/>
          <p:cNvSpPr>
            <a:spLocks noGrp="1" noChangeArrowheads="1"/>
          </p:cNvSpPr>
          <p:nvPr>
            <p:ph type="body" idx="1"/>
          </p:nvPr>
        </p:nvSpPr>
        <p:spPr>
          <a:noFill/>
          <a:ln/>
        </p:spPr>
        <p:txBody>
          <a:bodyPr/>
          <a:lstStyle/>
          <a:p>
            <a:endParaRPr lang="en-GB" dirty="0"/>
          </a:p>
        </p:txBody>
      </p:sp>
      <p:sp>
        <p:nvSpPr>
          <p:cNvPr id="2" name="Slide Number Placeholder 1"/>
          <p:cNvSpPr>
            <a:spLocks noGrp="1"/>
          </p:cNvSpPr>
          <p:nvPr>
            <p:ph type="sldNum" sz="quarter" idx="10"/>
          </p:nvPr>
        </p:nvSpPr>
        <p:spPr/>
        <p:txBody>
          <a:bodyPr/>
          <a:lstStyle/>
          <a:p>
            <a:fld id="{548901C6-1DA1-FB44-ABEE-06A0FEB7738E}" type="slidenum">
              <a:rPr lang="en-GB" smtClean="0"/>
              <a:pPr/>
              <a:t>12</a:t>
            </a:fld>
            <a:endParaRPr lang="en-GB"/>
          </a:p>
        </p:txBody>
      </p:sp>
    </p:spTree>
    <p:extLst>
      <p:ext uri="{BB962C8B-B14F-4D97-AF65-F5344CB8AC3E}">
        <p14:creationId xmlns:p14="http://schemas.microsoft.com/office/powerpoint/2010/main" val="225187926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p:spPr>
        <p:txBody>
          <a:bodyPr/>
          <a:lstStyle/>
          <a:p>
            <a:r>
              <a:rPr lang="en-GB" dirty="0"/>
              <a:t>Types can have both instance and static members. Instance members require an object to operate against (remember the hidden this parameter); static members work for the type.</a:t>
            </a:r>
          </a:p>
        </p:txBody>
      </p:sp>
      <p:sp>
        <p:nvSpPr>
          <p:cNvPr id="2" name="Slide Number Placeholder 1"/>
          <p:cNvSpPr>
            <a:spLocks noGrp="1"/>
          </p:cNvSpPr>
          <p:nvPr>
            <p:ph type="sldNum" sz="quarter" idx="10"/>
          </p:nvPr>
        </p:nvSpPr>
        <p:spPr/>
        <p:txBody>
          <a:bodyPr/>
          <a:lstStyle/>
          <a:p>
            <a:fld id="{548901C6-1DA1-FB44-ABEE-06A0FEB7738E}" type="slidenum">
              <a:rPr lang="en-GB" smtClean="0"/>
              <a:pPr/>
              <a:t>13</a:t>
            </a:fld>
            <a:endParaRPr lang="en-GB"/>
          </a:p>
        </p:txBody>
      </p:sp>
    </p:spTree>
    <p:extLst>
      <p:ext uri="{BB962C8B-B14F-4D97-AF65-F5344CB8AC3E}">
        <p14:creationId xmlns:p14="http://schemas.microsoft.com/office/powerpoint/2010/main" val="68149603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8" name="Rectangle 2"/>
          <p:cNvSpPr>
            <a:spLocks noGrp="1" noRot="1" noChangeAspect="1" noChangeArrowheads="1" noTextEdit="1"/>
          </p:cNvSpPr>
          <p:nvPr>
            <p:ph type="sldImg"/>
          </p:nvPr>
        </p:nvSpPr>
        <p:spPr>
          <a:ln/>
        </p:spPr>
      </p:sp>
      <p:sp>
        <p:nvSpPr>
          <p:cNvPr id="29699" name="Rectangle 3"/>
          <p:cNvSpPr>
            <a:spLocks noGrp="1" noChangeArrowheads="1"/>
          </p:cNvSpPr>
          <p:nvPr>
            <p:ph type="body" idx="1"/>
          </p:nvPr>
        </p:nvSpPr>
        <p:spPr>
          <a:noFill/>
          <a:ln/>
        </p:spPr>
        <p:txBody>
          <a:bodyPr/>
          <a:lstStyle/>
          <a:p>
            <a:endParaRPr lang="en-US"/>
          </a:p>
        </p:txBody>
      </p:sp>
      <p:sp>
        <p:nvSpPr>
          <p:cNvPr id="2" name="Slide Number Placeholder 1"/>
          <p:cNvSpPr>
            <a:spLocks noGrp="1"/>
          </p:cNvSpPr>
          <p:nvPr>
            <p:ph type="sldNum" sz="quarter" idx="10"/>
          </p:nvPr>
        </p:nvSpPr>
        <p:spPr/>
        <p:txBody>
          <a:bodyPr/>
          <a:lstStyle/>
          <a:p>
            <a:fld id="{548901C6-1DA1-FB44-ABEE-06A0FEB7738E}" type="slidenum">
              <a:rPr lang="en-GB" smtClean="0"/>
              <a:pPr/>
              <a:t>14</a:t>
            </a:fld>
            <a:endParaRPr lang="en-GB"/>
          </a:p>
        </p:txBody>
      </p:sp>
    </p:spTree>
    <p:extLst>
      <p:ext uri="{BB962C8B-B14F-4D97-AF65-F5344CB8AC3E}">
        <p14:creationId xmlns:p14="http://schemas.microsoft.com/office/powerpoint/2010/main" val="2401305682"/>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 Id="rId4" Type="http://schemas.openxmlformats.org/officeDocument/2006/relationships/image" Target="../media/image8.emf"/></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Q&amp;A/what's next">
    <p:bg>
      <p:bgPr>
        <a:solidFill>
          <a:srgbClr val="EDCD3C"/>
        </a:solidFill>
        <a:effectLst/>
      </p:bgPr>
    </p:bg>
    <p:spTree>
      <p:nvGrpSpPr>
        <p:cNvPr id="1" name=""/>
        <p:cNvGrpSpPr/>
        <p:nvPr/>
      </p:nvGrpSpPr>
      <p:grpSpPr>
        <a:xfrm>
          <a:off x="0" y="0"/>
          <a:ext cx="0" cy="0"/>
          <a:chOff x="0" y="0"/>
          <a:chExt cx="0" cy="0"/>
        </a:xfrm>
      </p:grpSpPr>
      <p:pic>
        <p:nvPicPr>
          <p:cNvPr id="6" name="Graphic 29">
            <a:extLst>
              <a:ext uri="{FF2B5EF4-FFF2-40B4-BE49-F238E27FC236}">
                <a16:creationId xmlns:a16="http://schemas.microsoft.com/office/drawing/2014/main" id="{572E6A4A-143B-E94B-A1BF-29C50E635AE7}"/>
              </a:ext>
            </a:extLst>
          </p:cNvPr>
          <p:cNvPicPr>
            <a:picLocks noChangeAspect="1"/>
          </p:cNvPicPr>
          <p:nvPr userDrawn="1"/>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80900" y="302477"/>
            <a:ext cx="2643023" cy="1610367"/>
          </a:xfrm>
          <a:prstGeom prst="rect">
            <a:avLst/>
          </a:prstGeom>
        </p:spPr>
      </p:pic>
      <p:sp>
        <p:nvSpPr>
          <p:cNvPr id="7" name="Text Placeholder 6"/>
          <p:cNvSpPr>
            <a:spLocks noGrp="1"/>
          </p:cNvSpPr>
          <p:nvPr>
            <p:ph type="body" sz="quarter" idx="12" hasCustomPrompt="1"/>
          </p:nvPr>
        </p:nvSpPr>
        <p:spPr>
          <a:xfrm>
            <a:off x="385300" y="5306004"/>
            <a:ext cx="3534471" cy="1186921"/>
          </a:xfrm>
        </p:spPr>
        <p:txBody>
          <a:bodyPr/>
          <a:lstStyle>
            <a:lvl1pPr marL="0" marR="0" indent="0" algn="l" defTabSz="914400" rtl="0" eaLnBrk="1" fontAlgn="auto" latinLnBrk="0" hangingPunct="1">
              <a:lnSpc>
                <a:spcPct val="100000"/>
              </a:lnSpc>
              <a:spcBef>
                <a:spcPts val="0"/>
              </a:spcBef>
              <a:spcAft>
                <a:spcPts val="0"/>
              </a:spcAft>
              <a:buClrTx/>
              <a:buSzPct val="115000"/>
              <a:buFontTx/>
              <a:buNone/>
              <a:tabLst/>
              <a:defRPr sz="1600" b="0"/>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Edit text</a:t>
            </a:r>
          </a:p>
        </p:txBody>
      </p:sp>
      <p:grpSp>
        <p:nvGrpSpPr>
          <p:cNvPr id="9" name="Group 8"/>
          <p:cNvGrpSpPr/>
          <p:nvPr userDrawn="1"/>
        </p:nvGrpSpPr>
        <p:grpSpPr>
          <a:xfrm>
            <a:off x="0" y="3516594"/>
            <a:ext cx="6358189" cy="2396903"/>
            <a:chOff x="999763" y="4580698"/>
            <a:chExt cx="3632716" cy="1370734"/>
          </a:xfrm>
          <a:solidFill>
            <a:srgbClr val="004050"/>
          </a:solidFill>
        </p:grpSpPr>
        <p:sp>
          <p:nvSpPr>
            <p:cNvPr id="10" name="Rectangle 9"/>
            <p:cNvSpPr/>
            <p:nvPr userDrawn="1"/>
          </p:nvSpPr>
          <p:spPr>
            <a:xfrm>
              <a:off x="999763" y="5031740"/>
              <a:ext cx="1554386" cy="13320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Rectangle 10"/>
            <p:cNvSpPr/>
            <p:nvPr userDrawn="1"/>
          </p:nvSpPr>
          <p:spPr>
            <a:xfrm>
              <a:off x="999763" y="5373431"/>
              <a:ext cx="1554387" cy="13320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12" name="Group 11">
              <a:extLst>
                <a:ext uri="{FF2B5EF4-FFF2-40B4-BE49-F238E27FC236}">
                  <a16:creationId xmlns:a16="http://schemas.microsoft.com/office/drawing/2014/main" id="{51C13B23-0164-1C4E-9E7A-3F1ECA7824F7}"/>
                </a:ext>
              </a:extLst>
            </p:cNvPr>
            <p:cNvGrpSpPr/>
            <p:nvPr userDrawn="1"/>
          </p:nvGrpSpPr>
          <p:grpSpPr>
            <a:xfrm>
              <a:off x="2227580" y="4580698"/>
              <a:ext cx="2404899" cy="1370734"/>
              <a:chOff x="7799133" y="1870745"/>
              <a:chExt cx="1010349" cy="584292"/>
            </a:xfrm>
            <a:grpFill/>
          </p:grpSpPr>
          <p:sp>
            <p:nvSpPr>
              <p:cNvPr id="13" name="Freeform 12">
                <a:extLst>
                  <a:ext uri="{FF2B5EF4-FFF2-40B4-BE49-F238E27FC236}">
                    <a16:creationId xmlns:a16="http://schemas.microsoft.com/office/drawing/2014/main" id="{2F450B4C-241D-A544-BBEF-175E01D6A139}"/>
                  </a:ext>
                </a:extLst>
              </p:cNvPr>
              <p:cNvSpPr/>
              <p:nvPr/>
            </p:nvSpPr>
            <p:spPr>
              <a:xfrm>
                <a:off x="7799260" y="1870745"/>
                <a:ext cx="749300" cy="247650"/>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49300" h="247650">
                    <a:moveTo>
                      <a:pt x="749871" y="248186"/>
                    </a:moveTo>
                    <a:lnTo>
                      <a:pt x="0" y="248186"/>
                    </a:lnTo>
                    <a:lnTo>
                      <a:pt x="0" y="192497"/>
                    </a:lnTo>
                    <a:lnTo>
                      <a:pt x="603885" y="192497"/>
                    </a:lnTo>
                    <a:cubicBezTo>
                      <a:pt x="546036" y="134140"/>
                      <a:pt x="492760" y="74768"/>
                      <a:pt x="457200" y="219"/>
                    </a:cubicBezTo>
                    <a:cubicBezTo>
                      <a:pt x="477583" y="219"/>
                      <a:pt x="496443" y="854"/>
                      <a:pt x="515239" y="219"/>
                    </a:cubicBezTo>
                    <a:cubicBezTo>
                      <a:pt x="524031" y="-1141"/>
                      <a:pt x="532543" y="3956"/>
                      <a:pt x="535495" y="12347"/>
                    </a:cubicBezTo>
                    <a:cubicBezTo>
                      <a:pt x="553057" y="45816"/>
                      <a:pt x="574730" y="76961"/>
                      <a:pt x="600011" y="105057"/>
                    </a:cubicBezTo>
                    <a:cubicBezTo>
                      <a:pt x="643639" y="155126"/>
                      <a:pt x="691855" y="201004"/>
                      <a:pt x="744030" y="242090"/>
                    </a:cubicBezTo>
                    <a:cubicBezTo>
                      <a:pt x="745808" y="243551"/>
                      <a:pt x="747585" y="245011"/>
                      <a:pt x="749236" y="246535"/>
                    </a:cubicBezTo>
                    <a:cubicBezTo>
                      <a:pt x="749554" y="246599"/>
                      <a:pt x="749554" y="247170"/>
                      <a:pt x="749871" y="248186"/>
                    </a:cubicBezTo>
                    <a:close/>
                  </a:path>
                </a:pathLst>
              </a:custGeom>
              <a:grpFill/>
              <a:ln w="6350" cap="flat">
                <a:noFill/>
                <a:prstDash val="solid"/>
                <a:miter/>
              </a:ln>
            </p:spPr>
            <p:txBody>
              <a:bodyPr rtlCol="0" anchor="ctr"/>
              <a:lstStyle/>
              <a:p>
                <a:endParaRPr lang="en-GB"/>
              </a:p>
            </p:txBody>
          </p:sp>
          <p:sp>
            <p:nvSpPr>
              <p:cNvPr id="14" name="Freeform 13">
                <a:extLst>
                  <a:ext uri="{FF2B5EF4-FFF2-40B4-BE49-F238E27FC236}">
                    <a16:creationId xmlns:a16="http://schemas.microsoft.com/office/drawing/2014/main" id="{9B9C1B07-7BAD-DD4F-97E1-2FD89B2D1C40}"/>
                  </a:ext>
                </a:extLst>
              </p:cNvPr>
              <p:cNvSpPr/>
              <p:nvPr/>
            </p:nvSpPr>
            <p:spPr>
              <a:xfrm>
                <a:off x="7799133" y="2208657"/>
                <a:ext cx="749300" cy="241300"/>
              </a:xfrm>
              <a:custGeom>
                <a:avLst/>
                <a:gdLst>
                  <a:gd name="connsiteX0" fmla="*/ 601091 w 749300"/>
                  <a:gd name="connsiteY0" fmla="*/ 55689 h 241300"/>
                  <a:gd name="connsiteX1" fmla="*/ 0 w 749300"/>
                  <a:gd name="connsiteY1" fmla="*/ 55689 h 241300"/>
                  <a:gd name="connsiteX2" fmla="*/ 0 w 749300"/>
                  <a:gd name="connsiteY2" fmla="*/ 0 h 241300"/>
                  <a:gd name="connsiteX3" fmla="*/ 751269 w 749300"/>
                  <a:gd name="connsiteY3" fmla="*/ 0 h 241300"/>
                  <a:gd name="connsiteX4" fmla="*/ 720598 w 749300"/>
                  <a:gd name="connsiteY4" fmla="*/ 25845 h 241300"/>
                  <a:gd name="connsiteX5" fmla="*/ 586550 w 749300"/>
                  <a:gd name="connsiteY5" fmla="*/ 159893 h 241300"/>
                  <a:gd name="connsiteX6" fmla="*/ 531813 w 749300"/>
                  <a:gd name="connsiteY6" fmla="*/ 241871 h 241300"/>
                  <a:gd name="connsiteX7" fmla="*/ 524701 w 749300"/>
                  <a:gd name="connsiteY7" fmla="*/ 246824 h 241300"/>
                  <a:gd name="connsiteX8" fmla="*/ 461835 w 749300"/>
                  <a:gd name="connsiteY8" fmla="*/ 246824 h 241300"/>
                  <a:gd name="connsiteX9" fmla="*/ 458216 w 749300"/>
                  <a:gd name="connsiteY9" fmla="*/ 246317 h 241300"/>
                  <a:gd name="connsiteX10" fmla="*/ 522478 w 749300"/>
                  <a:gd name="connsiteY10" fmla="*/ 144717 h 241300"/>
                  <a:gd name="connsiteX11" fmla="*/ 601091 w 749300"/>
                  <a:gd name="connsiteY11" fmla="*/ 55689 h 2413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49300" h="241300">
                    <a:moveTo>
                      <a:pt x="601091" y="55689"/>
                    </a:moveTo>
                    <a:lnTo>
                      <a:pt x="0" y="55689"/>
                    </a:lnTo>
                    <a:lnTo>
                      <a:pt x="0" y="0"/>
                    </a:lnTo>
                    <a:lnTo>
                      <a:pt x="751269" y="0"/>
                    </a:lnTo>
                    <a:cubicBezTo>
                      <a:pt x="740220" y="9335"/>
                      <a:pt x="730377" y="17526"/>
                      <a:pt x="720598" y="25845"/>
                    </a:cubicBezTo>
                    <a:cubicBezTo>
                      <a:pt x="672008" y="66441"/>
                      <a:pt x="627146" y="111303"/>
                      <a:pt x="586550" y="159893"/>
                    </a:cubicBezTo>
                    <a:cubicBezTo>
                      <a:pt x="565442" y="185196"/>
                      <a:pt x="547093" y="212678"/>
                      <a:pt x="531813" y="241871"/>
                    </a:cubicBezTo>
                    <a:cubicBezTo>
                      <a:pt x="530328" y="244527"/>
                      <a:pt x="527706" y="246353"/>
                      <a:pt x="524701" y="246824"/>
                    </a:cubicBezTo>
                    <a:cubicBezTo>
                      <a:pt x="503746" y="247205"/>
                      <a:pt x="482791" y="246824"/>
                      <a:pt x="461835" y="246824"/>
                    </a:cubicBezTo>
                    <a:cubicBezTo>
                      <a:pt x="460621" y="246721"/>
                      <a:pt x="459412" y="246551"/>
                      <a:pt x="458216" y="246317"/>
                    </a:cubicBezTo>
                    <a:cubicBezTo>
                      <a:pt x="475005" y="209733"/>
                      <a:pt x="496619" y="175563"/>
                      <a:pt x="522478" y="144717"/>
                    </a:cubicBezTo>
                    <a:cubicBezTo>
                      <a:pt x="547751" y="114554"/>
                      <a:pt x="574802" y="85471"/>
                      <a:pt x="601091" y="55689"/>
                    </a:cubicBezTo>
                    <a:close/>
                  </a:path>
                </a:pathLst>
              </a:custGeom>
              <a:grpFill/>
              <a:ln w="6350" cap="flat">
                <a:noFill/>
                <a:prstDash val="solid"/>
                <a:miter/>
              </a:ln>
            </p:spPr>
            <p:txBody>
              <a:bodyPr rtlCol="0" anchor="ctr"/>
              <a:lstStyle/>
              <a:p>
                <a:endParaRPr lang="en-GB"/>
              </a:p>
            </p:txBody>
          </p:sp>
          <p:sp>
            <p:nvSpPr>
              <p:cNvPr id="15" name="Freeform 14">
                <a:extLst>
                  <a:ext uri="{FF2B5EF4-FFF2-40B4-BE49-F238E27FC236}">
                    <a16:creationId xmlns:a16="http://schemas.microsoft.com/office/drawing/2014/main" id="{17BA7C41-EA1C-2F4D-90C7-EC472AB85B8A}"/>
                  </a:ext>
                </a:extLst>
              </p:cNvPr>
              <p:cNvSpPr/>
              <p:nvPr userDrawn="1"/>
            </p:nvSpPr>
            <p:spPr>
              <a:xfrm>
                <a:off x="8428482" y="1870837"/>
                <a:ext cx="381000" cy="584200"/>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grpSp>
      </p:grpSp>
      <p:sp>
        <p:nvSpPr>
          <p:cNvPr id="16"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5301" y="1914129"/>
            <a:ext cx="3592020" cy="2277604"/>
          </a:xfrm>
        </p:spPr>
        <p:txBody>
          <a:bodyPr anchor="b" anchorCtr="0">
            <a:noAutofit/>
          </a:bodyPr>
          <a:lstStyle>
            <a:lvl1pPr algn="l">
              <a:lnSpc>
                <a:spcPct val="100000"/>
              </a:lnSpc>
              <a:defRPr sz="3600"/>
            </a:lvl1pPr>
          </a:lstStyle>
          <a:p>
            <a:r>
              <a:rPr lang="en-US" noProof="0" dirty="0"/>
              <a:t>CLICK TO EDIT TITLE</a:t>
            </a:r>
            <a:endParaRPr lang="en-GB" noProof="0" dirty="0"/>
          </a:p>
        </p:txBody>
      </p:sp>
    </p:spTree>
    <p:extLst>
      <p:ext uri="{BB962C8B-B14F-4D97-AF65-F5344CB8AC3E}">
        <p14:creationId xmlns:p14="http://schemas.microsoft.com/office/powerpoint/2010/main" val="1221280981"/>
      </p:ext>
    </p:extLst>
  </p:cSld>
  <p:clrMapOvr>
    <a:masterClrMapping/>
  </p:clrMapOvr>
  <p:extLst>
    <p:ext uri="{DCECCB84-F9BA-43D5-87BE-67443E8EF086}">
      <p15:sldGuideLst xmlns:p15="http://schemas.microsoft.com/office/powerpoint/2012/main">
        <p15:guide id="1" orient="horz" pos="3634">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1_Q&amp;A/what's next">
    <p:bg>
      <p:bgPr>
        <a:solidFill>
          <a:srgbClr val="7E007C"/>
        </a:solidFill>
        <a:effectLst/>
      </p:bgPr>
    </p:bg>
    <p:spTree>
      <p:nvGrpSpPr>
        <p:cNvPr id="1" name=""/>
        <p:cNvGrpSpPr/>
        <p:nvPr/>
      </p:nvGrpSpPr>
      <p:grpSpPr>
        <a:xfrm>
          <a:off x="0" y="0"/>
          <a:ext cx="0" cy="0"/>
          <a:chOff x="0" y="0"/>
          <a:chExt cx="0" cy="0"/>
        </a:xfrm>
      </p:grpSpPr>
      <p:pic>
        <p:nvPicPr>
          <p:cNvPr id="6" name="Graphic 29">
            <a:extLst>
              <a:ext uri="{FF2B5EF4-FFF2-40B4-BE49-F238E27FC236}">
                <a16:creationId xmlns:a16="http://schemas.microsoft.com/office/drawing/2014/main" id="{572E6A4A-143B-E94B-A1BF-29C50E635AE7}"/>
              </a:ext>
            </a:extLst>
          </p:cNvPr>
          <p:cNvPicPr>
            <a:picLocks noChangeAspect="1"/>
          </p:cNvPicPr>
          <p:nvPr userDrawn="1"/>
        </p:nvPicPr>
        <p:blipFill>
          <a:blip r:embed="rId2">
            <a:extLst>
              <a:ext uri="{BEBA8EAE-BF5A-486C-A8C5-ECC9F3942E4B}">
                <a14:imgProps xmlns:a14="http://schemas.microsoft.com/office/drawing/2010/main">
                  <a14:imgLayer r:embed="rId3">
                    <a14:imgEffect>
                      <a14:brightnessContrast bright="100000" contrast="100000"/>
                    </a14:imgEffect>
                  </a14:imgLayer>
                </a14:imgProps>
              </a:ext>
              <a:ext uri="{28A0092B-C50C-407E-A947-70E740481C1C}">
                <a14:useLocalDpi xmlns:a14="http://schemas.microsoft.com/office/drawing/2010/main" val="0"/>
              </a:ext>
            </a:extLst>
          </a:blip>
          <a:stretch>
            <a:fillRect/>
          </a:stretch>
        </p:blipFill>
        <p:spPr>
          <a:xfrm>
            <a:off x="80900" y="302477"/>
            <a:ext cx="2643023" cy="1610367"/>
          </a:xfrm>
          <a:prstGeom prst="rect">
            <a:avLst/>
          </a:prstGeom>
        </p:spPr>
      </p:pic>
      <p:sp>
        <p:nvSpPr>
          <p:cNvPr id="7" name="Text Placeholder 6"/>
          <p:cNvSpPr>
            <a:spLocks noGrp="1"/>
          </p:cNvSpPr>
          <p:nvPr>
            <p:ph type="body" sz="quarter" idx="12" hasCustomPrompt="1"/>
          </p:nvPr>
        </p:nvSpPr>
        <p:spPr>
          <a:xfrm>
            <a:off x="385300" y="5306004"/>
            <a:ext cx="3534471" cy="1186921"/>
          </a:xfrm>
        </p:spPr>
        <p:txBody>
          <a:bodyPr/>
          <a:lstStyle>
            <a:lvl1pPr marL="0" marR="0" indent="0" algn="l" defTabSz="914400" rtl="0" eaLnBrk="1" fontAlgn="auto" latinLnBrk="0" hangingPunct="1">
              <a:lnSpc>
                <a:spcPct val="100000"/>
              </a:lnSpc>
              <a:spcBef>
                <a:spcPts val="0"/>
              </a:spcBef>
              <a:spcAft>
                <a:spcPts val="0"/>
              </a:spcAft>
              <a:buClrTx/>
              <a:buSzPct val="115000"/>
              <a:buFontTx/>
              <a:buNone/>
              <a:tabLst/>
              <a:defRPr sz="1600" b="0">
                <a:solidFill>
                  <a:schemeClr val="bg1"/>
                </a:solidFill>
              </a:defRPr>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Edit text</a:t>
            </a:r>
          </a:p>
        </p:txBody>
      </p:sp>
      <p:grpSp>
        <p:nvGrpSpPr>
          <p:cNvPr id="9" name="Group 8"/>
          <p:cNvGrpSpPr/>
          <p:nvPr userDrawn="1"/>
        </p:nvGrpSpPr>
        <p:grpSpPr>
          <a:xfrm>
            <a:off x="0" y="3516594"/>
            <a:ext cx="6358189" cy="2396903"/>
            <a:chOff x="999763" y="4580698"/>
            <a:chExt cx="3632716" cy="1370734"/>
          </a:xfrm>
          <a:solidFill>
            <a:srgbClr val="FF004C"/>
          </a:solidFill>
        </p:grpSpPr>
        <p:sp>
          <p:nvSpPr>
            <p:cNvPr id="10" name="Rectangle 9"/>
            <p:cNvSpPr/>
            <p:nvPr userDrawn="1"/>
          </p:nvSpPr>
          <p:spPr>
            <a:xfrm>
              <a:off x="999763" y="5031740"/>
              <a:ext cx="1554386" cy="13320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Rectangle 10"/>
            <p:cNvSpPr/>
            <p:nvPr userDrawn="1"/>
          </p:nvSpPr>
          <p:spPr>
            <a:xfrm>
              <a:off x="999763" y="5373431"/>
              <a:ext cx="1554387" cy="13320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12" name="Group 11">
              <a:extLst>
                <a:ext uri="{FF2B5EF4-FFF2-40B4-BE49-F238E27FC236}">
                  <a16:creationId xmlns:a16="http://schemas.microsoft.com/office/drawing/2014/main" id="{51C13B23-0164-1C4E-9E7A-3F1ECA7824F7}"/>
                </a:ext>
              </a:extLst>
            </p:cNvPr>
            <p:cNvGrpSpPr/>
            <p:nvPr userDrawn="1"/>
          </p:nvGrpSpPr>
          <p:grpSpPr>
            <a:xfrm>
              <a:off x="2227580" y="4580698"/>
              <a:ext cx="2404899" cy="1370734"/>
              <a:chOff x="7799133" y="1870745"/>
              <a:chExt cx="1010349" cy="584292"/>
            </a:xfrm>
            <a:grpFill/>
          </p:grpSpPr>
          <p:sp>
            <p:nvSpPr>
              <p:cNvPr id="13" name="Freeform 12">
                <a:extLst>
                  <a:ext uri="{FF2B5EF4-FFF2-40B4-BE49-F238E27FC236}">
                    <a16:creationId xmlns:a16="http://schemas.microsoft.com/office/drawing/2014/main" id="{2F450B4C-241D-A544-BBEF-175E01D6A139}"/>
                  </a:ext>
                </a:extLst>
              </p:cNvPr>
              <p:cNvSpPr/>
              <p:nvPr/>
            </p:nvSpPr>
            <p:spPr>
              <a:xfrm>
                <a:off x="7799260" y="1870745"/>
                <a:ext cx="749300" cy="247650"/>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49300" h="247650">
                    <a:moveTo>
                      <a:pt x="749871" y="248186"/>
                    </a:moveTo>
                    <a:lnTo>
                      <a:pt x="0" y="248186"/>
                    </a:lnTo>
                    <a:lnTo>
                      <a:pt x="0" y="192497"/>
                    </a:lnTo>
                    <a:lnTo>
                      <a:pt x="603885" y="192497"/>
                    </a:lnTo>
                    <a:cubicBezTo>
                      <a:pt x="546036" y="134140"/>
                      <a:pt x="492760" y="74768"/>
                      <a:pt x="457200" y="219"/>
                    </a:cubicBezTo>
                    <a:cubicBezTo>
                      <a:pt x="477583" y="219"/>
                      <a:pt x="496443" y="854"/>
                      <a:pt x="515239" y="219"/>
                    </a:cubicBezTo>
                    <a:cubicBezTo>
                      <a:pt x="524031" y="-1141"/>
                      <a:pt x="532543" y="3956"/>
                      <a:pt x="535495" y="12347"/>
                    </a:cubicBezTo>
                    <a:cubicBezTo>
                      <a:pt x="553057" y="45816"/>
                      <a:pt x="574730" y="76961"/>
                      <a:pt x="600011" y="105057"/>
                    </a:cubicBezTo>
                    <a:cubicBezTo>
                      <a:pt x="643639" y="155126"/>
                      <a:pt x="691855" y="201004"/>
                      <a:pt x="744030" y="242090"/>
                    </a:cubicBezTo>
                    <a:cubicBezTo>
                      <a:pt x="745808" y="243551"/>
                      <a:pt x="747585" y="245011"/>
                      <a:pt x="749236" y="246535"/>
                    </a:cubicBezTo>
                    <a:cubicBezTo>
                      <a:pt x="749554" y="246599"/>
                      <a:pt x="749554" y="247170"/>
                      <a:pt x="749871" y="248186"/>
                    </a:cubicBezTo>
                    <a:close/>
                  </a:path>
                </a:pathLst>
              </a:custGeom>
              <a:grpFill/>
              <a:ln w="6350" cap="flat">
                <a:noFill/>
                <a:prstDash val="solid"/>
                <a:miter/>
              </a:ln>
            </p:spPr>
            <p:txBody>
              <a:bodyPr rtlCol="0" anchor="ctr"/>
              <a:lstStyle/>
              <a:p>
                <a:endParaRPr lang="en-GB"/>
              </a:p>
            </p:txBody>
          </p:sp>
          <p:sp>
            <p:nvSpPr>
              <p:cNvPr id="14" name="Freeform 13">
                <a:extLst>
                  <a:ext uri="{FF2B5EF4-FFF2-40B4-BE49-F238E27FC236}">
                    <a16:creationId xmlns:a16="http://schemas.microsoft.com/office/drawing/2014/main" id="{9B9C1B07-7BAD-DD4F-97E1-2FD89B2D1C40}"/>
                  </a:ext>
                </a:extLst>
              </p:cNvPr>
              <p:cNvSpPr/>
              <p:nvPr/>
            </p:nvSpPr>
            <p:spPr>
              <a:xfrm>
                <a:off x="7799133" y="2208657"/>
                <a:ext cx="749300" cy="241300"/>
              </a:xfrm>
              <a:custGeom>
                <a:avLst/>
                <a:gdLst>
                  <a:gd name="connsiteX0" fmla="*/ 601091 w 749300"/>
                  <a:gd name="connsiteY0" fmla="*/ 55689 h 241300"/>
                  <a:gd name="connsiteX1" fmla="*/ 0 w 749300"/>
                  <a:gd name="connsiteY1" fmla="*/ 55689 h 241300"/>
                  <a:gd name="connsiteX2" fmla="*/ 0 w 749300"/>
                  <a:gd name="connsiteY2" fmla="*/ 0 h 241300"/>
                  <a:gd name="connsiteX3" fmla="*/ 751269 w 749300"/>
                  <a:gd name="connsiteY3" fmla="*/ 0 h 241300"/>
                  <a:gd name="connsiteX4" fmla="*/ 720598 w 749300"/>
                  <a:gd name="connsiteY4" fmla="*/ 25845 h 241300"/>
                  <a:gd name="connsiteX5" fmla="*/ 586550 w 749300"/>
                  <a:gd name="connsiteY5" fmla="*/ 159893 h 241300"/>
                  <a:gd name="connsiteX6" fmla="*/ 531813 w 749300"/>
                  <a:gd name="connsiteY6" fmla="*/ 241871 h 241300"/>
                  <a:gd name="connsiteX7" fmla="*/ 524701 w 749300"/>
                  <a:gd name="connsiteY7" fmla="*/ 246824 h 241300"/>
                  <a:gd name="connsiteX8" fmla="*/ 461835 w 749300"/>
                  <a:gd name="connsiteY8" fmla="*/ 246824 h 241300"/>
                  <a:gd name="connsiteX9" fmla="*/ 458216 w 749300"/>
                  <a:gd name="connsiteY9" fmla="*/ 246317 h 241300"/>
                  <a:gd name="connsiteX10" fmla="*/ 522478 w 749300"/>
                  <a:gd name="connsiteY10" fmla="*/ 144717 h 241300"/>
                  <a:gd name="connsiteX11" fmla="*/ 601091 w 749300"/>
                  <a:gd name="connsiteY11" fmla="*/ 55689 h 2413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49300" h="241300">
                    <a:moveTo>
                      <a:pt x="601091" y="55689"/>
                    </a:moveTo>
                    <a:lnTo>
                      <a:pt x="0" y="55689"/>
                    </a:lnTo>
                    <a:lnTo>
                      <a:pt x="0" y="0"/>
                    </a:lnTo>
                    <a:lnTo>
                      <a:pt x="751269" y="0"/>
                    </a:lnTo>
                    <a:cubicBezTo>
                      <a:pt x="740220" y="9335"/>
                      <a:pt x="730377" y="17526"/>
                      <a:pt x="720598" y="25845"/>
                    </a:cubicBezTo>
                    <a:cubicBezTo>
                      <a:pt x="672008" y="66441"/>
                      <a:pt x="627146" y="111303"/>
                      <a:pt x="586550" y="159893"/>
                    </a:cubicBezTo>
                    <a:cubicBezTo>
                      <a:pt x="565442" y="185196"/>
                      <a:pt x="547093" y="212678"/>
                      <a:pt x="531813" y="241871"/>
                    </a:cubicBezTo>
                    <a:cubicBezTo>
                      <a:pt x="530328" y="244527"/>
                      <a:pt x="527706" y="246353"/>
                      <a:pt x="524701" y="246824"/>
                    </a:cubicBezTo>
                    <a:cubicBezTo>
                      <a:pt x="503746" y="247205"/>
                      <a:pt x="482791" y="246824"/>
                      <a:pt x="461835" y="246824"/>
                    </a:cubicBezTo>
                    <a:cubicBezTo>
                      <a:pt x="460621" y="246721"/>
                      <a:pt x="459412" y="246551"/>
                      <a:pt x="458216" y="246317"/>
                    </a:cubicBezTo>
                    <a:cubicBezTo>
                      <a:pt x="475005" y="209733"/>
                      <a:pt x="496619" y="175563"/>
                      <a:pt x="522478" y="144717"/>
                    </a:cubicBezTo>
                    <a:cubicBezTo>
                      <a:pt x="547751" y="114554"/>
                      <a:pt x="574802" y="85471"/>
                      <a:pt x="601091" y="55689"/>
                    </a:cubicBezTo>
                    <a:close/>
                  </a:path>
                </a:pathLst>
              </a:custGeom>
              <a:grpFill/>
              <a:ln w="6350" cap="flat">
                <a:noFill/>
                <a:prstDash val="solid"/>
                <a:miter/>
              </a:ln>
            </p:spPr>
            <p:txBody>
              <a:bodyPr rtlCol="0" anchor="ctr"/>
              <a:lstStyle/>
              <a:p>
                <a:endParaRPr lang="en-GB"/>
              </a:p>
            </p:txBody>
          </p:sp>
          <p:sp>
            <p:nvSpPr>
              <p:cNvPr id="15" name="Freeform 14">
                <a:extLst>
                  <a:ext uri="{FF2B5EF4-FFF2-40B4-BE49-F238E27FC236}">
                    <a16:creationId xmlns:a16="http://schemas.microsoft.com/office/drawing/2014/main" id="{17BA7C41-EA1C-2F4D-90C7-EC472AB85B8A}"/>
                  </a:ext>
                </a:extLst>
              </p:cNvPr>
              <p:cNvSpPr/>
              <p:nvPr userDrawn="1"/>
            </p:nvSpPr>
            <p:spPr>
              <a:xfrm>
                <a:off x="8428482" y="1870837"/>
                <a:ext cx="381000" cy="584200"/>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grpSp>
      </p:grpSp>
      <p:sp>
        <p:nvSpPr>
          <p:cNvPr id="16"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5301" y="1914129"/>
            <a:ext cx="3592020" cy="2277604"/>
          </a:xfrm>
        </p:spPr>
        <p:txBody>
          <a:bodyPr anchor="b" anchorCtr="0">
            <a:noAutofit/>
          </a:bodyPr>
          <a:lstStyle>
            <a:lvl1pPr algn="l">
              <a:lnSpc>
                <a:spcPct val="100000"/>
              </a:lnSpc>
              <a:defRPr sz="3600">
                <a:solidFill>
                  <a:schemeClr val="bg1"/>
                </a:solidFill>
              </a:defRPr>
            </a:lvl1pPr>
          </a:lstStyle>
          <a:p>
            <a:r>
              <a:rPr lang="en-US" noProof="0" dirty="0"/>
              <a:t>CLICK TO EDIT TITLE</a:t>
            </a:r>
            <a:endParaRPr lang="en-GB" noProof="0" dirty="0"/>
          </a:p>
        </p:txBody>
      </p:sp>
    </p:spTree>
    <p:extLst>
      <p:ext uri="{BB962C8B-B14F-4D97-AF65-F5344CB8AC3E}">
        <p14:creationId xmlns:p14="http://schemas.microsoft.com/office/powerpoint/2010/main" val="3920985136"/>
      </p:ext>
    </p:extLst>
  </p:cSld>
  <p:clrMapOvr>
    <a:masterClrMapping/>
  </p:clrMapOvr>
  <p:extLst>
    <p:ext uri="{DCECCB84-F9BA-43D5-87BE-67443E8EF086}">
      <p15:sldGuideLst xmlns:p15="http://schemas.microsoft.com/office/powerpoint/2012/main">
        <p15:guide id="1" orient="horz" pos="3634">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Follow us">
    <p:bg>
      <p:bgPr>
        <a:solidFill>
          <a:srgbClr val="28CFF9"/>
        </a:solidFill>
        <a:effectLst/>
      </p:bgPr>
    </p:bg>
    <p:spTree>
      <p:nvGrpSpPr>
        <p:cNvPr id="1" name=""/>
        <p:cNvGrpSpPr/>
        <p:nvPr/>
      </p:nvGrpSpPr>
      <p:grpSpPr>
        <a:xfrm>
          <a:off x="0" y="0"/>
          <a:ext cx="0" cy="0"/>
          <a:chOff x="0" y="0"/>
          <a:chExt cx="0" cy="0"/>
        </a:xfrm>
      </p:grpSpPr>
      <p:pic>
        <p:nvPicPr>
          <p:cNvPr id="6" name="Graphic 29">
            <a:extLst>
              <a:ext uri="{FF2B5EF4-FFF2-40B4-BE49-F238E27FC236}">
                <a16:creationId xmlns:a16="http://schemas.microsoft.com/office/drawing/2014/main" id="{572E6A4A-143B-E94B-A1BF-29C50E635AE7}"/>
              </a:ext>
            </a:extLst>
          </p:cNvPr>
          <p:cNvPicPr>
            <a:picLocks noChangeAspect="1"/>
          </p:cNvPicPr>
          <p:nvPr userDrawn="1"/>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80900" y="302477"/>
            <a:ext cx="2643023" cy="1610367"/>
          </a:xfrm>
          <a:prstGeom prst="rect">
            <a:avLst/>
          </a:prstGeom>
        </p:spPr>
      </p:pic>
      <p:sp>
        <p:nvSpPr>
          <p:cNvPr id="7" name="Text Placeholder 6"/>
          <p:cNvSpPr>
            <a:spLocks noGrp="1"/>
          </p:cNvSpPr>
          <p:nvPr>
            <p:ph type="body" sz="quarter" idx="12" hasCustomPrompt="1"/>
          </p:nvPr>
        </p:nvSpPr>
        <p:spPr>
          <a:xfrm>
            <a:off x="385300" y="5306004"/>
            <a:ext cx="3534471" cy="1186921"/>
          </a:xfrm>
        </p:spPr>
        <p:txBody>
          <a:bodyPr/>
          <a:lstStyle>
            <a:lvl1pPr marL="0" marR="0" indent="0" algn="l" defTabSz="914400" rtl="0" eaLnBrk="1" fontAlgn="auto" latinLnBrk="0" hangingPunct="1">
              <a:lnSpc>
                <a:spcPct val="100000"/>
              </a:lnSpc>
              <a:spcBef>
                <a:spcPts val="0"/>
              </a:spcBef>
              <a:spcAft>
                <a:spcPts val="0"/>
              </a:spcAft>
              <a:buClrTx/>
              <a:buSzPct val="115000"/>
              <a:buFontTx/>
              <a:buNone/>
              <a:tabLst/>
              <a:defRPr sz="1600" b="0"/>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Edit text</a:t>
            </a:r>
          </a:p>
        </p:txBody>
      </p:sp>
      <p:grpSp>
        <p:nvGrpSpPr>
          <p:cNvPr id="9" name="Group 8"/>
          <p:cNvGrpSpPr/>
          <p:nvPr userDrawn="1"/>
        </p:nvGrpSpPr>
        <p:grpSpPr>
          <a:xfrm>
            <a:off x="0" y="3516594"/>
            <a:ext cx="6358189" cy="2396903"/>
            <a:chOff x="999763" y="4580698"/>
            <a:chExt cx="3632716" cy="1370734"/>
          </a:xfrm>
          <a:solidFill>
            <a:srgbClr val="004050"/>
          </a:solidFill>
        </p:grpSpPr>
        <p:sp>
          <p:nvSpPr>
            <p:cNvPr id="10" name="Rectangle 9"/>
            <p:cNvSpPr/>
            <p:nvPr userDrawn="1"/>
          </p:nvSpPr>
          <p:spPr>
            <a:xfrm>
              <a:off x="999763" y="5031740"/>
              <a:ext cx="1554386" cy="13320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Rectangle 10"/>
            <p:cNvSpPr/>
            <p:nvPr userDrawn="1"/>
          </p:nvSpPr>
          <p:spPr>
            <a:xfrm>
              <a:off x="999763" y="5373431"/>
              <a:ext cx="1554387" cy="13320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12" name="Group 11">
              <a:extLst>
                <a:ext uri="{FF2B5EF4-FFF2-40B4-BE49-F238E27FC236}">
                  <a16:creationId xmlns:a16="http://schemas.microsoft.com/office/drawing/2014/main" id="{51C13B23-0164-1C4E-9E7A-3F1ECA7824F7}"/>
                </a:ext>
              </a:extLst>
            </p:cNvPr>
            <p:cNvGrpSpPr/>
            <p:nvPr userDrawn="1"/>
          </p:nvGrpSpPr>
          <p:grpSpPr>
            <a:xfrm>
              <a:off x="2227580" y="4580698"/>
              <a:ext cx="2404899" cy="1370734"/>
              <a:chOff x="7799133" y="1870745"/>
              <a:chExt cx="1010349" cy="584292"/>
            </a:xfrm>
            <a:grpFill/>
          </p:grpSpPr>
          <p:sp>
            <p:nvSpPr>
              <p:cNvPr id="13" name="Freeform 12">
                <a:extLst>
                  <a:ext uri="{FF2B5EF4-FFF2-40B4-BE49-F238E27FC236}">
                    <a16:creationId xmlns:a16="http://schemas.microsoft.com/office/drawing/2014/main" id="{2F450B4C-241D-A544-BBEF-175E01D6A139}"/>
                  </a:ext>
                </a:extLst>
              </p:cNvPr>
              <p:cNvSpPr/>
              <p:nvPr/>
            </p:nvSpPr>
            <p:spPr>
              <a:xfrm>
                <a:off x="7799260" y="1870745"/>
                <a:ext cx="749300" cy="247650"/>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49300" h="247650">
                    <a:moveTo>
                      <a:pt x="749871" y="248186"/>
                    </a:moveTo>
                    <a:lnTo>
                      <a:pt x="0" y="248186"/>
                    </a:lnTo>
                    <a:lnTo>
                      <a:pt x="0" y="192497"/>
                    </a:lnTo>
                    <a:lnTo>
                      <a:pt x="603885" y="192497"/>
                    </a:lnTo>
                    <a:cubicBezTo>
                      <a:pt x="546036" y="134140"/>
                      <a:pt x="492760" y="74768"/>
                      <a:pt x="457200" y="219"/>
                    </a:cubicBezTo>
                    <a:cubicBezTo>
                      <a:pt x="477583" y="219"/>
                      <a:pt x="496443" y="854"/>
                      <a:pt x="515239" y="219"/>
                    </a:cubicBezTo>
                    <a:cubicBezTo>
                      <a:pt x="524031" y="-1141"/>
                      <a:pt x="532543" y="3956"/>
                      <a:pt x="535495" y="12347"/>
                    </a:cubicBezTo>
                    <a:cubicBezTo>
                      <a:pt x="553057" y="45816"/>
                      <a:pt x="574730" y="76961"/>
                      <a:pt x="600011" y="105057"/>
                    </a:cubicBezTo>
                    <a:cubicBezTo>
                      <a:pt x="643639" y="155126"/>
                      <a:pt x="691855" y="201004"/>
                      <a:pt x="744030" y="242090"/>
                    </a:cubicBezTo>
                    <a:cubicBezTo>
                      <a:pt x="745808" y="243551"/>
                      <a:pt x="747585" y="245011"/>
                      <a:pt x="749236" y="246535"/>
                    </a:cubicBezTo>
                    <a:cubicBezTo>
                      <a:pt x="749554" y="246599"/>
                      <a:pt x="749554" y="247170"/>
                      <a:pt x="749871" y="248186"/>
                    </a:cubicBezTo>
                    <a:close/>
                  </a:path>
                </a:pathLst>
              </a:custGeom>
              <a:grpFill/>
              <a:ln w="6350" cap="flat">
                <a:noFill/>
                <a:prstDash val="solid"/>
                <a:miter/>
              </a:ln>
            </p:spPr>
            <p:txBody>
              <a:bodyPr rtlCol="0" anchor="ctr"/>
              <a:lstStyle/>
              <a:p>
                <a:endParaRPr lang="en-GB"/>
              </a:p>
            </p:txBody>
          </p:sp>
          <p:sp>
            <p:nvSpPr>
              <p:cNvPr id="14" name="Freeform 13">
                <a:extLst>
                  <a:ext uri="{FF2B5EF4-FFF2-40B4-BE49-F238E27FC236}">
                    <a16:creationId xmlns:a16="http://schemas.microsoft.com/office/drawing/2014/main" id="{9B9C1B07-7BAD-DD4F-97E1-2FD89B2D1C40}"/>
                  </a:ext>
                </a:extLst>
              </p:cNvPr>
              <p:cNvSpPr/>
              <p:nvPr/>
            </p:nvSpPr>
            <p:spPr>
              <a:xfrm>
                <a:off x="7799133" y="2208657"/>
                <a:ext cx="749300" cy="241300"/>
              </a:xfrm>
              <a:custGeom>
                <a:avLst/>
                <a:gdLst>
                  <a:gd name="connsiteX0" fmla="*/ 601091 w 749300"/>
                  <a:gd name="connsiteY0" fmla="*/ 55689 h 241300"/>
                  <a:gd name="connsiteX1" fmla="*/ 0 w 749300"/>
                  <a:gd name="connsiteY1" fmla="*/ 55689 h 241300"/>
                  <a:gd name="connsiteX2" fmla="*/ 0 w 749300"/>
                  <a:gd name="connsiteY2" fmla="*/ 0 h 241300"/>
                  <a:gd name="connsiteX3" fmla="*/ 751269 w 749300"/>
                  <a:gd name="connsiteY3" fmla="*/ 0 h 241300"/>
                  <a:gd name="connsiteX4" fmla="*/ 720598 w 749300"/>
                  <a:gd name="connsiteY4" fmla="*/ 25845 h 241300"/>
                  <a:gd name="connsiteX5" fmla="*/ 586550 w 749300"/>
                  <a:gd name="connsiteY5" fmla="*/ 159893 h 241300"/>
                  <a:gd name="connsiteX6" fmla="*/ 531813 w 749300"/>
                  <a:gd name="connsiteY6" fmla="*/ 241871 h 241300"/>
                  <a:gd name="connsiteX7" fmla="*/ 524701 w 749300"/>
                  <a:gd name="connsiteY7" fmla="*/ 246824 h 241300"/>
                  <a:gd name="connsiteX8" fmla="*/ 461835 w 749300"/>
                  <a:gd name="connsiteY8" fmla="*/ 246824 h 241300"/>
                  <a:gd name="connsiteX9" fmla="*/ 458216 w 749300"/>
                  <a:gd name="connsiteY9" fmla="*/ 246317 h 241300"/>
                  <a:gd name="connsiteX10" fmla="*/ 522478 w 749300"/>
                  <a:gd name="connsiteY10" fmla="*/ 144717 h 241300"/>
                  <a:gd name="connsiteX11" fmla="*/ 601091 w 749300"/>
                  <a:gd name="connsiteY11" fmla="*/ 55689 h 2413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49300" h="241300">
                    <a:moveTo>
                      <a:pt x="601091" y="55689"/>
                    </a:moveTo>
                    <a:lnTo>
                      <a:pt x="0" y="55689"/>
                    </a:lnTo>
                    <a:lnTo>
                      <a:pt x="0" y="0"/>
                    </a:lnTo>
                    <a:lnTo>
                      <a:pt x="751269" y="0"/>
                    </a:lnTo>
                    <a:cubicBezTo>
                      <a:pt x="740220" y="9335"/>
                      <a:pt x="730377" y="17526"/>
                      <a:pt x="720598" y="25845"/>
                    </a:cubicBezTo>
                    <a:cubicBezTo>
                      <a:pt x="672008" y="66441"/>
                      <a:pt x="627146" y="111303"/>
                      <a:pt x="586550" y="159893"/>
                    </a:cubicBezTo>
                    <a:cubicBezTo>
                      <a:pt x="565442" y="185196"/>
                      <a:pt x="547093" y="212678"/>
                      <a:pt x="531813" y="241871"/>
                    </a:cubicBezTo>
                    <a:cubicBezTo>
                      <a:pt x="530328" y="244527"/>
                      <a:pt x="527706" y="246353"/>
                      <a:pt x="524701" y="246824"/>
                    </a:cubicBezTo>
                    <a:cubicBezTo>
                      <a:pt x="503746" y="247205"/>
                      <a:pt x="482791" y="246824"/>
                      <a:pt x="461835" y="246824"/>
                    </a:cubicBezTo>
                    <a:cubicBezTo>
                      <a:pt x="460621" y="246721"/>
                      <a:pt x="459412" y="246551"/>
                      <a:pt x="458216" y="246317"/>
                    </a:cubicBezTo>
                    <a:cubicBezTo>
                      <a:pt x="475005" y="209733"/>
                      <a:pt x="496619" y="175563"/>
                      <a:pt x="522478" y="144717"/>
                    </a:cubicBezTo>
                    <a:cubicBezTo>
                      <a:pt x="547751" y="114554"/>
                      <a:pt x="574802" y="85471"/>
                      <a:pt x="601091" y="55689"/>
                    </a:cubicBezTo>
                    <a:close/>
                  </a:path>
                </a:pathLst>
              </a:custGeom>
              <a:grpFill/>
              <a:ln w="6350" cap="flat">
                <a:noFill/>
                <a:prstDash val="solid"/>
                <a:miter/>
              </a:ln>
            </p:spPr>
            <p:txBody>
              <a:bodyPr rtlCol="0" anchor="ctr"/>
              <a:lstStyle/>
              <a:p>
                <a:endParaRPr lang="en-GB"/>
              </a:p>
            </p:txBody>
          </p:sp>
          <p:sp>
            <p:nvSpPr>
              <p:cNvPr id="15" name="Freeform 14">
                <a:extLst>
                  <a:ext uri="{FF2B5EF4-FFF2-40B4-BE49-F238E27FC236}">
                    <a16:creationId xmlns:a16="http://schemas.microsoft.com/office/drawing/2014/main" id="{17BA7C41-EA1C-2F4D-90C7-EC472AB85B8A}"/>
                  </a:ext>
                </a:extLst>
              </p:cNvPr>
              <p:cNvSpPr/>
              <p:nvPr userDrawn="1"/>
            </p:nvSpPr>
            <p:spPr>
              <a:xfrm>
                <a:off x="8428482" y="1870837"/>
                <a:ext cx="381000" cy="584200"/>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grpSp>
      </p:grpSp>
      <p:sp>
        <p:nvSpPr>
          <p:cNvPr id="16"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5301" y="1914129"/>
            <a:ext cx="3592020" cy="2277604"/>
          </a:xfrm>
        </p:spPr>
        <p:txBody>
          <a:bodyPr anchor="b" anchorCtr="0">
            <a:noAutofit/>
          </a:bodyPr>
          <a:lstStyle>
            <a:lvl1pPr algn="l">
              <a:lnSpc>
                <a:spcPct val="100000"/>
              </a:lnSpc>
              <a:defRPr sz="3600"/>
            </a:lvl1pPr>
          </a:lstStyle>
          <a:p>
            <a:r>
              <a:rPr lang="en-US" noProof="0" dirty="0"/>
              <a:t>CLICK TO EDIT TITLE</a:t>
            </a:r>
            <a:endParaRPr lang="en-GB" noProof="0" dirty="0"/>
          </a:p>
        </p:txBody>
      </p:sp>
    </p:spTree>
    <p:extLst>
      <p:ext uri="{BB962C8B-B14F-4D97-AF65-F5344CB8AC3E}">
        <p14:creationId xmlns:p14="http://schemas.microsoft.com/office/powerpoint/2010/main" val="986434422"/>
      </p:ext>
    </p:extLst>
  </p:cSld>
  <p:clrMapOvr>
    <a:masterClrMapping/>
  </p:clrMapOvr>
  <p:extLst>
    <p:ext uri="{DCECCB84-F9BA-43D5-87BE-67443E8EF086}">
      <p15:sldGuideLst xmlns:p15="http://schemas.microsoft.com/office/powerpoint/2012/main">
        <p15:guide id="1" orient="horz" pos="3634">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Action Tips">
    <p:bg>
      <p:bgPr>
        <a:solidFill>
          <a:srgbClr val="EB622E"/>
        </a:solidFill>
        <a:effectLst/>
      </p:bgPr>
    </p:bg>
    <p:spTree>
      <p:nvGrpSpPr>
        <p:cNvPr id="1" name=""/>
        <p:cNvGrpSpPr/>
        <p:nvPr/>
      </p:nvGrpSpPr>
      <p:grpSpPr>
        <a:xfrm>
          <a:off x="0" y="0"/>
          <a:ext cx="0" cy="0"/>
          <a:chOff x="0" y="0"/>
          <a:chExt cx="0" cy="0"/>
        </a:xfrm>
      </p:grpSpPr>
      <p:pic>
        <p:nvPicPr>
          <p:cNvPr id="6" name="Graphic 29">
            <a:extLst>
              <a:ext uri="{FF2B5EF4-FFF2-40B4-BE49-F238E27FC236}">
                <a16:creationId xmlns:a16="http://schemas.microsoft.com/office/drawing/2014/main" id="{572E6A4A-143B-E94B-A1BF-29C50E635AE7}"/>
              </a:ext>
            </a:extLst>
          </p:cNvPr>
          <p:cNvPicPr>
            <a:picLocks noChangeAspect="1"/>
          </p:cNvPicPr>
          <p:nvPr userDrawn="1"/>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80900" y="302477"/>
            <a:ext cx="2643023" cy="1610367"/>
          </a:xfrm>
          <a:prstGeom prst="rect">
            <a:avLst/>
          </a:prstGeom>
        </p:spPr>
      </p:pic>
      <p:sp>
        <p:nvSpPr>
          <p:cNvPr id="7" name="Text Placeholder 6"/>
          <p:cNvSpPr>
            <a:spLocks noGrp="1"/>
          </p:cNvSpPr>
          <p:nvPr>
            <p:ph type="body" sz="quarter" idx="12" hasCustomPrompt="1"/>
          </p:nvPr>
        </p:nvSpPr>
        <p:spPr>
          <a:xfrm>
            <a:off x="385300" y="5306004"/>
            <a:ext cx="3534471" cy="1186921"/>
          </a:xfrm>
        </p:spPr>
        <p:txBody>
          <a:bodyPr/>
          <a:lstStyle>
            <a:lvl1pPr marL="0" marR="0" indent="0" algn="l" defTabSz="914400" rtl="0" eaLnBrk="1" fontAlgn="auto" latinLnBrk="0" hangingPunct="1">
              <a:lnSpc>
                <a:spcPct val="100000"/>
              </a:lnSpc>
              <a:spcBef>
                <a:spcPts val="0"/>
              </a:spcBef>
              <a:spcAft>
                <a:spcPts val="0"/>
              </a:spcAft>
              <a:buClrTx/>
              <a:buSzPct val="115000"/>
              <a:buFontTx/>
              <a:buNone/>
              <a:tabLst/>
              <a:defRPr sz="1600" b="0"/>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Edit text</a:t>
            </a:r>
          </a:p>
        </p:txBody>
      </p:sp>
      <p:grpSp>
        <p:nvGrpSpPr>
          <p:cNvPr id="9" name="Group 8"/>
          <p:cNvGrpSpPr/>
          <p:nvPr userDrawn="1"/>
        </p:nvGrpSpPr>
        <p:grpSpPr>
          <a:xfrm>
            <a:off x="0" y="3516594"/>
            <a:ext cx="6358189" cy="2396903"/>
            <a:chOff x="999763" y="4580698"/>
            <a:chExt cx="3632716" cy="1370734"/>
          </a:xfrm>
          <a:solidFill>
            <a:srgbClr val="004050"/>
          </a:solidFill>
        </p:grpSpPr>
        <p:sp>
          <p:nvSpPr>
            <p:cNvPr id="10" name="Rectangle 9"/>
            <p:cNvSpPr/>
            <p:nvPr userDrawn="1"/>
          </p:nvSpPr>
          <p:spPr>
            <a:xfrm>
              <a:off x="999763" y="5031740"/>
              <a:ext cx="1554386" cy="13320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Rectangle 10"/>
            <p:cNvSpPr/>
            <p:nvPr userDrawn="1"/>
          </p:nvSpPr>
          <p:spPr>
            <a:xfrm>
              <a:off x="999763" y="5373431"/>
              <a:ext cx="1554387" cy="13320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12" name="Group 11">
              <a:extLst>
                <a:ext uri="{FF2B5EF4-FFF2-40B4-BE49-F238E27FC236}">
                  <a16:creationId xmlns:a16="http://schemas.microsoft.com/office/drawing/2014/main" id="{51C13B23-0164-1C4E-9E7A-3F1ECA7824F7}"/>
                </a:ext>
              </a:extLst>
            </p:cNvPr>
            <p:cNvGrpSpPr/>
            <p:nvPr userDrawn="1"/>
          </p:nvGrpSpPr>
          <p:grpSpPr>
            <a:xfrm>
              <a:off x="2227580" y="4580698"/>
              <a:ext cx="2404899" cy="1370734"/>
              <a:chOff x="7799133" y="1870745"/>
              <a:chExt cx="1010349" cy="584292"/>
            </a:xfrm>
            <a:grpFill/>
          </p:grpSpPr>
          <p:sp>
            <p:nvSpPr>
              <p:cNvPr id="13" name="Freeform 12">
                <a:extLst>
                  <a:ext uri="{FF2B5EF4-FFF2-40B4-BE49-F238E27FC236}">
                    <a16:creationId xmlns:a16="http://schemas.microsoft.com/office/drawing/2014/main" id="{2F450B4C-241D-A544-BBEF-175E01D6A139}"/>
                  </a:ext>
                </a:extLst>
              </p:cNvPr>
              <p:cNvSpPr/>
              <p:nvPr/>
            </p:nvSpPr>
            <p:spPr>
              <a:xfrm>
                <a:off x="7799260" y="1870745"/>
                <a:ext cx="749300" cy="247650"/>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49300" h="247650">
                    <a:moveTo>
                      <a:pt x="749871" y="248186"/>
                    </a:moveTo>
                    <a:lnTo>
                      <a:pt x="0" y="248186"/>
                    </a:lnTo>
                    <a:lnTo>
                      <a:pt x="0" y="192497"/>
                    </a:lnTo>
                    <a:lnTo>
                      <a:pt x="603885" y="192497"/>
                    </a:lnTo>
                    <a:cubicBezTo>
                      <a:pt x="546036" y="134140"/>
                      <a:pt x="492760" y="74768"/>
                      <a:pt x="457200" y="219"/>
                    </a:cubicBezTo>
                    <a:cubicBezTo>
                      <a:pt x="477583" y="219"/>
                      <a:pt x="496443" y="854"/>
                      <a:pt x="515239" y="219"/>
                    </a:cubicBezTo>
                    <a:cubicBezTo>
                      <a:pt x="524031" y="-1141"/>
                      <a:pt x="532543" y="3956"/>
                      <a:pt x="535495" y="12347"/>
                    </a:cubicBezTo>
                    <a:cubicBezTo>
                      <a:pt x="553057" y="45816"/>
                      <a:pt x="574730" y="76961"/>
                      <a:pt x="600011" y="105057"/>
                    </a:cubicBezTo>
                    <a:cubicBezTo>
                      <a:pt x="643639" y="155126"/>
                      <a:pt x="691855" y="201004"/>
                      <a:pt x="744030" y="242090"/>
                    </a:cubicBezTo>
                    <a:cubicBezTo>
                      <a:pt x="745808" y="243551"/>
                      <a:pt x="747585" y="245011"/>
                      <a:pt x="749236" y="246535"/>
                    </a:cubicBezTo>
                    <a:cubicBezTo>
                      <a:pt x="749554" y="246599"/>
                      <a:pt x="749554" y="247170"/>
                      <a:pt x="749871" y="248186"/>
                    </a:cubicBezTo>
                    <a:close/>
                  </a:path>
                </a:pathLst>
              </a:custGeom>
              <a:grpFill/>
              <a:ln w="6350" cap="flat">
                <a:noFill/>
                <a:prstDash val="solid"/>
                <a:miter/>
              </a:ln>
            </p:spPr>
            <p:txBody>
              <a:bodyPr rtlCol="0" anchor="ctr"/>
              <a:lstStyle/>
              <a:p>
                <a:endParaRPr lang="en-GB"/>
              </a:p>
            </p:txBody>
          </p:sp>
          <p:sp>
            <p:nvSpPr>
              <p:cNvPr id="14" name="Freeform 13">
                <a:extLst>
                  <a:ext uri="{FF2B5EF4-FFF2-40B4-BE49-F238E27FC236}">
                    <a16:creationId xmlns:a16="http://schemas.microsoft.com/office/drawing/2014/main" id="{9B9C1B07-7BAD-DD4F-97E1-2FD89B2D1C40}"/>
                  </a:ext>
                </a:extLst>
              </p:cNvPr>
              <p:cNvSpPr/>
              <p:nvPr/>
            </p:nvSpPr>
            <p:spPr>
              <a:xfrm>
                <a:off x="7799133" y="2208657"/>
                <a:ext cx="749300" cy="241300"/>
              </a:xfrm>
              <a:custGeom>
                <a:avLst/>
                <a:gdLst>
                  <a:gd name="connsiteX0" fmla="*/ 601091 w 749300"/>
                  <a:gd name="connsiteY0" fmla="*/ 55689 h 241300"/>
                  <a:gd name="connsiteX1" fmla="*/ 0 w 749300"/>
                  <a:gd name="connsiteY1" fmla="*/ 55689 h 241300"/>
                  <a:gd name="connsiteX2" fmla="*/ 0 w 749300"/>
                  <a:gd name="connsiteY2" fmla="*/ 0 h 241300"/>
                  <a:gd name="connsiteX3" fmla="*/ 751269 w 749300"/>
                  <a:gd name="connsiteY3" fmla="*/ 0 h 241300"/>
                  <a:gd name="connsiteX4" fmla="*/ 720598 w 749300"/>
                  <a:gd name="connsiteY4" fmla="*/ 25845 h 241300"/>
                  <a:gd name="connsiteX5" fmla="*/ 586550 w 749300"/>
                  <a:gd name="connsiteY5" fmla="*/ 159893 h 241300"/>
                  <a:gd name="connsiteX6" fmla="*/ 531813 w 749300"/>
                  <a:gd name="connsiteY6" fmla="*/ 241871 h 241300"/>
                  <a:gd name="connsiteX7" fmla="*/ 524701 w 749300"/>
                  <a:gd name="connsiteY7" fmla="*/ 246824 h 241300"/>
                  <a:gd name="connsiteX8" fmla="*/ 461835 w 749300"/>
                  <a:gd name="connsiteY8" fmla="*/ 246824 h 241300"/>
                  <a:gd name="connsiteX9" fmla="*/ 458216 w 749300"/>
                  <a:gd name="connsiteY9" fmla="*/ 246317 h 241300"/>
                  <a:gd name="connsiteX10" fmla="*/ 522478 w 749300"/>
                  <a:gd name="connsiteY10" fmla="*/ 144717 h 241300"/>
                  <a:gd name="connsiteX11" fmla="*/ 601091 w 749300"/>
                  <a:gd name="connsiteY11" fmla="*/ 55689 h 2413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49300" h="241300">
                    <a:moveTo>
                      <a:pt x="601091" y="55689"/>
                    </a:moveTo>
                    <a:lnTo>
                      <a:pt x="0" y="55689"/>
                    </a:lnTo>
                    <a:lnTo>
                      <a:pt x="0" y="0"/>
                    </a:lnTo>
                    <a:lnTo>
                      <a:pt x="751269" y="0"/>
                    </a:lnTo>
                    <a:cubicBezTo>
                      <a:pt x="740220" y="9335"/>
                      <a:pt x="730377" y="17526"/>
                      <a:pt x="720598" y="25845"/>
                    </a:cubicBezTo>
                    <a:cubicBezTo>
                      <a:pt x="672008" y="66441"/>
                      <a:pt x="627146" y="111303"/>
                      <a:pt x="586550" y="159893"/>
                    </a:cubicBezTo>
                    <a:cubicBezTo>
                      <a:pt x="565442" y="185196"/>
                      <a:pt x="547093" y="212678"/>
                      <a:pt x="531813" y="241871"/>
                    </a:cubicBezTo>
                    <a:cubicBezTo>
                      <a:pt x="530328" y="244527"/>
                      <a:pt x="527706" y="246353"/>
                      <a:pt x="524701" y="246824"/>
                    </a:cubicBezTo>
                    <a:cubicBezTo>
                      <a:pt x="503746" y="247205"/>
                      <a:pt x="482791" y="246824"/>
                      <a:pt x="461835" y="246824"/>
                    </a:cubicBezTo>
                    <a:cubicBezTo>
                      <a:pt x="460621" y="246721"/>
                      <a:pt x="459412" y="246551"/>
                      <a:pt x="458216" y="246317"/>
                    </a:cubicBezTo>
                    <a:cubicBezTo>
                      <a:pt x="475005" y="209733"/>
                      <a:pt x="496619" y="175563"/>
                      <a:pt x="522478" y="144717"/>
                    </a:cubicBezTo>
                    <a:cubicBezTo>
                      <a:pt x="547751" y="114554"/>
                      <a:pt x="574802" y="85471"/>
                      <a:pt x="601091" y="55689"/>
                    </a:cubicBezTo>
                    <a:close/>
                  </a:path>
                </a:pathLst>
              </a:custGeom>
              <a:grpFill/>
              <a:ln w="6350" cap="flat">
                <a:noFill/>
                <a:prstDash val="solid"/>
                <a:miter/>
              </a:ln>
            </p:spPr>
            <p:txBody>
              <a:bodyPr rtlCol="0" anchor="ctr"/>
              <a:lstStyle/>
              <a:p>
                <a:endParaRPr lang="en-GB"/>
              </a:p>
            </p:txBody>
          </p:sp>
          <p:sp>
            <p:nvSpPr>
              <p:cNvPr id="15" name="Freeform 14">
                <a:extLst>
                  <a:ext uri="{FF2B5EF4-FFF2-40B4-BE49-F238E27FC236}">
                    <a16:creationId xmlns:a16="http://schemas.microsoft.com/office/drawing/2014/main" id="{17BA7C41-EA1C-2F4D-90C7-EC472AB85B8A}"/>
                  </a:ext>
                </a:extLst>
              </p:cNvPr>
              <p:cNvSpPr/>
              <p:nvPr userDrawn="1"/>
            </p:nvSpPr>
            <p:spPr>
              <a:xfrm>
                <a:off x="8428482" y="1870837"/>
                <a:ext cx="381000" cy="584200"/>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grpSp>
      </p:grpSp>
      <p:sp>
        <p:nvSpPr>
          <p:cNvPr id="16"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5301" y="1914129"/>
            <a:ext cx="3592020" cy="2277604"/>
          </a:xfrm>
        </p:spPr>
        <p:txBody>
          <a:bodyPr anchor="b" anchorCtr="0">
            <a:noAutofit/>
          </a:bodyPr>
          <a:lstStyle>
            <a:lvl1pPr algn="l">
              <a:lnSpc>
                <a:spcPct val="100000"/>
              </a:lnSpc>
              <a:defRPr sz="3600"/>
            </a:lvl1pPr>
          </a:lstStyle>
          <a:p>
            <a:r>
              <a:rPr lang="en-US" noProof="0" dirty="0"/>
              <a:t>CLICK TO EDIT TITLE</a:t>
            </a:r>
            <a:endParaRPr lang="en-GB" noProof="0" dirty="0"/>
          </a:p>
        </p:txBody>
      </p:sp>
    </p:spTree>
    <p:extLst>
      <p:ext uri="{BB962C8B-B14F-4D97-AF65-F5344CB8AC3E}">
        <p14:creationId xmlns:p14="http://schemas.microsoft.com/office/powerpoint/2010/main" val="1198876426"/>
      </p:ext>
    </p:extLst>
  </p:cSld>
  <p:clrMapOvr>
    <a:masterClrMapping/>
  </p:clrMapOvr>
  <p:extLst>
    <p:ext uri="{DCECCB84-F9BA-43D5-87BE-67443E8EF086}">
      <p15:sldGuideLst xmlns:p15="http://schemas.microsoft.com/office/powerpoint/2012/main">
        <p15:guide id="1" orient="horz" pos="3634">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Title slide 1">
    <p:bg>
      <p:bgPr>
        <a:solidFill>
          <a:srgbClr val="09EDB8"/>
        </a:solidFill>
        <a:effectLst/>
      </p:bgPr>
    </p:bg>
    <p:spTree>
      <p:nvGrpSpPr>
        <p:cNvPr id="1" name=""/>
        <p:cNvGrpSpPr/>
        <p:nvPr/>
      </p:nvGrpSpPr>
      <p:grpSpPr>
        <a:xfrm>
          <a:off x="0" y="0"/>
          <a:ext cx="0" cy="0"/>
          <a:chOff x="0" y="0"/>
          <a:chExt cx="0" cy="0"/>
        </a:xfrm>
      </p:grpSpPr>
      <p:pic>
        <p:nvPicPr>
          <p:cNvPr id="6" name="Graphic 29">
            <a:extLst>
              <a:ext uri="{FF2B5EF4-FFF2-40B4-BE49-F238E27FC236}">
                <a16:creationId xmlns:a16="http://schemas.microsoft.com/office/drawing/2014/main" id="{572E6A4A-143B-E94B-A1BF-29C50E635AE7}"/>
              </a:ext>
            </a:extLst>
          </p:cNvPr>
          <p:cNvPicPr>
            <a:picLocks noChangeAspect="1"/>
          </p:cNvPicPr>
          <p:nvPr userDrawn="1"/>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80900" y="302477"/>
            <a:ext cx="2643023" cy="1610367"/>
          </a:xfrm>
          <a:prstGeom prst="rect">
            <a:avLst/>
          </a:prstGeom>
        </p:spPr>
      </p:pic>
      <p:sp>
        <p:nvSpPr>
          <p:cNvPr id="8" name="Text Placeholder 6"/>
          <p:cNvSpPr>
            <a:spLocks noGrp="1"/>
          </p:cNvSpPr>
          <p:nvPr>
            <p:ph type="body" sz="quarter" idx="12" hasCustomPrompt="1"/>
          </p:nvPr>
        </p:nvSpPr>
        <p:spPr>
          <a:xfrm>
            <a:off x="385300" y="5306004"/>
            <a:ext cx="3534471" cy="1186921"/>
          </a:xfrm>
        </p:spPr>
        <p:txBody>
          <a:bodyPr/>
          <a:lstStyle>
            <a:lvl1pPr marL="0" marR="0" indent="0" algn="l" defTabSz="914400" rtl="0" eaLnBrk="1" fontAlgn="auto" latinLnBrk="0" hangingPunct="1">
              <a:lnSpc>
                <a:spcPct val="100000"/>
              </a:lnSpc>
              <a:spcBef>
                <a:spcPts val="0"/>
              </a:spcBef>
              <a:spcAft>
                <a:spcPts val="0"/>
              </a:spcAft>
              <a:buClrTx/>
              <a:buSzPct val="115000"/>
              <a:buFontTx/>
              <a:buNone/>
              <a:tabLst/>
              <a:defRPr sz="1600" b="0"/>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Edit text</a:t>
            </a:r>
          </a:p>
        </p:txBody>
      </p:sp>
      <p:grpSp>
        <p:nvGrpSpPr>
          <p:cNvPr id="9" name="Group 8"/>
          <p:cNvGrpSpPr/>
          <p:nvPr userDrawn="1"/>
        </p:nvGrpSpPr>
        <p:grpSpPr>
          <a:xfrm>
            <a:off x="0" y="3516594"/>
            <a:ext cx="6358189" cy="2396903"/>
            <a:chOff x="999763" y="4580698"/>
            <a:chExt cx="3632716" cy="1370734"/>
          </a:xfrm>
          <a:solidFill>
            <a:srgbClr val="004050"/>
          </a:solidFill>
        </p:grpSpPr>
        <p:sp>
          <p:nvSpPr>
            <p:cNvPr id="10" name="Rectangle 9"/>
            <p:cNvSpPr/>
            <p:nvPr userDrawn="1"/>
          </p:nvSpPr>
          <p:spPr>
            <a:xfrm>
              <a:off x="999763" y="5031740"/>
              <a:ext cx="1554386" cy="13320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Rectangle 10"/>
            <p:cNvSpPr/>
            <p:nvPr userDrawn="1"/>
          </p:nvSpPr>
          <p:spPr>
            <a:xfrm>
              <a:off x="999763" y="5373431"/>
              <a:ext cx="1554387" cy="13320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12" name="Group 11">
              <a:extLst>
                <a:ext uri="{FF2B5EF4-FFF2-40B4-BE49-F238E27FC236}">
                  <a16:creationId xmlns:a16="http://schemas.microsoft.com/office/drawing/2014/main" id="{51C13B23-0164-1C4E-9E7A-3F1ECA7824F7}"/>
                </a:ext>
              </a:extLst>
            </p:cNvPr>
            <p:cNvGrpSpPr/>
            <p:nvPr userDrawn="1"/>
          </p:nvGrpSpPr>
          <p:grpSpPr>
            <a:xfrm>
              <a:off x="2227580" y="4580698"/>
              <a:ext cx="2404899" cy="1370734"/>
              <a:chOff x="7799133" y="1870745"/>
              <a:chExt cx="1010349" cy="584292"/>
            </a:xfrm>
            <a:grpFill/>
          </p:grpSpPr>
          <p:sp>
            <p:nvSpPr>
              <p:cNvPr id="13" name="Freeform 12">
                <a:extLst>
                  <a:ext uri="{FF2B5EF4-FFF2-40B4-BE49-F238E27FC236}">
                    <a16:creationId xmlns:a16="http://schemas.microsoft.com/office/drawing/2014/main" id="{2F450B4C-241D-A544-BBEF-175E01D6A139}"/>
                  </a:ext>
                </a:extLst>
              </p:cNvPr>
              <p:cNvSpPr/>
              <p:nvPr/>
            </p:nvSpPr>
            <p:spPr>
              <a:xfrm>
                <a:off x="7799260" y="1870745"/>
                <a:ext cx="749300" cy="247650"/>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49300" h="247650">
                    <a:moveTo>
                      <a:pt x="749871" y="248186"/>
                    </a:moveTo>
                    <a:lnTo>
                      <a:pt x="0" y="248186"/>
                    </a:lnTo>
                    <a:lnTo>
                      <a:pt x="0" y="192497"/>
                    </a:lnTo>
                    <a:lnTo>
                      <a:pt x="603885" y="192497"/>
                    </a:lnTo>
                    <a:cubicBezTo>
                      <a:pt x="546036" y="134140"/>
                      <a:pt x="492760" y="74768"/>
                      <a:pt x="457200" y="219"/>
                    </a:cubicBezTo>
                    <a:cubicBezTo>
                      <a:pt x="477583" y="219"/>
                      <a:pt x="496443" y="854"/>
                      <a:pt x="515239" y="219"/>
                    </a:cubicBezTo>
                    <a:cubicBezTo>
                      <a:pt x="524031" y="-1141"/>
                      <a:pt x="532543" y="3956"/>
                      <a:pt x="535495" y="12347"/>
                    </a:cubicBezTo>
                    <a:cubicBezTo>
                      <a:pt x="553057" y="45816"/>
                      <a:pt x="574730" y="76961"/>
                      <a:pt x="600011" y="105057"/>
                    </a:cubicBezTo>
                    <a:cubicBezTo>
                      <a:pt x="643639" y="155126"/>
                      <a:pt x="691855" y="201004"/>
                      <a:pt x="744030" y="242090"/>
                    </a:cubicBezTo>
                    <a:cubicBezTo>
                      <a:pt x="745808" y="243551"/>
                      <a:pt x="747585" y="245011"/>
                      <a:pt x="749236" y="246535"/>
                    </a:cubicBezTo>
                    <a:cubicBezTo>
                      <a:pt x="749554" y="246599"/>
                      <a:pt x="749554" y="247170"/>
                      <a:pt x="749871" y="248186"/>
                    </a:cubicBezTo>
                    <a:close/>
                  </a:path>
                </a:pathLst>
              </a:custGeom>
              <a:grpFill/>
              <a:ln w="6350" cap="flat">
                <a:noFill/>
                <a:prstDash val="solid"/>
                <a:miter/>
              </a:ln>
            </p:spPr>
            <p:txBody>
              <a:bodyPr rtlCol="0" anchor="ctr"/>
              <a:lstStyle/>
              <a:p>
                <a:endParaRPr lang="en-GB"/>
              </a:p>
            </p:txBody>
          </p:sp>
          <p:sp>
            <p:nvSpPr>
              <p:cNvPr id="14" name="Freeform 13">
                <a:extLst>
                  <a:ext uri="{FF2B5EF4-FFF2-40B4-BE49-F238E27FC236}">
                    <a16:creationId xmlns:a16="http://schemas.microsoft.com/office/drawing/2014/main" id="{9B9C1B07-7BAD-DD4F-97E1-2FD89B2D1C40}"/>
                  </a:ext>
                </a:extLst>
              </p:cNvPr>
              <p:cNvSpPr/>
              <p:nvPr/>
            </p:nvSpPr>
            <p:spPr>
              <a:xfrm>
                <a:off x="7799133" y="2208657"/>
                <a:ext cx="749300" cy="241300"/>
              </a:xfrm>
              <a:custGeom>
                <a:avLst/>
                <a:gdLst>
                  <a:gd name="connsiteX0" fmla="*/ 601091 w 749300"/>
                  <a:gd name="connsiteY0" fmla="*/ 55689 h 241300"/>
                  <a:gd name="connsiteX1" fmla="*/ 0 w 749300"/>
                  <a:gd name="connsiteY1" fmla="*/ 55689 h 241300"/>
                  <a:gd name="connsiteX2" fmla="*/ 0 w 749300"/>
                  <a:gd name="connsiteY2" fmla="*/ 0 h 241300"/>
                  <a:gd name="connsiteX3" fmla="*/ 751269 w 749300"/>
                  <a:gd name="connsiteY3" fmla="*/ 0 h 241300"/>
                  <a:gd name="connsiteX4" fmla="*/ 720598 w 749300"/>
                  <a:gd name="connsiteY4" fmla="*/ 25845 h 241300"/>
                  <a:gd name="connsiteX5" fmla="*/ 586550 w 749300"/>
                  <a:gd name="connsiteY5" fmla="*/ 159893 h 241300"/>
                  <a:gd name="connsiteX6" fmla="*/ 531813 w 749300"/>
                  <a:gd name="connsiteY6" fmla="*/ 241871 h 241300"/>
                  <a:gd name="connsiteX7" fmla="*/ 524701 w 749300"/>
                  <a:gd name="connsiteY7" fmla="*/ 246824 h 241300"/>
                  <a:gd name="connsiteX8" fmla="*/ 461835 w 749300"/>
                  <a:gd name="connsiteY8" fmla="*/ 246824 h 241300"/>
                  <a:gd name="connsiteX9" fmla="*/ 458216 w 749300"/>
                  <a:gd name="connsiteY9" fmla="*/ 246317 h 241300"/>
                  <a:gd name="connsiteX10" fmla="*/ 522478 w 749300"/>
                  <a:gd name="connsiteY10" fmla="*/ 144717 h 241300"/>
                  <a:gd name="connsiteX11" fmla="*/ 601091 w 749300"/>
                  <a:gd name="connsiteY11" fmla="*/ 55689 h 2413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49300" h="241300">
                    <a:moveTo>
                      <a:pt x="601091" y="55689"/>
                    </a:moveTo>
                    <a:lnTo>
                      <a:pt x="0" y="55689"/>
                    </a:lnTo>
                    <a:lnTo>
                      <a:pt x="0" y="0"/>
                    </a:lnTo>
                    <a:lnTo>
                      <a:pt x="751269" y="0"/>
                    </a:lnTo>
                    <a:cubicBezTo>
                      <a:pt x="740220" y="9335"/>
                      <a:pt x="730377" y="17526"/>
                      <a:pt x="720598" y="25845"/>
                    </a:cubicBezTo>
                    <a:cubicBezTo>
                      <a:pt x="672008" y="66441"/>
                      <a:pt x="627146" y="111303"/>
                      <a:pt x="586550" y="159893"/>
                    </a:cubicBezTo>
                    <a:cubicBezTo>
                      <a:pt x="565442" y="185196"/>
                      <a:pt x="547093" y="212678"/>
                      <a:pt x="531813" y="241871"/>
                    </a:cubicBezTo>
                    <a:cubicBezTo>
                      <a:pt x="530328" y="244527"/>
                      <a:pt x="527706" y="246353"/>
                      <a:pt x="524701" y="246824"/>
                    </a:cubicBezTo>
                    <a:cubicBezTo>
                      <a:pt x="503746" y="247205"/>
                      <a:pt x="482791" y="246824"/>
                      <a:pt x="461835" y="246824"/>
                    </a:cubicBezTo>
                    <a:cubicBezTo>
                      <a:pt x="460621" y="246721"/>
                      <a:pt x="459412" y="246551"/>
                      <a:pt x="458216" y="246317"/>
                    </a:cubicBezTo>
                    <a:cubicBezTo>
                      <a:pt x="475005" y="209733"/>
                      <a:pt x="496619" y="175563"/>
                      <a:pt x="522478" y="144717"/>
                    </a:cubicBezTo>
                    <a:cubicBezTo>
                      <a:pt x="547751" y="114554"/>
                      <a:pt x="574802" y="85471"/>
                      <a:pt x="601091" y="55689"/>
                    </a:cubicBezTo>
                    <a:close/>
                  </a:path>
                </a:pathLst>
              </a:custGeom>
              <a:grpFill/>
              <a:ln w="6350" cap="flat">
                <a:noFill/>
                <a:prstDash val="solid"/>
                <a:miter/>
              </a:ln>
            </p:spPr>
            <p:txBody>
              <a:bodyPr rtlCol="0" anchor="ctr"/>
              <a:lstStyle/>
              <a:p>
                <a:endParaRPr lang="en-GB"/>
              </a:p>
            </p:txBody>
          </p:sp>
          <p:sp>
            <p:nvSpPr>
              <p:cNvPr id="15" name="Freeform 14">
                <a:extLst>
                  <a:ext uri="{FF2B5EF4-FFF2-40B4-BE49-F238E27FC236}">
                    <a16:creationId xmlns:a16="http://schemas.microsoft.com/office/drawing/2014/main" id="{17BA7C41-EA1C-2F4D-90C7-EC472AB85B8A}"/>
                  </a:ext>
                </a:extLst>
              </p:cNvPr>
              <p:cNvSpPr/>
              <p:nvPr userDrawn="1"/>
            </p:nvSpPr>
            <p:spPr>
              <a:xfrm>
                <a:off x="8428482" y="1870837"/>
                <a:ext cx="381000" cy="584200"/>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grpSp>
      </p:grpSp>
      <p:sp>
        <p:nvSpPr>
          <p:cNvPr id="18"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5301" y="1914129"/>
            <a:ext cx="3592020" cy="2277604"/>
          </a:xfrm>
        </p:spPr>
        <p:txBody>
          <a:bodyPr anchor="b" anchorCtr="0">
            <a:noAutofit/>
          </a:bodyPr>
          <a:lstStyle>
            <a:lvl1pPr algn="l">
              <a:lnSpc>
                <a:spcPct val="100000"/>
              </a:lnSpc>
              <a:defRPr sz="3600"/>
            </a:lvl1pPr>
          </a:lstStyle>
          <a:p>
            <a:r>
              <a:rPr lang="en-US" noProof="0" dirty="0"/>
              <a:t>CLICK TO EDIT TITLE</a:t>
            </a:r>
            <a:endParaRPr lang="en-GB" noProof="0" dirty="0"/>
          </a:p>
        </p:txBody>
      </p:sp>
    </p:spTree>
    <p:extLst>
      <p:ext uri="{BB962C8B-B14F-4D97-AF65-F5344CB8AC3E}">
        <p14:creationId xmlns:p14="http://schemas.microsoft.com/office/powerpoint/2010/main" val="2656105774"/>
      </p:ext>
    </p:extLst>
  </p:cSld>
  <p:clrMapOvr>
    <a:masterClrMapping/>
  </p:clrMapOvr>
  <p:extLst>
    <p:ext uri="{DCECCB84-F9BA-43D5-87BE-67443E8EF086}">
      <p15:sldGuideLst xmlns:p15="http://schemas.microsoft.com/office/powerpoint/2012/main">
        <p15:guide id="1" orient="horz" pos="3634">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Housekeeping">
    <p:bg>
      <p:bgPr>
        <a:solidFill>
          <a:schemeClr val="tx1"/>
        </a:solidFill>
        <a:effectLst/>
      </p:bgPr>
    </p:bg>
    <p:spTree>
      <p:nvGrpSpPr>
        <p:cNvPr id="1" name=""/>
        <p:cNvGrpSpPr/>
        <p:nvPr/>
      </p:nvGrpSpPr>
      <p:grpSpPr>
        <a:xfrm>
          <a:off x="0" y="0"/>
          <a:ext cx="0" cy="0"/>
          <a:chOff x="0" y="0"/>
          <a:chExt cx="0" cy="0"/>
        </a:xfrm>
      </p:grpSpPr>
      <p:sp>
        <p:nvSpPr>
          <p:cNvPr id="12" name="object 3">
            <a:extLst>
              <a:ext uri="{FF2B5EF4-FFF2-40B4-BE49-F238E27FC236}">
                <a16:creationId xmlns:a16="http://schemas.microsoft.com/office/drawing/2014/main" id="{3344A4B7-0EC8-AD4A-8611-5B12AB419DC2}"/>
              </a:ext>
            </a:extLst>
          </p:cNvPr>
          <p:cNvSpPr/>
          <p:nvPr userDrawn="1"/>
        </p:nvSpPr>
        <p:spPr>
          <a:xfrm>
            <a:off x="0" y="0"/>
            <a:ext cx="11808125" cy="4657785"/>
          </a:xfrm>
          <a:custGeom>
            <a:avLst/>
            <a:gdLst/>
            <a:ahLst/>
            <a:cxnLst/>
            <a:rect l="l" t="t" r="r" b="b"/>
            <a:pathLst>
              <a:path w="15645765" h="6171565">
                <a:moveTo>
                  <a:pt x="12954792" y="0"/>
                </a:moveTo>
                <a:lnTo>
                  <a:pt x="9989330" y="0"/>
                </a:lnTo>
                <a:lnTo>
                  <a:pt x="11612737" y="1621505"/>
                </a:lnTo>
                <a:lnTo>
                  <a:pt x="11603898" y="1638231"/>
                </a:lnTo>
                <a:lnTo>
                  <a:pt x="0" y="1638231"/>
                </a:lnTo>
                <a:lnTo>
                  <a:pt x="0" y="3701600"/>
                </a:lnTo>
                <a:lnTo>
                  <a:pt x="11623393" y="3701600"/>
                </a:lnTo>
                <a:lnTo>
                  <a:pt x="9157358" y="6164994"/>
                </a:lnTo>
                <a:lnTo>
                  <a:pt x="9229199" y="6169201"/>
                </a:lnTo>
                <a:lnTo>
                  <a:pt x="9246778" y="6169604"/>
                </a:lnTo>
                <a:lnTo>
                  <a:pt x="12044487" y="6171255"/>
                </a:lnTo>
                <a:lnTo>
                  <a:pt x="12085365" y="6167625"/>
                </a:lnTo>
                <a:lnTo>
                  <a:pt x="12120998" y="6156469"/>
                </a:lnTo>
                <a:lnTo>
                  <a:pt x="12153240" y="6137640"/>
                </a:lnTo>
                <a:lnTo>
                  <a:pt x="12183945" y="6110993"/>
                </a:lnTo>
                <a:lnTo>
                  <a:pt x="15546143" y="2748262"/>
                </a:lnTo>
                <a:lnTo>
                  <a:pt x="15566761" y="2730440"/>
                </a:lnTo>
                <a:lnTo>
                  <a:pt x="15590311" y="2713899"/>
                </a:lnTo>
                <a:lnTo>
                  <a:pt x="15616627" y="2696820"/>
                </a:lnTo>
                <a:lnTo>
                  <a:pt x="15645546" y="2677383"/>
                </a:lnTo>
                <a:lnTo>
                  <a:pt x="15617183" y="2654144"/>
                </a:lnTo>
                <a:lnTo>
                  <a:pt x="15594873" y="2636172"/>
                </a:lnTo>
                <a:lnTo>
                  <a:pt x="15577002" y="2621305"/>
                </a:lnTo>
                <a:lnTo>
                  <a:pt x="15561955" y="2607381"/>
                </a:lnTo>
                <a:lnTo>
                  <a:pt x="12954792" y="0"/>
                </a:lnTo>
                <a:close/>
              </a:path>
            </a:pathLst>
          </a:custGeom>
          <a:solidFill>
            <a:schemeClr val="tx2"/>
          </a:solidFill>
        </p:spPr>
        <p:txBody>
          <a:bodyPr wrap="square" lIns="0" tIns="0" rIns="0" bIns="0" rtlCol="0"/>
          <a:lstStyle/>
          <a:p>
            <a:endParaRPr sz="1029"/>
          </a:p>
        </p:txBody>
      </p:sp>
      <p:sp>
        <p:nvSpPr>
          <p:cNvPr id="11"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4784" y="3433680"/>
            <a:ext cx="5627171" cy="968987"/>
          </a:xfrm>
        </p:spPr>
        <p:txBody>
          <a:bodyPr anchor="t" anchorCtr="0">
            <a:noAutofit/>
          </a:bodyPr>
          <a:lstStyle>
            <a:lvl1pPr algn="l">
              <a:lnSpc>
                <a:spcPts val="6000"/>
              </a:lnSpc>
              <a:defRPr sz="3600">
                <a:solidFill>
                  <a:schemeClr val="bg1"/>
                </a:solidFill>
              </a:defRPr>
            </a:lvl1pPr>
          </a:lstStyle>
          <a:p>
            <a:r>
              <a:rPr lang="en-US" noProof="0"/>
              <a:t>Housekeeping</a:t>
            </a:r>
            <a:endParaRPr lang="en-GB" noProof="0" dirty="0"/>
          </a:p>
        </p:txBody>
      </p:sp>
      <p:sp>
        <p:nvSpPr>
          <p:cNvPr id="6" name="Text Placeholder 6"/>
          <p:cNvSpPr>
            <a:spLocks noGrp="1"/>
          </p:cNvSpPr>
          <p:nvPr>
            <p:ph type="body" sz="quarter" idx="12" hasCustomPrompt="1"/>
          </p:nvPr>
        </p:nvSpPr>
        <p:spPr>
          <a:xfrm>
            <a:off x="384784" y="4894524"/>
            <a:ext cx="5627171" cy="1186921"/>
          </a:xfrm>
        </p:spPr>
        <p:txBody>
          <a:bodyPr/>
          <a:lstStyle>
            <a:lvl1pPr marL="342900" marR="0" indent="-342900" algn="l" defTabSz="914400" rtl="0" eaLnBrk="1" fontAlgn="auto" latinLnBrk="0" hangingPunct="1">
              <a:lnSpc>
                <a:spcPct val="100000"/>
              </a:lnSpc>
              <a:spcBef>
                <a:spcPts val="0"/>
              </a:spcBef>
              <a:spcAft>
                <a:spcPts val="0"/>
              </a:spcAft>
              <a:buClrTx/>
              <a:buSzPct val="115000"/>
              <a:buFont typeface="Arial" panose="020B0604020202020204" pitchFamily="34" charset="0"/>
              <a:buChar char="•"/>
              <a:tabLst/>
              <a:defRPr sz="2000" b="0">
                <a:solidFill>
                  <a:schemeClr val="bg1"/>
                </a:solidFill>
              </a:defRPr>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Edit text</a:t>
            </a:r>
          </a:p>
        </p:txBody>
      </p:sp>
    </p:spTree>
    <p:extLst>
      <p:ext uri="{BB962C8B-B14F-4D97-AF65-F5344CB8AC3E}">
        <p14:creationId xmlns:p14="http://schemas.microsoft.com/office/powerpoint/2010/main" val="427687933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Meet &amp; Greet 1">
    <p:bg>
      <p:bgPr>
        <a:solidFill>
          <a:srgbClr val="38E2BB"/>
        </a:solidFill>
        <a:effectLst/>
      </p:bgPr>
    </p:bg>
    <p:spTree>
      <p:nvGrpSpPr>
        <p:cNvPr id="1" name=""/>
        <p:cNvGrpSpPr/>
        <p:nvPr/>
      </p:nvGrpSpPr>
      <p:grpSpPr>
        <a:xfrm>
          <a:off x="0" y="0"/>
          <a:ext cx="0" cy="0"/>
          <a:chOff x="0" y="0"/>
          <a:chExt cx="0" cy="0"/>
        </a:xfrm>
      </p:grpSpPr>
      <p:sp>
        <p:nvSpPr>
          <p:cNvPr id="17"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4785" y="1706477"/>
            <a:ext cx="5002556" cy="808123"/>
          </a:xfrm>
        </p:spPr>
        <p:txBody>
          <a:bodyPr anchor="t" anchorCtr="0">
            <a:noAutofit/>
          </a:bodyPr>
          <a:lstStyle>
            <a:lvl1pPr algn="l">
              <a:lnSpc>
                <a:spcPts val="6000"/>
              </a:lnSpc>
              <a:defRPr sz="3600">
                <a:solidFill>
                  <a:srgbClr val="004050"/>
                </a:solidFill>
              </a:defRPr>
            </a:lvl1pPr>
          </a:lstStyle>
          <a:p>
            <a:r>
              <a:rPr lang="en-US" noProof="0" dirty="0"/>
              <a:t>Meet &amp; Greet</a:t>
            </a:r>
            <a:endParaRPr lang="en-GB" noProof="0" dirty="0"/>
          </a:p>
        </p:txBody>
      </p:sp>
      <p:sp>
        <p:nvSpPr>
          <p:cNvPr id="18" name="Text Placeholder 3"/>
          <p:cNvSpPr>
            <a:spLocks noGrp="1"/>
          </p:cNvSpPr>
          <p:nvPr>
            <p:ph type="body" sz="quarter" idx="10" hasCustomPrompt="1"/>
          </p:nvPr>
        </p:nvSpPr>
        <p:spPr>
          <a:xfrm>
            <a:off x="384785" y="2915404"/>
            <a:ext cx="4278655" cy="3401576"/>
          </a:xfrm>
        </p:spPr>
        <p:txBody>
          <a:bodyPr/>
          <a:lstStyle>
            <a:lvl1pPr>
              <a:lnSpc>
                <a:spcPct val="100000"/>
              </a:lnSpc>
              <a:defRPr b="0" baseline="0"/>
            </a:lvl1pPr>
          </a:lstStyle>
          <a:p>
            <a:pPr lvl="0"/>
            <a:r>
              <a:rPr lang="en-US" dirty="0"/>
              <a:t>Click to edit instructions</a:t>
            </a:r>
          </a:p>
        </p:txBody>
      </p:sp>
    </p:spTree>
    <p:extLst>
      <p:ext uri="{BB962C8B-B14F-4D97-AF65-F5344CB8AC3E}">
        <p14:creationId xmlns:p14="http://schemas.microsoft.com/office/powerpoint/2010/main" val="4045959733"/>
      </p:ext>
    </p:extLst>
  </p:cSld>
  <p:clrMapOvr>
    <a:masterClrMapping/>
  </p:clrMapOvr>
  <p:extLst>
    <p:ext uri="{DCECCB84-F9BA-43D5-87BE-67443E8EF086}">
      <p15:sldGuideLst xmlns:p15="http://schemas.microsoft.com/office/powerpoint/2012/main">
        <p15:guide id="1" pos="3840">
          <p15:clr>
            <a:srgbClr val="FBAE40"/>
          </p15:clr>
        </p15:guide>
        <p15:guide id="2" orient="horz" pos="1457">
          <p15:clr>
            <a:srgbClr val="FBAE40"/>
          </p15:clr>
        </p15:guide>
        <p15:guide id="3" orient="horz" pos="3634" userDrawn="1">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3_03 Section Divider">
    <p:bg>
      <p:bgPr>
        <a:solidFill>
          <a:schemeClr val="tx2"/>
        </a:solidFill>
        <a:effectLst/>
      </p:bgPr>
    </p:bg>
    <p:spTree>
      <p:nvGrpSpPr>
        <p:cNvPr id="1" name=""/>
        <p:cNvGrpSpPr/>
        <p:nvPr/>
      </p:nvGrpSpPr>
      <p:grpSpPr>
        <a:xfrm>
          <a:off x="0" y="0"/>
          <a:ext cx="0" cy="0"/>
          <a:chOff x="0" y="0"/>
          <a:chExt cx="0" cy="0"/>
        </a:xfrm>
      </p:grpSpPr>
      <p:grpSp>
        <p:nvGrpSpPr>
          <p:cNvPr id="9" name="Group 8">
            <a:extLst>
              <a:ext uri="{FF2B5EF4-FFF2-40B4-BE49-F238E27FC236}">
                <a16:creationId xmlns:a16="http://schemas.microsoft.com/office/drawing/2014/main" id="{51C13B23-0164-1C4E-9E7A-3F1ECA7824F7}"/>
              </a:ext>
            </a:extLst>
          </p:cNvPr>
          <p:cNvGrpSpPr/>
          <p:nvPr userDrawn="1"/>
        </p:nvGrpSpPr>
        <p:grpSpPr>
          <a:xfrm>
            <a:off x="3297651" y="2366578"/>
            <a:ext cx="7767721" cy="4491421"/>
            <a:chOff x="7799133" y="1870745"/>
            <a:chExt cx="1010349" cy="584292"/>
          </a:xfrm>
          <a:solidFill>
            <a:srgbClr val="004050"/>
          </a:solidFill>
        </p:grpSpPr>
        <p:sp>
          <p:nvSpPr>
            <p:cNvPr id="10" name="Freeform 9">
              <a:extLst>
                <a:ext uri="{FF2B5EF4-FFF2-40B4-BE49-F238E27FC236}">
                  <a16:creationId xmlns:a16="http://schemas.microsoft.com/office/drawing/2014/main" id="{2F450B4C-241D-A544-BBEF-175E01D6A139}"/>
                </a:ext>
              </a:extLst>
            </p:cNvPr>
            <p:cNvSpPr/>
            <p:nvPr/>
          </p:nvSpPr>
          <p:spPr>
            <a:xfrm>
              <a:off x="7799260" y="1870745"/>
              <a:ext cx="749300" cy="247650"/>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49300" h="247650">
                  <a:moveTo>
                    <a:pt x="749871" y="248186"/>
                  </a:moveTo>
                  <a:lnTo>
                    <a:pt x="0" y="248186"/>
                  </a:lnTo>
                  <a:lnTo>
                    <a:pt x="0" y="192497"/>
                  </a:lnTo>
                  <a:lnTo>
                    <a:pt x="603885" y="192497"/>
                  </a:lnTo>
                  <a:cubicBezTo>
                    <a:pt x="546036" y="134140"/>
                    <a:pt x="492760" y="74768"/>
                    <a:pt x="457200" y="219"/>
                  </a:cubicBezTo>
                  <a:cubicBezTo>
                    <a:pt x="477583" y="219"/>
                    <a:pt x="496443" y="854"/>
                    <a:pt x="515239" y="219"/>
                  </a:cubicBezTo>
                  <a:cubicBezTo>
                    <a:pt x="524031" y="-1141"/>
                    <a:pt x="532543" y="3956"/>
                    <a:pt x="535495" y="12347"/>
                  </a:cubicBezTo>
                  <a:cubicBezTo>
                    <a:pt x="553057" y="45816"/>
                    <a:pt x="574730" y="76961"/>
                    <a:pt x="600011" y="105057"/>
                  </a:cubicBezTo>
                  <a:cubicBezTo>
                    <a:pt x="643639" y="155126"/>
                    <a:pt x="691855" y="201004"/>
                    <a:pt x="744030" y="242090"/>
                  </a:cubicBezTo>
                  <a:cubicBezTo>
                    <a:pt x="745808" y="243551"/>
                    <a:pt x="747585" y="245011"/>
                    <a:pt x="749236" y="246535"/>
                  </a:cubicBezTo>
                  <a:cubicBezTo>
                    <a:pt x="749554" y="246599"/>
                    <a:pt x="749554" y="247170"/>
                    <a:pt x="749871" y="248186"/>
                  </a:cubicBezTo>
                  <a:close/>
                </a:path>
              </a:pathLst>
            </a:custGeom>
            <a:grpFill/>
            <a:ln w="6350" cap="flat">
              <a:noFill/>
              <a:prstDash val="solid"/>
              <a:miter/>
            </a:ln>
          </p:spPr>
          <p:txBody>
            <a:bodyPr rtlCol="0" anchor="ctr"/>
            <a:lstStyle/>
            <a:p>
              <a:endParaRPr lang="en-GB"/>
            </a:p>
          </p:txBody>
        </p:sp>
        <p:sp>
          <p:nvSpPr>
            <p:cNvPr id="11" name="Freeform 10">
              <a:extLst>
                <a:ext uri="{FF2B5EF4-FFF2-40B4-BE49-F238E27FC236}">
                  <a16:creationId xmlns:a16="http://schemas.microsoft.com/office/drawing/2014/main" id="{9B9C1B07-7BAD-DD4F-97E1-2FD89B2D1C40}"/>
                </a:ext>
              </a:extLst>
            </p:cNvPr>
            <p:cNvSpPr/>
            <p:nvPr/>
          </p:nvSpPr>
          <p:spPr>
            <a:xfrm>
              <a:off x="7799133" y="2208657"/>
              <a:ext cx="749300" cy="241300"/>
            </a:xfrm>
            <a:custGeom>
              <a:avLst/>
              <a:gdLst>
                <a:gd name="connsiteX0" fmla="*/ 601091 w 749300"/>
                <a:gd name="connsiteY0" fmla="*/ 55689 h 241300"/>
                <a:gd name="connsiteX1" fmla="*/ 0 w 749300"/>
                <a:gd name="connsiteY1" fmla="*/ 55689 h 241300"/>
                <a:gd name="connsiteX2" fmla="*/ 0 w 749300"/>
                <a:gd name="connsiteY2" fmla="*/ 0 h 241300"/>
                <a:gd name="connsiteX3" fmla="*/ 751269 w 749300"/>
                <a:gd name="connsiteY3" fmla="*/ 0 h 241300"/>
                <a:gd name="connsiteX4" fmla="*/ 720598 w 749300"/>
                <a:gd name="connsiteY4" fmla="*/ 25845 h 241300"/>
                <a:gd name="connsiteX5" fmla="*/ 586550 w 749300"/>
                <a:gd name="connsiteY5" fmla="*/ 159893 h 241300"/>
                <a:gd name="connsiteX6" fmla="*/ 531813 w 749300"/>
                <a:gd name="connsiteY6" fmla="*/ 241871 h 241300"/>
                <a:gd name="connsiteX7" fmla="*/ 524701 w 749300"/>
                <a:gd name="connsiteY7" fmla="*/ 246824 h 241300"/>
                <a:gd name="connsiteX8" fmla="*/ 461835 w 749300"/>
                <a:gd name="connsiteY8" fmla="*/ 246824 h 241300"/>
                <a:gd name="connsiteX9" fmla="*/ 458216 w 749300"/>
                <a:gd name="connsiteY9" fmla="*/ 246317 h 241300"/>
                <a:gd name="connsiteX10" fmla="*/ 522478 w 749300"/>
                <a:gd name="connsiteY10" fmla="*/ 144717 h 241300"/>
                <a:gd name="connsiteX11" fmla="*/ 601091 w 749300"/>
                <a:gd name="connsiteY11" fmla="*/ 55689 h 2413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49300" h="241300">
                  <a:moveTo>
                    <a:pt x="601091" y="55689"/>
                  </a:moveTo>
                  <a:lnTo>
                    <a:pt x="0" y="55689"/>
                  </a:lnTo>
                  <a:lnTo>
                    <a:pt x="0" y="0"/>
                  </a:lnTo>
                  <a:lnTo>
                    <a:pt x="751269" y="0"/>
                  </a:lnTo>
                  <a:cubicBezTo>
                    <a:pt x="740220" y="9335"/>
                    <a:pt x="730377" y="17526"/>
                    <a:pt x="720598" y="25845"/>
                  </a:cubicBezTo>
                  <a:cubicBezTo>
                    <a:pt x="672008" y="66441"/>
                    <a:pt x="627146" y="111303"/>
                    <a:pt x="586550" y="159893"/>
                  </a:cubicBezTo>
                  <a:cubicBezTo>
                    <a:pt x="565442" y="185196"/>
                    <a:pt x="547093" y="212678"/>
                    <a:pt x="531813" y="241871"/>
                  </a:cubicBezTo>
                  <a:cubicBezTo>
                    <a:pt x="530328" y="244527"/>
                    <a:pt x="527706" y="246353"/>
                    <a:pt x="524701" y="246824"/>
                  </a:cubicBezTo>
                  <a:cubicBezTo>
                    <a:pt x="503746" y="247205"/>
                    <a:pt x="482791" y="246824"/>
                    <a:pt x="461835" y="246824"/>
                  </a:cubicBezTo>
                  <a:cubicBezTo>
                    <a:pt x="460621" y="246721"/>
                    <a:pt x="459412" y="246551"/>
                    <a:pt x="458216" y="246317"/>
                  </a:cubicBezTo>
                  <a:cubicBezTo>
                    <a:pt x="475005" y="209733"/>
                    <a:pt x="496619" y="175563"/>
                    <a:pt x="522478" y="144717"/>
                  </a:cubicBezTo>
                  <a:cubicBezTo>
                    <a:pt x="547751" y="114554"/>
                    <a:pt x="574802" y="85471"/>
                    <a:pt x="601091" y="55689"/>
                  </a:cubicBezTo>
                  <a:close/>
                </a:path>
              </a:pathLst>
            </a:custGeom>
            <a:grpFill/>
            <a:ln w="6350" cap="flat">
              <a:noFill/>
              <a:prstDash val="solid"/>
              <a:miter/>
            </a:ln>
          </p:spPr>
          <p:txBody>
            <a:bodyPr rtlCol="0" anchor="ctr"/>
            <a:lstStyle/>
            <a:p>
              <a:endParaRPr lang="en-GB"/>
            </a:p>
          </p:txBody>
        </p:sp>
        <p:sp>
          <p:nvSpPr>
            <p:cNvPr id="13" name="Freeform 12">
              <a:extLst>
                <a:ext uri="{FF2B5EF4-FFF2-40B4-BE49-F238E27FC236}">
                  <a16:creationId xmlns:a16="http://schemas.microsoft.com/office/drawing/2014/main" id="{17BA7C41-EA1C-2F4D-90C7-EC472AB85B8A}"/>
                </a:ext>
              </a:extLst>
            </p:cNvPr>
            <p:cNvSpPr/>
            <p:nvPr/>
          </p:nvSpPr>
          <p:spPr>
            <a:xfrm>
              <a:off x="8428482" y="1870837"/>
              <a:ext cx="381000" cy="584200"/>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grpSp>
      <p:sp>
        <p:nvSpPr>
          <p:cNvPr id="2" name="Rectangle 1"/>
          <p:cNvSpPr/>
          <p:nvPr userDrawn="1"/>
        </p:nvSpPr>
        <p:spPr>
          <a:xfrm>
            <a:off x="-1" y="3844205"/>
            <a:ext cx="8314267" cy="432000"/>
          </a:xfrm>
          <a:prstGeom prst="rect">
            <a:avLst/>
          </a:prstGeom>
          <a:solidFill>
            <a:srgbClr val="004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Rectangle 13"/>
          <p:cNvSpPr/>
          <p:nvPr userDrawn="1"/>
        </p:nvSpPr>
        <p:spPr>
          <a:xfrm>
            <a:off x="-10132" y="4967139"/>
            <a:ext cx="8324398" cy="432000"/>
          </a:xfrm>
          <a:prstGeom prst="rect">
            <a:avLst/>
          </a:prstGeom>
          <a:solidFill>
            <a:srgbClr val="004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76239" y="1556247"/>
            <a:ext cx="5810250" cy="2277604"/>
          </a:xfrm>
        </p:spPr>
        <p:txBody>
          <a:bodyPr anchor="b" anchorCtr="0">
            <a:noAutofit/>
          </a:bodyPr>
          <a:lstStyle>
            <a:lvl1pPr algn="l">
              <a:lnSpc>
                <a:spcPct val="90000"/>
              </a:lnSpc>
              <a:defRPr sz="3600" spc="60" baseline="0">
                <a:solidFill>
                  <a:srgbClr val="004050"/>
                </a:solidFill>
              </a:defRPr>
            </a:lvl1pPr>
          </a:lstStyle>
          <a:p>
            <a:r>
              <a:rPr lang="en-US" noProof="0" dirty="0"/>
              <a:t>CLICK TO EDIT </a:t>
            </a:r>
            <a:br>
              <a:rPr lang="en-US" noProof="0" dirty="0"/>
            </a:br>
            <a:r>
              <a:rPr lang="en-US" noProof="0" dirty="0"/>
              <a:t>MASTER TITLE STYLE</a:t>
            </a:r>
            <a:endParaRPr lang="en-GB" noProof="0" dirty="0"/>
          </a:p>
        </p:txBody>
      </p:sp>
    </p:spTree>
    <p:extLst>
      <p:ext uri="{BB962C8B-B14F-4D97-AF65-F5344CB8AC3E}">
        <p14:creationId xmlns:p14="http://schemas.microsoft.com/office/powerpoint/2010/main" val="200292185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Overview or quotes 04">
    <p:spTree>
      <p:nvGrpSpPr>
        <p:cNvPr id="1" name=""/>
        <p:cNvGrpSpPr/>
        <p:nvPr/>
      </p:nvGrpSpPr>
      <p:grpSpPr>
        <a:xfrm>
          <a:off x="0" y="0"/>
          <a:ext cx="0" cy="0"/>
          <a:chOff x="0" y="0"/>
          <a:chExt cx="0" cy="0"/>
        </a:xfrm>
      </p:grpSpPr>
      <p:sp>
        <p:nvSpPr>
          <p:cNvPr id="6" name="Rectangle 5"/>
          <p:cNvSpPr/>
          <p:nvPr userDrawn="1"/>
        </p:nvSpPr>
        <p:spPr>
          <a:xfrm>
            <a:off x="-1" y="0"/>
            <a:ext cx="4070352" cy="6858000"/>
          </a:xfrm>
          <a:prstGeom prst="rect">
            <a:avLst/>
          </a:prstGeom>
          <a:solidFill>
            <a:srgbClr val="004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7" name="Text Placeholder 4"/>
          <p:cNvSpPr>
            <a:spLocks noGrp="1"/>
          </p:cNvSpPr>
          <p:nvPr>
            <p:ph type="body" sz="quarter" idx="15" hasCustomPrompt="1"/>
          </p:nvPr>
        </p:nvSpPr>
        <p:spPr>
          <a:xfrm>
            <a:off x="5037137" y="1349984"/>
            <a:ext cx="6770688" cy="5119407"/>
          </a:xfrm>
        </p:spPr>
        <p:txBody>
          <a:bodyPr/>
          <a:lstStyle>
            <a:lvl1pPr marL="0" indent="0">
              <a:lnSpc>
                <a:spcPct val="100000"/>
              </a:lnSpc>
              <a:buFont typeface="Arial" panose="020B0604020202020204" pitchFamily="34" charset="0"/>
              <a:buNone/>
              <a:defRPr sz="2000" b="0"/>
            </a:lvl1pPr>
            <a:lvl2pPr marL="180000" indent="-180000">
              <a:lnSpc>
                <a:spcPct val="100000"/>
              </a:lnSpc>
              <a:buFont typeface="Arial" panose="020B0604020202020204" pitchFamily="34" charset="0"/>
              <a:buChar char="•"/>
              <a:defRPr sz="2000"/>
            </a:lvl2pPr>
            <a:lvl3pPr marL="180000" indent="-180000">
              <a:buFont typeface="Arial" panose="020B0604020202020204" pitchFamily="34" charset="0"/>
              <a:buChar char="•"/>
              <a:defRPr sz="2000"/>
            </a:lvl3pPr>
            <a:lvl4pPr marL="180000" indent="-180000">
              <a:buFont typeface="Arial" panose="020B0604020202020204" pitchFamily="34" charset="0"/>
              <a:buChar char="•"/>
              <a:defRPr sz="2000"/>
            </a:lvl4pPr>
            <a:lvl5pPr marL="180000" indent="-180000">
              <a:buFont typeface="Arial" panose="020B0604020202020204" pitchFamily="34" charset="0"/>
              <a:buChar char="•"/>
              <a:defRPr sz="2000"/>
            </a:lvl5pPr>
          </a:lstStyle>
          <a:p>
            <a:pPr lvl="0"/>
            <a:r>
              <a:rPr lang="en-US" dirty="0"/>
              <a:t>Edit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Freeform 12">
            <a:extLst>
              <a:ext uri="{FF2B5EF4-FFF2-40B4-BE49-F238E27FC236}">
                <a16:creationId xmlns:a16="http://schemas.microsoft.com/office/drawing/2014/main" id="{DF3D0604-3EEB-7547-A86F-8B3EFC40A3EC}"/>
              </a:ext>
            </a:extLst>
          </p:cNvPr>
          <p:cNvSpPr/>
          <p:nvPr userDrawn="1"/>
        </p:nvSpPr>
        <p:spPr>
          <a:xfrm>
            <a:off x="384784" y="4504759"/>
            <a:ext cx="4321328" cy="1964632"/>
          </a:xfrm>
          <a:custGeom>
            <a:avLst/>
            <a:gdLst>
              <a:gd name="connsiteX0" fmla="*/ 1010833 w 1009650"/>
              <a:gd name="connsiteY0" fmla="*/ 229067 h 457200"/>
              <a:gd name="connsiteX1" fmla="*/ 972733 w 1009650"/>
              <a:gd name="connsiteY1" fmla="*/ 246593 h 457200"/>
              <a:gd name="connsiteX2" fmla="*/ 768072 w 1009650"/>
              <a:gd name="connsiteY2" fmla="*/ 348701 h 457200"/>
              <a:gd name="connsiteX3" fmla="*/ 658853 w 1009650"/>
              <a:gd name="connsiteY3" fmla="*/ 435887 h 457200"/>
              <a:gd name="connsiteX4" fmla="*/ 625770 w 1009650"/>
              <a:gd name="connsiteY4" fmla="*/ 457159 h 457200"/>
              <a:gd name="connsiteX5" fmla="*/ 594020 w 1009650"/>
              <a:gd name="connsiteY5" fmla="*/ 447126 h 457200"/>
              <a:gd name="connsiteX6" fmla="*/ 591352 w 1009650"/>
              <a:gd name="connsiteY6" fmla="*/ 428076 h 457200"/>
              <a:gd name="connsiteX7" fmla="*/ 620117 w 1009650"/>
              <a:gd name="connsiteY7" fmla="*/ 377721 h 457200"/>
              <a:gd name="connsiteX8" fmla="*/ 677966 w 1009650"/>
              <a:gd name="connsiteY8" fmla="*/ 290281 h 457200"/>
              <a:gd name="connsiteX9" fmla="*/ 688507 w 1009650"/>
              <a:gd name="connsiteY9" fmla="*/ 269136 h 457200"/>
              <a:gd name="connsiteX10" fmla="*/ 674410 w 1009650"/>
              <a:gd name="connsiteY10" fmla="*/ 241704 h 457200"/>
              <a:gd name="connsiteX11" fmla="*/ 636310 w 1009650"/>
              <a:gd name="connsiteY11" fmla="*/ 240307 h 457200"/>
              <a:gd name="connsiteX12" fmla="*/ 469495 w 1009650"/>
              <a:gd name="connsiteY12" fmla="*/ 274597 h 457200"/>
              <a:gd name="connsiteX13" fmla="*/ 356846 w 1009650"/>
              <a:gd name="connsiteY13" fmla="*/ 325905 h 457200"/>
              <a:gd name="connsiteX14" fmla="*/ 235752 w 1009650"/>
              <a:gd name="connsiteY14" fmla="*/ 378864 h 457200"/>
              <a:gd name="connsiteX15" fmla="*/ 118468 w 1009650"/>
              <a:gd name="connsiteY15" fmla="*/ 386611 h 457200"/>
              <a:gd name="connsiteX16" fmla="*/ 4168 w 1009650"/>
              <a:gd name="connsiteY16" fmla="*/ 268882 h 457200"/>
              <a:gd name="connsiteX17" fmla="*/ 25186 w 1009650"/>
              <a:gd name="connsiteY17" fmla="*/ 136802 h 457200"/>
              <a:gd name="connsiteX18" fmla="*/ 149075 w 1009650"/>
              <a:gd name="connsiteY18" fmla="*/ 68476 h 457200"/>
              <a:gd name="connsiteX19" fmla="*/ 296649 w 1009650"/>
              <a:gd name="connsiteY19" fmla="*/ 103464 h 457200"/>
              <a:gd name="connsiteX20" fmla="*/ 415076 w 1009650"/>
              <a:gd name="connsiteY20" fmla="*/ 161059 h 457200"/>
              <a:gd name="connsiteX21" fmla="*/ 572429 w 1009650"/>
              <a:gd name="connsiteY21" fmla="*/ 209255 h 457200"/>
              <a:gd name="connsiteX22" fmla="*/ 649836 w 1009650"/>
              <a:gd name="connsiteY22" fmla="*/ 219161 h 457200"/>
              <a:gd name="connsiteX23" fmla="*/ 675236 w 1009650"/>
              <a:gd name="connsiteY23" fmla="*/ 216812 h 457200"/>
              <a:gd name="connsiteX24" fmla="*/ 690125 w 1009650"/>
              <a:gd name="connsiteY24" fmla="*/ 195995 h 457200"/>
              <a:gd name="connsiteX25" fmla="*/ 688317 w 1009650"/>
              <a:gd name="connsiteY25" fmla="*/ 190586 h 457200"/>
              <a:gd name="connsiteX26" fmla="*/ 667934 w 1009650"/>
              <a:gd name="connsiteY26" fmla="*/ 151343 h 457200"/>
              <a:gd name="connsiteX27" fmla="*/ 603036 w 1009650"/>
              <a:gd name="connsiteY27" fmla="*/ 53871 h 457200"/>
              <a:gd name="connsiteX28" fmla="*/ 591098 w 1009650"/>
              <a:gd name="connsiteY28" fmla="*/ 30820 h 457200"/>
              <a:gd name="connsiteX29" fmla="*/ 608179 w 1009650"/>
              <a:gd name="connsiteY29" fmla="*/ 848 h 457200"/>
              <a:gd name="connsiteX30" fmla="*/ 649200 w 1009650"/>
              <a:gd name="connsiteY30" fmla="*/ 12977 h 457200"/>
              <a:gd name="connsiteX31" fmla="*/ 701905 w 1009650"/>
              <a:gd name="connsiteY31" fmla="*/ 60856 h 457200"/>
              <a:gd name="connsiteX32" fmla="*/ 813474 w 1009650"/>
              <a:gd name="connsiteY32" fmla="*/ 134389 h 457200"/>
              <a:gd name="connsiteX33" fmla="*/ 1006642 w 1009650"/>
              <a:gd name="connsiteY33" fmla="*/ 226972 h 457200"/>
              <a:gd name="connsiteX34" fmla="*/ 1010833 w 1009650"/>
              <a:gd name="connsiteY34" fmla="*/ 229067 h 457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009650" h="457200">
                <a:moveTo>
                  <a:pt x="1010833" y="229067"/>
                </a:moveTo>
                <a:cubicBezTo>
                  <a:pt x="997434" y="235417"/>
                  <a:pt x="984925" y="240815"/>
                  <a:pt x="972733" y="246593"/>
                </a:cubicBezTo>
                <a:cubicBezTo>
                  <a:pt x="903581" y="278724"/>
                  <a:pt x="833668" y="309522"/>
                  <a:pt x="768072" y="348701"/>
                </a:cubicBezTo>
                <a:cubicBezTo>
                  <a:pt x="728311" y="373291"/>
                  <a:pt x="691642" y="402562"/>
                  <a:pt x="658853" y="435887"/>
                </a:cubicBezTo>
                <a:cubicBezTo>
                  <a:pt x="650022" y="445921"/>
                  <a:pt x="638563" y="453288"/>
                  <a:pt x="625770" y="457159"/>
                </a:cubicBezTo>
                <a:cubicBezTo>
                  <a:pt x="614145" y="459928"/>
                  <a:pt x="601942" y="456072"/>
                  <a:pt x="594020" y="447126"/>
                </a:cubicBezTo>
                <a:cubicBezTo>
                  <a:pt x="588841" y="442152"/>
                  <a:pt x="587739" y="434281"/>
                  <a:pt x="591352" y="428076"/>
                </a:cubicBezTo>
                <a:cubicBezTo>
                  <a:pt x="600559" y="411122"/>
                  <a:pt x="609703" y="393977"/>
                  <a:pt x="620117" y="377721"/>
                </a:cubicBezTo>
                <a:cubicBezTo>
                  <a:pt x="639167" y="348320"/>
                  <a:pt x="658853" y="319555"/>
                  <a:pt x="677966" y="290281"/>
                </a:cubicBezTo>
                <a:cubicBezTo>
                  <a:pt x="682182" y="283605"/>
                  <a:pt x="685714" y="276521"/>
                  <a:pt x="688507" y="269136"/>
                </a:cubicBezTo>
                <a:cubicBezTo>
                  <a:pt x="693714" y="255801"/>
                  <a:pt x="688507" y="244244"/>
                  <a:pt x="674410" y="241704"/>
                </a:cubicBezTo>
                <a:cubicBezTo>
                  <a:pt x="661836" y="239482"/>
                  <a:pt x="649014" y="239012"/>
                  <a:pt x="636310" y="240307"/>
                </a:cubicBezTo>
                <a:cubicBezTo>
                  <a:pt x="579541" y="245958"/>
                  <a:pt x="523090" y="254975"/>
                  <a:pt x="469495" y="274597"/>
                </a:cubicBezTo>
                <a:cubicBezTo>
                  <a:pt x="431081" y="289732"/>
                  <a:pt x="393480" y="306858"/>
                  <a:pt x="356846" y="325905"/>
                </a:cubicBezTo>
                <a:cubicBezTo>
                  <a:pt x="317159" y="344955"/>
                  <a:pt x="278233" y="366227"/>
                  <a:pt x="235752" y="378864"/>
                </a:cubicBezTo>
                <a:cubicBezTo>
                  <a:pt x="197915" y="391187"/>
                  <a:pt x="157597" y="393850"/>
                  <a:pt x="118468" y="386611"/>
                </a:cubicBezTo>
                <a:cubicBezTo>
                  <a:pt x="60224" y="373808"/>
                  <a:pt x="15244" y="327478"/>
                  <a:pt x="4168" y="268882"/>
                </a:cubicBezTo>
                <a:cubicBezTo>
                  <a:pt x="-4405" y="222463"/>
                  <a:pt x="-849" y="177505"/>
                  <a:pt x="25186" y="136802"/>
                </a:cubicBezTo>
                <a:cubicBezTo>
                  <a:pt x="53888" y="91971"/>
                  <a:pt x="95925" y="69746"/>
                  <a:pt x="149075" y="68476"/>
                </a:cubicBezTo>
                <a:cubicBezTo>
                  <a:pt x="202224" y="67206"/>
                  <a:pt x="249976" y="81557"/>
                  <a:pt x="296649" y="103464"/>
                </a:cubicBezTo>
                <a:cubicBezTo>
                  <a:pt x="336400" y="122133"/>
                  <a:pt x="375875" y="141331"/>
                  <a:pt x="415076" y="161059"/>
                </a:cubicBezTo>
                <a:cubicBezTo>
                  <a:pt x="464691" y="185237"/>
                  <a:pt x="517785" y="201499"/>
                  <a:pt x="572429" y="209255"/>
                </a:cubicBezTo>
                <a:cubicBezTo>
                  <a:pt x="598126" y="213234"/>
                  <a:pt x="623928" y="216536"/>
                  <a:pt x="649836" y="219161"/>
                </a:cubicBezTo>
                <a:cubicBezTo>
                  <a:pt x="658375" y="219866"/>
                  <a:pt x="666971" y="219071"/>
                  <a:pt x="675236" y="216812"/>
                </a:cubicBezTo>
                <a:cubicBezTo>
                  <a:pt x="685095" y="215175"/>
                  <a:pt x="691762" y="205855"/>
                  <a:pt x="690125" y="195995"/>
                </a:cubicBezTo>
                <a:cubicBezTo>
                  <a:pt x="689812" y="194108"/>
                  <a:pt x="689201" y="192282"/>
                  <a:pt x="688317" y="190586"/>
                </a:cubicBezTo>
                <a:cubicBezTo>
                  <a:pt x="682682" y="176935"/>
                  <a:pt x="675862" y="163803"/>
                  <a:pt x="667934" y="151343"/>
                </a:cubicBezTo>
                <a:cubicBezTo>
                  <a:pt x="646724" y="118577"/>
                  <a:pt x="624499" y="86446"/>
                  <a:pt x="603036" y="53871"/>
                </a:cubicBezTo>
                <a:cubicBezTo>
                  <a:pt x="598297" y="46605"/>
                  <a:pt x="594298" y="38883"/>
                  <a:pt x="591098" y="30820"/>
                </a:cubicBezTo>
                <a:cubicBezTo>
                  <a:pt x="584748" y="15771"/>
                  <a:pt x="592304" y="3833"/>
                  <a:pt x="608179" y="848"/>
                </a:cubicBezTo>
                <a:cubicBezTo>
                  <a:pt x="623012" y="-2026"/>
                  <a:pt x="638315" y="2499"/>
                  <a:pt x="649200" y="12977"/>
                </a:cubicBezTo>
                <a:cubicBezTo>
                  <a:pt x="666917" y="28788"/>
                  <a:pt x="683999" y="45298"/>
                  <a:pt x="701905" y="60856"/>
                </a:cubicBezTo>
                <a:cubicBezTo>
                  <a:pt x="735701" y="90165"/>
                  <a:pt x="773214" y="114889"/>
                  <a:pt x="813474" y="134389"/>
                </a:cubicBezTo>
                <a:cubicBezTo>
                  <a:pt x="877674" y="165631"/>
                  <a:pt x="942253" y="196111"/>
                  <a:pt x="1006642" y="226972"/>
                </a:cubicBezTo>
                <a:cubicBezTo>
                  <a:pt x="1007785" y="227226"/>
                  <a:pt x="1008801" y="227924"/>
                  <a:pt x="1010833" y="229067"/>
                </a:cubicBezTo>
                <a:close/>
              </a:path>
            </a:pathLst>
          </a:custGeom>
          <a:solidFill>
            <a:srgbClr val="09EDB8"/>
          </a:solidFill>
          <a:ln w="6350" cap="flat">
            <a:noFill/>
            <a:prstDash val="solid"/>
            <a:miter/>
          </a:ln>
        </p:spPr>
        <p:txBody>
          <a:bodyPr rtlCol="0" anchor="ctr"/>
          <a:lstStyle/>
          <a:p>
            <a:endParaRPr lang="en-GB"/>
          </a:p>
        </p:txBody>
      </p:sp>
      <p:sp>
        <p:nvSpPr>
          <p:cNvPr id="10" name="Text Placeholder 2"/>
          <p:cNvSpPr>
            <a:spLocks noGrp="1"/>
          </p:cNvSpPr>
          <p:nvPr>
            <p:ph type="body" sz="quarter" idx="16" hasCustomPrompt="1"/>
          </p:nvPr>
        </p:nvSpPr>
        <p:spPr>
          <a:xfrm>
            <a:off x="384784" y="1349984"/>
            <a:ext cx="3443732" cy="2751998"/>
          </a:xfrm>
        </p:spPr>
        <p:txBody>
          <a:bodyPr/>
          <a:lstStyle>
            <a:lvl1pPr marL="0" indent="0">
              <a:lnSpc>
                <a:spcPct val="90000"/>
              </a:lnSpc>
              <a:spcAft>
                <a:spcPts val="0"/>
              </a:spcAft>
              <a:buFont typeface="Arial" panose="020B0604020202020204" pitchFamily="34" charset="0"/>
              <a:buNone/>
              <a:defRPr sz="3600" cap="all" spc="60" baseline="0">
                <a:solidFill>
                  <a:srgbClr val="09EDB8"/>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slide title to sit here</a:t>
            </a:r>
          </a:p>
        </p:txBody>
      </p:sp>
    </p:spTree>
    <p:extLst>
      <p:ext uri="{BB962C8B-B14F-4D97-AF65-F5344CB8AC3E}">
        <p14:creationId xmlns:p14="http://schemas.microsoft.com/office/powerpoint/2010/main" val="3589945353"/>
      </p:ext>
    </p:extLst>
  </p:cSld>
  <p:clrMapOvr>
    <a:masterClrMapping/>
  </p:clrMapOvr>
  <p:extLst>
    <p:ext uri="{DCECCB84-F9BA-43D5-87BE-67443E8EF086}">
      <p15:sldGuideLst xmlns:p15="http://schemas.microsoft.com/office/powerpoint/2012/main">
        <p15:guide id="1" orient="horz" pos="845">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Arrow Left">
    <p:spTree>
      <p:nvGrpSpPr>
        <p:cNvPr id="1" name=""/>
        <p:cNvGrpSpPr/>
        <p:nvPr/>
      </p:nvGrpSpPr>
      <p:grpSpPr>
        <a:xfrm>
          <a:off x="0" y="0"/>
          <a:ext cx="0" cy="0"/>
          <a:chOff x="0" y="0"/>
          <a:chExt cx="0" cy="0"/>
        </a:xfrm>
      </p:grpSpPr>
      <p:pic>
        <p:nvPicPr>
          <p:cNvPr id="7" name="Picture 6"/>
          <p:cNvPicPr>
            <a:picLocks noChangeAspect="1"/>
          </p:cNvPicPr>
          <p:nvPr userDrawn="1"/>
        </p:nvPicPr>
        <p:blipFill rotWithShape="1">
          <a:blip r:embed="rId2">
            <a:extLst>
              <a:ext uri="{28A0092B-C50C-407E-A947-70E740481C1C}">
                <a14:useLocalDpi xmlns:a14="http://schemas.microsoft.com/office/drawing/2010/main" val="0"/>
              </a:ext>
            </a:extLst>
          </a:blip>
          <a:srcRect r="-1"/>
          <a:stretch/>
        </p:blipFill>
        <p:spPr>
          <a:xfrm>
            <a:off x="-6057" y="3264823"/>
            <a:ext cx="5967455" cy="2859259"/>
          </a:xfrm>
          <a:prstGeom prst="rect">
            <a:avLst/>
          </a:prstGeom>
        </p:spPr>
      </p:pic>
      <p:sp>
        <p:nvSpPr>
          <p:cNvPr id="3" name="Text Placeholder 2"/>
          <p:cNvSpPr>
            <a:spLocks noGrp="1"/>
          </p:cNvSpPr>
          <p:nvPr>
            <p:ph type="body" sz="quarter" idx="10" hasCustomPrompt="1"/>
          </p:nvPr>
        </p:nvSpPr>
        <p:spPr>
          <a:xfrm>
            <a:off x="384784" y="1242034"/>
            <a:ext cx="3694112" cy="2917842"/>
          </a:xfrm>
        </p:spPr>
        <p:txBody>
          <a:bodyPr anchor="b"/>
          <a:lstStyle>
            <a:lvl1pPr marL="0" indent="0">
              <a:lnSpc>
                <a:spcPct val="100000"/>
              </a:lnSpc>
              <a:spcAft>
                <a:spcPts val="0"/>
              </a:spcAft>
              <a:buFont typeface="Arial" panose="020B0604020202020204" pitchFamily="34" charset="0"/>
              <a:buNone/>
              <a:defRPr sz="3600" cap="none" baseline="0">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a:t>
            </a:r>
            <a:br>
              <a:rPr lang="en-US" dirty="0"/>
            </a:br>
            <a:r>
              <a:rPr lang="en-US" dirty="0"/>
              <a:t>edit slide title</a:t>
            </a:r>
          </a:p>
        </p:txBody>
      </p:sp>
      <p:sp>
        <p:nvSpPr>
          <p:cNvPr id="5" name="Text Placeholder 4"/>
          <p:cNvSpPr>
            <a:spLocks noGrp="1"/>
          </p:cNvSpPr>
          <p:nvPr>
            <p:ph type="body" sz="quarter" idx="11" hasCustomPrompt="1"/>
          </p:nvPr>
        </p:nvSpPr>
        <p:spPr>
          <a:xfrm>
            <a:off x="6098146" y="579549"/>
            <a:ext cx="5718225" cy="5899039"/>
          </a:xfrm>
        </p:spPr>
        <p:txBody>
          <a:bodyPr/>
          <a:lstStyle>
            <a:lvl1pPr marL="0" indent="0">
              <a:buFont typeface="Arial" panose="020B0604020202020204" pitchFamily="34" charset="0"/>
              <a:buNone/>
              <a:defRPr sz="2000" b="0"/>
            </a:lvl1pPr>
            <a:lvl2pPr marL="180000" marR="0" indent="-180000" algn="l" defTabSz="914400" rtl="0" eaLnBrk="1" fontAlgn="auto" latinLnBrk="0" hangingPunct="1">
              <a:lnSpc>
                <a:spcPct val="100000"/>
              </a:lnSpc>
              <a:spcBef>
                <a:spcPts val="0"/>
              </a:spcBef>
              <a:spcAft>
                <a:spcPts val="1200"/>
              </a:spcAft>
              <a:buClrTx/>
              <a:buSzPct val="125000"/>
              <a:buFont typeface="Arial" panose="020B0604020202020204" pitchFamily="34" charset="0"/>
              <a:buChar char="•"/>
              <a:tabLst/>
              <a:defRPr sz="2000"/>
            </a:lvl2pPr>
            <a:lvl3pPr marL="180000" indent="-180000">
              <a:buFont typeface="Arial" panose="020B0604020202020204" pitchFamily="34" charset="0"/>
              <a:buChar char="•"/>
              <a:defRPr sz="2000"/>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a:p>
            <a:pPr lvl="1"/>
            <a:r>
              <a:rPr lang="en-US" dirty="0"/>
              <a:t>Second level</a:t>
            </a:r>
          </a:p>
          <a:p>
            <a:pPr lvl="2"/>
            <a:r>
              <a:rPr lang="en-GB" dirty="0"/>
              <a:t>Third level</a:t>
            </a:r>
          </a:p>
          <a:p>
            <a:pPr lvl="2"/>
            <a:r>
              <a:rPr lang="en-GB" dirty="0"/>
              <a:t>Fourth level</a:t>
            </a:r>
          </a:p>
          <a:p>
            <a:pPr lvl="2"/>
            <a:r>
              <a:rPr lang="en-GB" dirty="0"/>
              <a:t>Fifth level</a:t>
            </a:r>
          </a:p>
        </p:txBody>
      </p:sp>
    </p:spTree>
    <p:extLst>
      <p:ext uri="{BB962C8B-B14F-4D97-AF65-F5344CB8AC3E}">
        <p14:creationId xmlns:p14="http://schemas.microsoft.com/office/powerpoint/2010/main" val="1370358418"/>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Text and Image (half screen)">
    <p:bg>
      <p:bgPr>
        <a:solidFill>
          <a:schemeClr val="bg1"/>
        </a:solidFill>
        <a:effectLst/>
      </p:bgPr>
    </p:bg>
    <p:spTree>
      <p:nvGrpSpPr>
        <p:cNvPr id="1" name=""/>
        <p:cNvGrpSpPr/>
        <p:nvPr/>
      </p:nvGrpSpPr>
      <p:grpSpPr>
        <a:xfrm>
          <a:off x="0" y="0"/>
          <a:ext cx="0" cy="0"/>
          <a:chOff x="0" y="0"/>
          <a:chExt cx="0" cy="0"/>
        </a:xfrm>
      </p:grpSpPr>
      <p:sp>
        <p:nvSpPr>
          <p:cNvPr id="10" name="Text Placeholder 7"/>
          <p:cNvSpPr>
            <a:spLocks noGrp="1"/>
          </p:cNvSpPr>
          <p:nvPr>
            <p:ph type="body" sz="quarter" idx="11" hasCustomPrompt="1"/>
          </p:nvPr>
        </p:nvSpPr>
        <p:spPr>
          <a:xfrm>
            <a:off x="373063" y="1892635"/>
            <a:ext cx="6143484"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7" name="Picture Placeholder 4">
            <a:extLst>
              <a:ext uri="{FF2B5EF4-FFF2-40B4-BE49-F238E27FC236}">
                <a16:creationId xmlns:a16="http://schemas.microsoft.com/office/drawing/2014/main" id="{749837D3-F6DB-DB49-B987-A2004B0611D5}"/>
              </a:ext>
            </a:extLst>
          </p:cNvPr>
          <p:cNvSpPr>
            <a:spLocks noGrp="1"/>
          </p:cNvSpPr>
          <p:nvPr>
            <p:ph type="pic" sz="quarter" idx="13"/>
          </p:nvPr>
        </p:nvSpPr>
        <p:spPr>
          <a:xfrm>
            <a:off x="6967959" y="0"/>
            <a:ext cx="5224040" cy="6857999"/>
          </a:xfrm>
          <a:prstGeom prst="rect">
            <a:avLst/>
          </a:prstGeom>
        </p:spPr>
        <p:txBody>
          <a:bodyPr/>
          <a:lstStyle>
            <a:lvl1pPr marL="0" indent="0">
              <a:buNone/>
              <a:defRPr/>
            </a:lvl1pPr>
          </a:lstStyle>
          <a:p>
            <a:r>
              <a:rPr lang="en-US" dirty="0"/>
              <a:t>Click icon to add picture</a:t>
            </a:r>
          </a:p>
        </p:txBody>
      </p:sp>
      <p:sp>
        <p:nvSpPr>
          <p:cNvPr id="11" name="Text Placeholder 2"/>
          <p:cNvSpPr>
            <a:spLocks noGrp="1"/>
          </p:cNvSpPr>
          <p:nvPr>
            <p:ph type="body" sz="quarter" idx="12" hasCustomPrompt="1"/>
          </p:nvPr>
        </p:nvSpPr>
        <p:spPr>
          <a:xfrm>
            <a:off x="385650" y="1147572"/>
            <a:ext cx="5123903" cy="520262"/>
          </a:xfrm>
        </p:spPr>
        <p:txBody>
          <a:bodyPr/>
          <a:lstStyle>
            <a:lvl1pPr marL="0" indent="0">
              <a:lnSpc>
                <a:spcPct val="100000"/>
              </a:lnSpc>
              <a:spcAft>
                <a:spcPts val="0"/>
              </a:spcAft>
              <a:buFont typeface="Arial" panose="020B0604020202020204" pitchFamily="34" charset="0"/>
              <a:buNone/>
              <a:defRPr sz="3600" cap="none" baseline="0">
                <a:solidFill>
                  <a:srgbClr val="004050"/>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edit slide title</a:t>
            </a:r>
          </a:p>
        </p:txBody>
      </p:sp>
      <p:sp>
        <p:nvSpPr>
          <p:cNvPr id="16" name="Freeform 15">
            <a:extLst>
              <a:ext uri="{FF2B5EF4-FFF2-40B4-BE49-F238E27FC236}">
                <a16:creationId xmlns:a16="http://schemas.microsoft.com/office/drawing/2014/main" id="{D44E23D4-CD16-B448-8F0A-11F5CE4FAB4C}"/>
              </a:ext>
            </a:extLst>
          </p:cNvPr>
          <p:cNvSpPr/>
          <p:nvPr userDrawn="1"/>
        </p:nvSpPr>
        <p:spPr>
          <a:xfrm>
            <a:off x="3229535" y="4488657"/>
            <a:ext cx="3729957" cy="2369343"/>
          </a:xfrm>
          <a:custGeom>
            <a:avLst/>
            <a:gdLst>
              <a:gd name="connsiteX0" fmla="*/ 117151 w 1009650"/>
              <a:gd name="connsiteY0" fmla="*/ 24275 h 641350"/>
              <a:gd name="connsiteX1" fmla="*/ 692 w 1009650"/>
              <a:gd name="connsiteY1" fmla="*/ 235603 h 641350"/>
              <a:gd name="connsiteX2" fmla="*/ 208781 w 1009650"/>
              <a:gd name="connsiteY2" fmla="*/ 429659 h 641350"/>
              <a:gd name="connsiteX3" fmla="*/ 350450 w 1009650"/>
              <a:gd name="connsiteY3" fmla="*/ 429659 h 641350"/>
              <a:gd name="connsiteX4" fmla="*/ 350450 w 1009650"/>
              <a:gd name="connsiteY4" fmla="*/ 641432 h 641350"/>
              <a:gd name="connsiteX5" fmla="*/ 428301 w 1009650"/>
              <a:gd name="connsiteY5" fmla="*/ 641432 h 641350"/>
              <a:gd name="connsiteX6" fmla="*/ 428301 w 1009650"/>
              <a:gd name="connsiteY6" fmla="*/ 430358 h 641350"/>
              <a:gd name="connsiteX7" fmla="*/ 777551 w 1009650"/>
              <a:gd name="connsiteY7" fmla="*/ 430358 h 641350"/>
              <a:gd name="connsiteX8" fmla="*/ 652519 w 1009650"/>
              <a:gd name="connsiteY8" fmla="*/ 640352 h 641350"/>
              <a:gd name="connsiteX9" fmla="*/ 698747 w 1009650"/>
              <a:gd name="connsiteY9" fmla="*/ 640352 h 641350"/>
              <a:gd name="connsiteX10" fmla="*/ 713225 w 1009650"/>
              <a:gd name="connsiteY10" fmla="*/ 633050 h 641350"/>
              <a:gd name="connsiteX11" fmla="*/ 864800 w 1009650"/>
              <a:gd name="connsiteY11" fmla="*/ 484206 h 641350"/>
              <a:gd name="connsiteX12" fmla="*/ 1004881 w 1009650"/>
              <a:gd name="connsiteY12" fmla="*/ 412641 h 641350"/>
              <a:gd name="connsiteX13" fmla="*/ 1011231 w 1009650"/>
              <a:gd name="connsiteY13" fmla="*/ 402608 h 641350"/>
              <a:gd name="connsiteX14" fmla="*/ 1011231 w 1009650"/>
              <a:gd name="connsiteY14" fmla="*/ 379685 h 641350"/>
              <a:gd name="connsiteX15" fmla="*/ 1003547 w 1009650"/>
              <a:gd name="connsiteY15" fmla="*/ 368826 h 641350"/>
              <a:gd name="connsiteX16" fmla="*/ 710241 w 1009650"/>
              <a:gd name="connsiteY16" fmla="*/ 145624 h 641350"/>
              <a:gd name="connsiteX17" fmla="*/ 705224 w 1009650"/>
              <a:gd name="connsiteY17" fmla="*/ 141687 h 641350"/>
              <a:gd name="connsiteX18" fmla="*/ 652138 w 1009650"/>
              <a:gd name="connsiteY18" fmla="*/ 141687 h 641350"/>
              <a:gd name="connsiteX19" fmla="*/ 777487 w 1009650"/>
              <a:gd name="connsiteY19" fmla="*/ 353078 h 641350"/>
              <a:gd name="connsiteX20" fmla="*/ 428237 w 1009650"/>
              <a:gd name="connsiteY20" fmla="*/ 353078 h 641350"/>
              <a:gd name="connsiteX21" fmla="*/ 428237 w 1009650"/>
              <a:gd name="connsiteY21" fmla="*/ 344887 h 641350"/>
              <a:gd name="connsiteX22" fmla="*/ 428237 w 1009650"/>
              <a:gd name="connsiteY22" fmla="*/ 210013 h 641350"/>
              <a:gd name="connsiteX23" fmla="*/ 422776 w 1009650"/>
              <a:gd name="connsiteY23" fmla="*/ 165563 h 641350"/>
              <a:gd name="connsiteX24" fmla="*/ 278060 w 1009650"/>
              <a:gd name="connsiteY24" fmla="*/ 11385 h 641350"/>
              <a:gd name="connsiteX25" fmla="*/ 117151 w 1009650"/>
              <a:gd name="connsiteY25" fmla="*/ 24275 h 641350"/>
              <a:gd name="connsiteX26" fmla="*/ 331654 w 1009650"/>
              <a:gd name="connsiteY26" fmla="*/ 145370 h 641350"/>
              <a:gd name="connsiteX27" fmla="*/ 350704 w 1009650"/>
              <a:gd name="connsiteY27" fmla="*/ 216045 h 641350"/>
              <a:gd name="connsiteX28" fmla="*/ 350704 w 1009650"/>
              <a:gd name="connsiteY28" fmla="*/ 343045 h 641350"/>
              <a:gd name="connsiteX29" fmla="*/ 350704 w 1009650"/>
              <a:gd name="connsiteY29" fmla="*/ 352634 h 641350"/>
              <a:gd name="connsiteX30" fmla="*/ 346513 w 1009650"/>
              <a:gd name="connsiteY30" fmla="*/ 353142 h 641350"/>
              <a:gd name="connsiteX31" fmla="*/ 208591 w 1009650"/>
              <a:gd name="connsiteY31" fmla="*/ 352697 h 641350"/>
              <a:gd name="connsiteX32" fmla="*/ 104069 w 1009650"/>
              <a:gd name="connsiteY32" fmla="*/ 297579 h 641350"/>
              <a:gd name="connsiteX33" fmla="*/ 190493 w 1009650"/>
              <a:gd name="connsiteY33" fmla="*/ 79457 h 641350"/>
              <a:gd name="connsiteX34" fmla="*/ 331654 w 1009650"/>
              <a:gd name="connsiteY34" fmla="*/ 145370 h 641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009650" h="641350">
                <a:moveTo>
                  <a:pt x="117151" y="24275"/>
                </a:moveTo>
                <a:cubicBezTo>
                  <a:pt x="34918" y="69741"/>
                  <a:pt x="-5912" y="140163"/>
                  <a:pt x="692" y="235603"/>
                </a:cubicBezTo>
                <a:cubicBezTo>
                  <a:pt x="7994" y="341013"/>
                  <a:pt x="103117" y="429659"/>
                  <a:pt x="208781" y="429659"/>
                </a:cubicBezTo>
                <a:lnTo>
                  <a:pt x="350450" y="429659"/>
                </a:lnTo>
                <a:lnTo>
                  <a:pt x="350450" y="641432"/>
                </a:lnTo>
                <a:lnTo>
                  <a:pt x="428301" y="641432"/>
                </a:lnTo>
                <a:lnTo>
                  <a:pt x="428301" y="430358"/>
                </a:lnTo>
                <a:lnTo>
                  <a:pt x="777551" y="430358"/>
                </a:lnTo>
                <a:cubicBezTo>
                  <a:pt x="722305" y="492842"/>
                  <a:pt x="679379" y="561231"/>
                  <a:pt x="652519" y="640352"/>
                </a:cubicBezTo>
                <a:cubicBezTo>
                  <a:pt x="668712" y="640352"/>
                  <a:pt x="683761" y="640352"/>
                  <a:pt x="698747" y="640352"/>
                </a:cubicBezTo>
                <a:cubicBezTo>
                  <a:pt x="704581" y="640933"/>
                  <a:pt x="710224" y="638086"/>
                  <a:pt x="713225" y="633050"/>
                </a:cubicBezTo>
                <a:cubicBezTo>
                  <a:pt x="754165" y="574534"/>
                  <a:pt x="805550" y="524075"/>
                  <a:pt x="864800" y="484206"/>
                </a:cubicBezTo>
                <a:cubicBezTo>
                  <a:pt x="908435" y="454786"/>
                  <a:pt x="955471" y="430757"/>
                  <a:pt x="1004881" y="412641"/>
                </a:cubicBezTo>
                <a:cubicBezTo>
                  <a:pt x="1009346" y="411541"/>
                  <a:pt x="1012148" y="407114"/>
                  <a:pt x="1011231" y="402608"/>
                </a:cubicBezTo>
                <a:cubicBezTo>
                  <a:pt x="1010723" y="394975"/>
                  <a:pt x="1010723" y="387317"/>
                  <a:pt x="1011231" y="379685"/>
                </a:cubicBezTo>
                <a:cubicBezTo>
                  <a:pt x="1011802" y="373335"/>
                  <a:pt x="1009135" y="370922"/>
                  <a:pt x="1003547" y="368826"/>
                </a:cubicBezTo>
                <a:cubicBezTo>
                  <a:pt x="883532" y="323741"/>
                  <a:pt x="784154" y="251351"/>
                  <a:pt x="710241" y="145624"/>
                </a:cubicBezTo>
                <a:cubicBezTo>
                  <a:pt x="709034" y="143909"/>
                  <a:pt x="706939" y="141750"/>
                  <a:pt x="705224" y="141687"/>
                </a:cubicBezTo>
                <a:cubicBezTo>
                  <a:pt x="687889" y="141687"/>
                  <a:pt x="670616" y="141687"/>
                  <a:pt x="652138" y="141687"/>
                </a:cubicBezTo>
                <a:cubicBezTo>
                  <a:pt x="678808" y="221506"/>
                  <a:pt x="721988" y="290213"/>
                  <a:pt x="777487" y="353078"/>
                </a:cubicBezTo>
                <a:lnTo>
                  <a:pt x="428237" y="353078"/>
                </a:lnTo>
                <a:lnTo>
                  <a:pt x="428237" y="344887"/>
                </a:lnTo>
                <a:cubicBezTo>
                  <a:pt x="428237" y="299929"/>
                  <a:pt x="428681" y="254971"/>
                  <a:pt x="428237" y="210013"/>
                </a:cubicBezTo>
                <a:cubicBezTo>
                  <a:pt x="428159" y="195034"/>
                  <a:pt x="426326" y="180115"/>
                  <a:pt x="422776" y="165563"/>
                </a:cubicBezTo>
                <a:cubicBezTo>
                  <a:pt x="402392" y="88283"/>
                  <a:pt x="353498" y="36150"/>
                  <a:pt x="278060" y="11385"/>
                </a:cubicBezTo>
                <a:cubicBezTo>
                  <a:pt x="223323" y="-6776"/>
                  <a:pt x="167760" y="-3728"/>
                  <a:pt x="117151" y="24275"/>
                </a:cubicBezTo>
                <a:close/>
                <a:moveTo>
                  <a:pt x="331654" y="145370"/>
                </a:moveTo>
                <a:cubicBezTo>
                  <a:pt x="344472" y="166690"/>
                  <a:pt x="351071" y="191171"/>
                  <a:pt x="350704" y="216045"/>
                </a:cubicBezTo>
                <a:cubicBezTo>
                  <a:pt x="350704" y="258463"/>
                  <a:pt x="350704" y="300818"/>
                  <a:pt x="350704" y="343045"/>
                </a:cubicBezTo>
                <a:lnTo>
                  <a:pt x="350704" y="352634"/>
                </a:lnTo>
                <a:cubicBezTo>
                  <a:pt x="349319" y="352892"/>
                  <a:pt x="347920" y="353061"/>
                  <a:pt x="346513" y="353142"/>
                </a:cubicBezTo>
                <a:cubicBezTo>
                  <a:pt x="300539" y="353142"/>
                  <a:pt x="254564" y="353142"/>
                  <a:pt x="208591" y="352697"/>
                </a:cubicBezTo>
                <a:cubicBezTo>
                  <a:pt x="164649" y="352062"/>
                  <a:pt x="129724" y="332123"/>
                  <a:pt x="104069" y="297579"/>
                </a:cubicBezTo>
                <a:cubicBezTo>
                  <a:pt x="38347" y="209187"/>
                  <a:pt x="96132" y="97173"/>
                  <a:pt x="190493" y="79457"/>
                </a:cubicBezTo>
                <a:cubicBezTo>
                  <a:pt x="246651" y="70112"/>
                  <a:pt x="302766" y="96313"/>
                  <a:pt x="331654" y="145370"/>
                </a:cubicBezTo>
                <a:close/>
              </a:path>
            </a:pathLst>
          </a:custGeom>
          <a:solidFill>
            <a:srgbClr val="00EDB3"/>
          </a:solidFill>
          <a:ln w="6350" cap="flat">
            <a:noFill/>
            <a:prstDash val="solid"/>
            <a:miter/>
          </a:ln>
        </p:spPr>
        <p:txBody>
          <a:bodyPr rtlCol="0" anchor="ctr"/>
          <a:lstStyle/>
          <a:p>
            <a:endParaRPr lang="en-GB"/>
          </a:p>
        </p:txBody>
      </p:sp>
      <p:sp>
        <p:nvSpPr>
          <p:cNvPr id="8" name="Rectangle 7"/>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912114898"/>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Activity 1">
    <p:bg>
      <p:bgPr>
        <a:solidFill>
          <a:srgbClr val="0EEEBA"/>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4327302" y="344971"/>
            <a:ext cx="7475232" cy="2858874"/>
          </a:xfrm>
        </p:spPr>
        <p:txBody>
          <a:bodyPr anchor="b" anchorCtr="0">
            <a:noAutofit/>
          </a:bodyPr>
          <a:lstStyle>
            <a:lvl1pPr algn="l">
              <a:lnSpc>
                <a:spcPct val="100000"/>
              </a:lnSpc>
              <a:defRPr sz="3600" baseline="0">
                <a:solidFill>
                  <a:srgbClr val="004050"/>
                </a:solidFill>
              </a:defRPr>
            </a:lvl1pPr>
          </a:lstStyle>
          <a:p>
            <a:br>
              <a:rPr lang="en-US" noProof="0" dirty="0"/>
            </a:br>
            <a:br>
              <a:rPr lang="en-US" noProof="0" dirty="0"/>
            </a:br>
            <a:r>
              <a:rPr lang="en-US" noProof="0" dirty="0"/>
              <a:t>ACTIVITY: </a:t>
            </a:r>
            <a:br>
              <a:rPr lang="en-US" noProof="0" dirty="0"/>
            </a:br>
            <a:r>
              <a:rPr lang="en-US" noProof="0" dirty="0"/>
              <a:t>CLICK TO EDIT TITLE</a:t>
            </a:r>
            <a:endParaRPr lang="en-GB" noProof="0" dirty="0"/>
          </a:p>
        </p:txBody>
      </p:sp>
      <p:sp>
        <p:nvSpPr>
          <p:cNvPr id="4" name="Text Placeholder 3"/>
          <p:cNvSpPr>
            <a:spLocks noGrp="1"/>
          </p:cNvSpPr>
          <p:nvPr>
            <p:ph type="body" sz="quarter" idx="10" hasCustomPrompt="1"/>
          </p:nvPr>
        </p:nvSpPr>
        <p:spPr>
          <a:xfrm>
            <a:off x="4327303" y="3525004"/>
            <a:ext cx="7475230" cy="2791976"/>
          </a:xfrm>
        </p:spPr>
        <p:txBody>
          <a:bodyPr/>
          <a:lstStyle>
            <a:lvl1pPr>
              <a:lnSpc>
                <a:spcPct val="100000"/>
              </a:lnSpc>
              <a:defRPr b="0" baseline="0"/>
            </a:lvl1pPr>
          </a:lstStyle>
          <a:p>
            <a:pPr lvl="0"/>
            <a:r>
              <a:rPr lang="en-US" dirty="0"/>
              <a:t>Click to edit instructions</a:t>
            </a:r>
          </a:p>
        </p:txBody>
      </p:sp>
      <p:sp>
        <p:nvSpPr>
          <p:cNvPr id="10" name="Freeform 9">
            <a:extLst>
              <a:ext uri="{FF2B5EF4-FFF2-40B4-BE49-F238E27FC236}">
                <a16:creationId xmlns:a16="http://schemas.microsoft.com/office/drawing/2014/main" id="{56887D20-DCD6-8E49-BF31-8F4C2FCCD421}"/>
              </a:ext>
            </a:extLst>
          </p:cNvPr>
          <p:cNvSpPr/>
          <p:nvPr userDrawn="1"/>
        </p:nvSpPr>
        <p:spPr>
          <a:xfrm>
            <a:off x="487005" y="518307"/>
            <a:ext cx="3525956" cy="4061544"/>
          </a:xfrm>
          <a:custGeom>
            <a:avLst/>
            <a:gdLst>
              <a:gd name="connsiteX0" fmla="*/ 1008895 w 1003300"/>
              <a:gd name="connsiteY0" fmla="*/ 731076 h 1155700"/>
              <a:gd name="connsiteX1" fmla="*/ 581921 w 1003300"/>
              <a:gd name="connsiteY1" fmla="*/ 1157986 h 1155700"/>
              <a:gd name="connsiteX2" fmla="*/ 581921 w 1003300"/>
              <a:gd name="connsiteY2" fmla="*/ 932371 h 1155700"/>
              <a:gd name="connsiteX3" fmla="*/ 565728 w 1003300"/>
              <a:gd name="connsiteY3" fmla="*/ 932371 h 1155700"/>
              <a:gd name="connsiteX4" fmla="*/ 485337 w 1003300"/>
              <a:gd name="connsiteY4" fmla="*/ 923163 h 1155700"/>
              <a:gd name="connsiteX5" fmla="*/ 405454 w 1003300"/>
              <a:gd name="connsiteY5" fmla="*/ 877824 h 1155700"/>
              <a:gd name="connsiteX6" fmla="*/ 306585 w 1003300"/>
              <a:gd name="connsiteY6" fmla="*/ 784035 h 1155700"/>
              <a:gd name="connsiteX7" fmla="*/ 114497 w 1003300"/>
              <a:gd name="connsiteY7" fmla="*/ 591312 h 1155700"/>
              <a:gd name="connsiteX8" fmla="*/ 29534 w 1003300"/>
              <a:gd name="connsiteY8" fmla="*/ 484251 h 1155700"/>
              <a:gd name="connsiteX9" fmla="*/ 7500 w 1003300"/>
              <a:gd name="connsiteY9" fmla="*/ 408051 h 1155700"/>
              <a:gd name="connsiteX10" fmla="*/ 452 w 1003300"/>
              <a:gd name="connsiteY10" fmla="*/ 282766 h 1155700"/>
              <a:gd name="connsiteX11" fmla="*/ 452 w 1003300"/>
              <a:gd name="connsiteY11" fmla="*/ 10668 h 1155700"/>
              <a:gd name="connsiteX12" fmla="*/ 452 w 1003300"/>
              <a:gd name="connsiteY12" fmla="*/ 1333 h 1155700"/>
              <a:gd name="connsiteX13" fmla="*/ 201937 w 1003300"/>
              <a:gd name="connsiteY13" fmla="*/ 203200 h 1155700"/>
              <a:gd name="connsiteX14" fmla="*/ 405137 w 1003300"/>
              <a:gd name="connsiteY14" fmla="*/ 0 h 1155700"/>
              <a:gd name="connsiteX15" fmla="*/ 405137 w 1003300"/>
              <a:gd name="connsiteY15" fmla="*/ 527876 h 1155700"/>
              <a:gd name="connsiteX16" fmla="*/ 573221 w 1003300"/>
              <a:gd name="connsiteY16" fmla="*/ 527876 h 1155700"/>
              <a:gd name="connsiteX17" fmla="*/ 581984 w 1003300"/>
              <a:gd name="connsiteY17" fmla="*/ 518732 h 1155700"/>
              <a:gd name="connsiteX18" fmla="*/ 581984 w 1003300"/>
              <a:gd name="connsiteY18" fmla="*/ 303975 h 1155700"/>
              <a:gd name="connsiteX19" fmla="*/ 1008895 w 1003300"/>
              <a:gd name="connsiteY19" fmla="*/ 731076 h 1155700"/>
              <a:gd name="connsiteX20" fmla="*/ 649929 w 1003300"/>
              <a:gd name="connsiteY20" fmla="*/ 864426 h 1155700"/>
              <a:gd name="connsiteX21" fmla="*/ 649929 w 1003300"/>
              <a:gd name="connsiteY21" fmla="*/ 991807 h 1155700"/>
              <a:gd name="connsiteX22" fmla="*/ 911359 w 1003300"/>
              <a:gd name="connsiteY22" fmla="*/ 730568 h 1155700"/>
              <a:gd name="connsiteX23" fmla="*/ 649231 w 1003300"/>
              <a:gd name="connsiteY23" fmla="*/ 468376 h 1155700"/>
              <a:gd name="connsiteX24" fmla="*/ 649231 w 1003300"/>
              <a:gd name="connsiteY24" fmla="*/ 595693 h 1155700"/>
              <a:gd name="connsiteX25" fmla="*/ 216732 w 1003300"/>
              <a:gd name="connsiteY25" fmla="*/ 595693 h 1155700"/>
              <a:gd name="connsiteX26" fmla="*/ 221558 w 1003300"/>
              <a:gd name="connsiteY26" fmla="*/ 601091 h 1155700"/>
              <a:gd name="connsiteX27" fmla="*/ 427870 w 1003300"/>
              <a:gd name="connsiteY27" fmla="*/ 807720 h 1155700"/>
              <a:gd name="connsiteX28" fmla="*/ 542170 w 1003300"/>
              <a:gd name="connsiteY28" fmla="*/ 862457 h 1155700"/>
              <a:gd name="connsiteX29" fmla="*/ 624720 w 1003300"/>
              <a:gd name="connsiteY29" fmla="*/ 864426 h 1155700"/>
              <a:gd name="connsiteX30" fmla="*/ 649929 w 1003300"/>
              <a:gd name="connsiteY30" fmla="*/ 864426 h 1155700"/>
              <a:gd name="connsiteX31" fmla="*/ 68523 w 1003300"/>
              <a:gd name="connsiteY31" fmla="*/ 162941 h 1155700"/>
              <a:gd name="connsiteX32" fmla="*/ 68142 w 1003300"/>
              <a:gd name="connsiteY32" fmla="*/ 168275 h 1155700"/>
              <a:gd name="connsiteX33" fmla="*/ 68460 w 1003300"/>
              <a:gd name="connsiteY33" fmla="*/ 339725 h 1155700"/>
              <a:gd name="connsiteX34" fmla="*/ 75318 w 1003300"/>
              <a:gd name="connsiteY34" fmla="*/ 411162 h 1155700"/>
              <a:gd name="connsiteX35" fmla="*/ 127325 w 1003300"/>
              <a:gd name="connsiteY35" fmla="*/ 494665 h 1155700"/>
              <a:gd name="connsiteX36" fmla="*/ 203207 w 1003300"/>
              <a:gd name="connsiteY36" fmla="*/ 521780 h 1155700"/>
              <a:gd name="connsiteX37" fmla="*/ 333889 w 1003300"/>
              <a:gd name="connsiteY37" fmla="*/ 527558 h 1155700"/>
              <a:gd name="connsiteX38" fmla="*/ 336937 w 1003300"/>
              <a:gd name="connsiteY38" fmla="*/ 526732 h 1155700"/>
              <a:gd name="connsiteX39" fmla="*/ 336938 w 1003300"/>
              <a:gd name="connsiteY39" fmla="*/ 162243 h 1155700"/>
              <a:gd name="connsiteX40" fmla="*/ 202508 w 1003300"/>
              <a:gd name="connsiteY40" fmla="*/ 295021 h 1155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1003300" h="1155700">
                <a:moveTo>
                  <a:pt x="1008895" y="731076"/>
                </a:moveTo>
                <a:lnTo>
                  <a:pt x="581921" y="1157986"/>
                </a:lnTo>
                <a:lnTo>
                  <a:pt x="581921" y="932371"/>
                </a:lnTo>
                <a:lnTo>
                  <a:pt x="565728" y="932371"/>
                </a:lnTo>
                <a:cubicBezTo>
                  <a:pt x="538636" y="932998"/>
                  <a:pt x="511586" y="929900"/>
                  <a:pt x="485337" y="923163"/>
                </a:cubicBezTo>
                <a:cubicBezTo>
                  <a:pt x="455495" y="914588"/>
                  <a:pt x="428116" y="899048"/>
                  <a:pt x="405454" y="877824"/>
                </a:cubicBezTo>
                <a:cubicBezTo>
                  <a:pt x="371736" y="847407"/>
                  <a:pt x="338843" y="815975"/>
                  <a:pt x="306585" y="784035"/>
                </a:cubicBezTo>
                <a:cubicBezTo>
                  <a:pt x="242111" y="720238"/>
                  <a:pt x="178082" y="655997"/>
                  <a:pt x="114497" y="591312"/>
                </a:cubicBezTo>
                <a:cubicBezTo>
                  <a:pt x="82430" y="558737"/>
                  <a:pt x="52140" y="524510"/>
                  <a:pt x="29534" y="484251"/>
                </a:cubicBezTo>
                <a:cubicBezTo>
                  <a:pt x="16810" y="460725"/>
                  <a:pt x="9295" y="434737"/>
                  <a:pt x="7500" y="408051"/>
                </a:cubicBezTo>
                <a:cubicBezTo>
                  <a:pt x="3944" y="366395"/>
                  <a:pt x="1150" y="324548"/>
                  <a:pt x="452" y="282766"/>
                </a:cubicBezTo>
                <a:cubicBezTo>
                  <a:pt x="-565" y="192087"/>
                  <a:pt x="452" y="101346"/>
                  <a:pt x="452" y="10668"/>
                </a:cubicBezTo>
                <a:lnTo>
                  <a:pt x="452" y="1333"/>
                </a:lnTo>
                <a:cubicBezTo>
                  <a:pt x="67952" y="68961"/>
                  <a:pt x="134817" y="135890"/>
                  <a:pt x="201937" y="203200"/>
                </a:cubicBezTo>
                <a:lnTo>
                  <a:pt x="405137" y="0"/>
                </a:lnTo>
                <a:lnTo>
                  <a:pt x="405137" y="527876"/>
                </a:lnTo>
                <a:cubicBezTo>
                  <a:pt x="408185" y="527876"/>
                  <a:pt x="519818" y="527876"/>
                  <a:pt x="573221" y="527876"/>
                </a:cubicBezTo>
                <a:cubicBezTo>
                  <a:pt x="580524" y="527876"/>
                  <a:pt x="581984" y="525463"/>
                  <a:pt x="581984" y="518732"/>
                </a:cubicBezTo>
                <a:cubicBezTo>
                  <a:pt x="581984" y="449516"/>
                  <a:pt x="581984" y="305435"/>
                  <a:pt x="581984" y="303975"/>
                </a:cubicBezTo>
                <a:cubicBezTo>
                  <a:pt x="580778" y="304292"/>
                  <a:pt x="1010038" y="732028"/>
                  <a:pt x="1008895" y="731076"/>
                </a:cubicBezTo>
                <a:close/>
                <a:moveTo>
                  <a:pt x="649929" y="864426"/>
                </a:moveTo>
                <a:lnTo>
                  <a:pt x="649929" y="991807"/>
                </a:lnTo>
                <a:cubicBezTo>
                  <a:pt x="737601" y="904092"/>
                  <a:pt x="824745" y="817012"/>
                  <a:pt x="911359" y="730568"/>
                </a:cubicBezTo>
                <a:lnTo>
                  <a:pt x="649231" y="468376"/>
                </a:lnTo>
                <a:lnTo>
                  <a:pt x="649231" y="595693"/>
                </a:lnTo>
                <a:lnTo>
                  <a:pt x="216732" y="595693"/>
                </a:lnTo>
                <a:cubicBezTo>
                  <a:pt x="218955" y="598170"/>
                  <a:pt x="220162" y="599757"/>
                  <a:pt x="221558" y="601091"/>
                </a:cubicBezTo>
                <a:cubicBezTo>
                  <a:pt x="290265" y="669967"/>
                  <a:pt x="359036" y="738844"/>
                  <a:pt x="427870" y="807720"/>
                </a:cubicBezTo>
                <a:cubicBezTo>
                  <a:pt x="459620" y="839470"/>
                  <a:pt x="496894" y="859473"/>
                  <a:pt x="542170" y="862457"/>
                </a:cubicBezTo>
                <a:cubicBezTo>
                  <a:pt x="569665" y="864235"/>
                  <a:pt x="597288" y="863854"/>
                  <a:pt x="624720" y="864426"/>
                </a:cubicBezTo>
                <a:cubicBezTo>
                  <a:pt x="632721" y="864553"/>
                  <a:pt x="640404" y="864426"/>
                  <a:pt x="649929" y="864426"/>
                </a:cubicBezTo>
                <a:close/>
                <a:moveTo>
                  <a:pt x="68523" y="162941"/>
                </a:moveTo>
                <a:cubicBezTo>
                  <a:pt x="68523" y="164402"/>
                  <a:pt x="68142" y="166370"/>
                  <a:pt x="68142" y="168275"/>
                </a:cubicBezTo>
                <a:cubicBezTo>
                  <a:pt x="68142" y="225425"/>
                  <a:pt x="67507" y="282575"/>
                  <a:pt x="68460" y="339725"/>
                </a:cubicBezTo>
                <a:cubicBezTo>
                  <a:pt x="68770" y="363686"/>
                  <a:pt x="71064" y="387580"/>
                  <a:pt x="75318" y="411162"/>
                </a:cubicBezTo>
                <a:cubicBezTo>
                  <a:pt x="81668" y="445326"/>
                  <a:pt x="97289" y="474662"/>
                  <a:pt x="127325" y="494665"/>
                </a:cubicBezTo>
                <a:cubicBezTo>
                  <a:pt x="150463" y="508873"/>
                  <a:pt x="176305" y="518107"/>
                  <a:pt x="203207" y="521780"/>
                </a:cubicBezTo>
                <a:cubicBezTo>
                  <a:pt x="246514" y="529273"/>
                  <a:pt x="290265" y="527621"/>
                  <a:pt x="333889" y="527558"/>
                </a:cubicBezTo>
                <a:cubicBezTo>
                  <a:pt x="334936" y="527411"/>
                  <a:pt x="335960" y="527133"/>
                  <a:pt x="336937" y="526732"/>
                </a:cubicBezTo>
                <a:lnTo>
                  <a:pt x="336938" y="162243"/>
                </a:lnTo>
                <a:lnTo>
                  <a:pt x="202508" y="295021"/>
                </a:lnTo>
                <a:close/>
              </a:path>
            </a:pathLst>
          </a:custGeom>
          <a:solidFill>
            <a:schemeClr val="accent1"/>
          </a:solidFill>
          <a:ln w="6350" cap="flat">
            <a:noFill/>
            <a:prstDash val="solid"/>
            <a:miter/>
          </a:ln>
        </p:spPr>
        <p:txBody>
          <a:bodyPr rtlCol="0" anchor="ctr"/>
          <a:lstStyle/>
          <a:p>
            <a:endParaRPr lang="en-GB"/>
          </a:p>
        </p:txBody>
      </p:sp>
    </p:spTree>
    <p:extLst>
      <p:ext uri="{BB962C8B-B14F-4D97-AF65-F5344CB8AC3E}">
        <p14:creationId xmlns:p14="http://schemas.microsoft.com/office/powerpoint/2010/main" val="2786887003"/>
      </p:ext>
    </p:extLst>
  </p:cSld>
  <p:clrMapOvr>
    <a:masterClrMapping/>
  </p:clrMapOvr>
  <p:extLst>
    <p:ext uri="{DCECCB84-F9BA-43D5-87BE-67443E8EF086}">
      <p15:sldGuideLst xmlns:p15="http://schemas.microsoft.com/office/powerpoint/2012/main">
        <p15:guide id="1" pos="3840">
          <p15:clr>
            <a:srgbClr val="FBAE40"/>
          </p15:clr>
        </p15:guide>
        <p15:guide id="2" orient="horz" pos="1457">
          <p15:clr>
            <a:srgbClr val="FBAE40"/>
          </p15:clr>
        </p15:guide>
        <p15:guide id="3" orient="horz" pos="3634">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4_01 Section Divider">
    <p:bg>
      <p:bgPr>
        <a:solidFill>
          <a:schemeClr val="tx1"/>
        </a:solidFill>
        <a:effectLst/>
      </p:bgPr>
    </p:bg>
    <p:spTree>
      <p:nvGrpSpPr>
        <p:cNvPr id="1" name=""/>
        <p:cNvGrpSpPr/>
        <p:nvPr/>
      </p:nvGrpSpPr>
      <p:grpSpPr>
        <a:xfrm>
          <a:off x="0" y="0"/>
          <a:ext cx="0" cy="0"/>
          <a:chOff x="0" y="0"/>
          <a:chExt cx="0" cy="0"/>
        </a:xfrm>
      </p:grpSpPr>
      <p:sp>
        <p:nvSpPr>
          <p:cNvPr id="5" name="Rectangle 4"/>
          <p:cNvSpPr/>
          <p:nvPr userDrawn="1"/>
        </p:nvSpPr>
        <p:spPr>
          <a:xfrm>
            <a:off x="-609" y="0"/>
            <a:ext cx="12192609" cy="6858000"/>
          </a:xfrm>
          <a:prstGeom prst="rect">
            <a:avLst/>
          </a:prstGeom>
          <a:solidFill>
            <a:srgbClr val="28CF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object 3">
            <a:extLst>
              <a:ext uri="{FF2B5EF4-FFF2-40B4-BE49-F238E27FC236}">
                <a16:creationId xmlns:a16="http://schemas.microsoft.com/office/drawing/2014/main" id="{3344A4B7-0EC8-AD4A-8611-5B12AB419DC2}"/>
              </a:ext>
            </a:extLst>
          </p:cNvPr>
          <p:cNvSpPr/>
          <p:nvPr userDrawn="1"/>
        </p:nvSpPr>
        <p:spPr>
          <a:xfrm>
            <a:off x="0" y="0"/>
            <a:ext cx="11808125" cy="4657785"/>
          </a:xfrm>
          <a:custGeom>
            <a:avLst/>
            <a:gdLst/>
            <a:ahLst/>
            <a:cxnLst/>
            <a:rect l="l" t="t" r="r" b="b"/>
            <a:pathLst>
              <a:path w="15645765" h="6171565">
                <a:moveTo>
                  <a:pt x="12954792" y="0"/>
                </a:moveTo>
                <a:lnTo>
                  <a:pt x="9989330" y="0"/>
                </a:lnTo>
                <a:lnTo>
                  <a:pt x="11612737" y="1621505"/>
                </a:lnTo>
                <a:lnTo>
                  <a:pt x="11603898" y="1638231"/>
                </a:lnTo>
                <a:lnTo>
                  <a:pt x="0" y="1638231"/>
                </a:lnTo>
                <a:lnTo>
                  <a:pt x="0" y="3701600"/>
                </a:lnTo>
                <a:lnTo>
                  <a:pt x="11623393" y="3701600"/>
                </a:lnTo>
                <a:lnTo>
                  <a:pt x="9157358" y="6164994"/>
                </a:lnTo>
                <a:lnTo>
                  <a:pt x="9229199" y="6169201"/>
                </a:lnTo>
                <a:lnTo>
                  <a:pt x="9246778" y="6169604"/>
                </a:lnTo>
                <a:lnTo>
                  <a:pt x="12044487" y="6171255"/>
                </a:lnTo>
                <a:lnTo>
                  <a:pt x="12085365" y="6167625"/>
                </a:lnTo>
                <a:lnTo>
                  <a:pt x="12120998" y="6156469"/>
                </a:lnTo>
                <a:lnTo>
                  <a:pt x="12153240" y="6137640"/>
                </a:lnTo>
                <a:lnTo>
                  <a:pt x="12183945" y="6110993"/>
                </a:lnTo>
                <a:lnTo>
                  <a:pt x="15546143" y="2748262"/>
                </a:lnTo>
                <a:lnTo>
                  <a:pt x="15566761" y="2730440"/>
                </a:lnTo>
                <a:lnTo>
                  <a:pt x="15590311" y="2713899"/>
                </a:lnTo>
                <a:lnTo>
                  <a:pt x="15616627" y="2696820"/>
                </a:lnTo>
                <a:lnTo>
                  <a:pt x="15645546" y="2677383"/>
                </a:lnTo>
                <a:lnTo>
                  <a:pt x="15617183" y="2654144"/>
                </a:lnTo>
                <a:lnTo>
                  <a:pt x="15594873" y="2636172"/>
                </a:lnTo>
                <a:lnTo>
                  <a:pt x="15577002" y="2621305"/>
                </a:lnTo>
                <a:lnTo>
                  <a:pt x="15561955" y="2607381"/>
                </a:lnTo>
                <a:lnTo>
                  <a:pt x="12954792" y="0"/>
                </a:lnTo>
                <a:close/>
              </a:path>
            </a:pathLst>
          </a:custGeom>
          <a:solidFill>
            <a:srgbClr val="004050"/>
          </a:solidFill>
        </p:spPr>
        <p:txBody>
          <a:bodyPr wrap="square" lIns="0" tIns="0" rIns="0" bIns="0" rtlCol="0"/>
          <a:lstStyle/>
          <a:p>
            <a:endParaRPr sz="1029"/>
          </a:p>
        </p:txBody>
      </p:sp>
      <p:sp>
        <p:nvSpPr>
          <p:cNvPr id="11"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76238" y="2779800"/>
            <a:ext cx="5627171" cy="1682133"/>
          </a:xfrm>
        </p:spPr>
        <p:txBody>
          <a:bodyPr anchor="b" anchorCtr="0">
            <a:noAutofit/>
          </a:bodyPr>
          <a:lstStyle>
            <a:lvl1pPr algn="l">
              <a:lnSpc>
                <a:spcPct val="100000"/>
              </a:lnSpc>
              <a:defRPr sz="3600" spc="60" baseline="0">
                <a:solidFill>
                  <a:srgbClr val="004050"/>
                </a:solidFill>
              </a:defRPr>
            </a:lvl1pPr>
          </a:lstStyle>
          <a:p>
            <a:r>
              <a:rPr lang="en-US" noProof="0" dirty="0"/>
              <a:t>CLICK TO EDIT MASTER TITLE STYLE</a:t>
            </a:r>
            <a:endParaRPr lang="en-GB" noProof="0" dirty="0"/>
          </a:p>
        </p:txBody>
      </p:sp>
      <p:sp>
        <p:nvSpPr>
          <p:cNvPr id="7" name="Rectangle 6"/>
          <p:cNvSpPr/>
          <p:nvPr userDrawn="1"/>
        </p:nvSpPr>
        <p:spPr>
          <a:xfrm>
            <a:off x="758190" y="769620"/>
            <a:ext cx="379608" cy="110490"/>
          </a:xfrm>
          <a:prstGeom prst="rect">
            <a:avLst/>
          </a:prstGeom>
          <a:solidFill>
            <a:srgbClr val="28CF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Text Placeholder 6"/>
          <p:cNvSpPr>
            <a:spLocks noGrp="1"/>
          </p:cNvSpPr>
          <p:nvPr>
            <p:ph type="body" sz="quarter" idx="12" hasCustomPrompt="1"/>
          </p:nvPr>
        </p:nvSpPr>
        <p:spPr>
          <a:xfrm>
            <a:off x="384784" y="4894524"/>
            <a:ext cx="5627171" cy="1186921"/>
          </a:xfrm>
        </p:spPr>
        <p:txBody>
          <a:bodyPr/>
          <a:lstStyle>
            <a:lvl1pPr marL="342900" marR="0" indent="-342900" algn="l" defTabSz="914400" rtl="0" eaLnBrk="1" fontAlgn="auto" latinLnBrk="0" hangingPunct="1">
              <a:lnSpc>
                <a:spcPct val="100000"/>
              </a:lnSpc>
              <a:spcBef>
                <a:spcPts val="0"/>
              </a:spcBef>
              <a:spcAft>
                <a:spcPts val="0"/>
              </a:spcAft>
              <a:buClrTx/>
              <a:buSzPct val="115000"/>
              <a:buFont typeface="Arial" panose="020B0604020202020204" pitchFamily="34" charset="0"/>
              <a:buChar char="•"/>
              <a:tabLst/>
              <a:defRPr sz="2000" b="0">
                <a:solidFill>
                  <a:srgbClr val="004050"/>
                </a:solidFill>
              </a:defRPr>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Edit text</a:t>
            </a:r>
          </a:p>
        </p:txBody>
      </p:sp>
    </p:spTree>
    <p:extLst>
      <p:ext uri="{BB962C8B-B14F-4D97-AF65-F5344CB8AC3E}">
        <p14:creationId xmlns:p14="http://schemas.microsoft.com/office/powerpoint/2010/main" val="211614484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userDrawn="1">
  <p:cSld name="7_Text Slide - With side bar C1">
    <p:spTree>
      <p:nvGrpSpPr>
        <p:cNvPr id="1" name=""/>
        <p:cNvGrpSpPr/>
        <p:nvPr/>
      </p:nvGrpSpPr>
      <p:grpSpPr>
        <a:xfrm>
          <a:off x="0" y="0"/>
          <a:ext cx="0" cy="0"/>
          <a:chOff x="0" y="0"/>
          <a:chExt cx="0" cy="0"/>
        </a:xfrm>
      </p:grpSpPr>
      <p:sp>
        <p:nvSpPr>
          <p:cNvPr id="6" name="Rectangle 5"/>
          <p:cNvSpPr/>
          <p:nvPr userDrawn="1"/>
        </p:nvSpPr>
        <p:spPr>
          <a:xfrm>
            <a:off x="-1" y="0"/>
            <a:ext cx="4070352" cy="6858000"/>
          </a:xfrm>
          <a:prstGeom prst="rect">
            <a:avLst/>
          </a:prstGeom>
          <a:solidFill>
            <a:srgbClr val="28CF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Text Placeholder 2"/>
          <p:cNvSpPr>
            <a:spLocks noGrp="1"/>
          </p:cNvSpPr>
          <p:nvPr>
            <p:ph type="body" sz="quarter" idx="10" hasCustomPrompt="1"/>
          </p:nvPr>
        </p:nvSpPr>
        <p:spPr>
          <a:xfrm>
            <a:off x="384784" y="1349984"/>
            <a:ext cx="3443732" cy="2751998"/>
          </a:xfrm>
        </p:spPr>
        <p:txBody>
          <a:bodyPr/>
          <a:lstStyle>
            <a:lvl1pPr marL="0" indent="0">
              <a:lnSpc>
                <a:spcPct val="90000"/>
              </a:lnSpc>
              <a:spcAft>
                <a:spcPts val="0"/>
              </a:spcAft>
              <a:buFont typeface="Arial" panose="020B0604020202020204" pitchFamily="34" charset="0"/>
              <a:buNone/>
              <a:defRPr sz="3600" cap="all" spc="60" baseline="0">
                <a:solidFill>
                  <a:srgbClr val="004050"/>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slide title to sit here</a:t>
            </a:r>
          </a:p>
        </p:txBody>
      </p:sp>
      <p:sp>
        <p:nvSpPr>
          <p:cNvPr id="9" name="Text Placeholder 4"/>
          <p:cNvSpPr>
            <a:spLocks noGrp="1"/>
          </p:cNvSpPr>
          <p:nvPr>
            <p:ph type="body" sz="quarter" idx="15" hasCustomPrompt="1"/>
          </p:nvPr>
        </p:nvSpPr>
        <p:spPr>
          <a:xfrm>
            <a:off x="5037138" y="1349984"/>
            <a:ext cx="5803900" cy="4094163"/>
          </a:xfrm>
        </p:spPr>
        <p:txBody>
          <a:bodyPr/>
          <a:lstStyle>
            <a:lvl1pPr marL="0" indent="0">
              <a:lnSpc>
                <a:spcPct val="100000"/>
              </a:lnSpc>
              <a:buFont typeface="Arial" panose="020B0604020202020204" pitchFamily="34" charset="0"/>
              <a:buNone/>
              <a:defRPr sz="2000" b="0"/>
            </a:lvl1pPr>
            <a:lvl2pPr marL="180000" indent="-180000">
              <a:buFont typeface="Arial" panose="020B0604020202020204" pitchFamily="34" charset="0"/>
              <a:buChar char="•"/>
              <a:defRPr sz="20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t>
            </a:r>
            <a:r>
              <a:rPr lang="en-US" dirty="0" err="1"/>
              <a:t>sed</a:t>
            </a:r>
            <a:r>
              <a:rPr lang="en-US" dirty="0"/>
              <a:t> </a:t>
            </a:r>
            <a:r>
              <a:rPr lang="en-US" dirty="0" err="1"/>
              <a:t>diam</a:t>
            </a:r>
            <a:r>
              <a:rPr lang="en-US" dirty="0"/>
              <a:t> </a:t>
            </a:r>
            <a:r>
              <a:rPr lang="en-US" dirty="0" err="1"/>
              <a:t>nonummy</a:t>
            </a:r>
            <a:r>
              <a:rPr lang="en-US" dirty="0"/>
              <a:t> </a:t>
            </a:r>
            <a:r>
              <a:rPr lang="en-US" dirty="0" err="1"/>
              <a:t>nibh</a:t>
            </a:r>
            <a:r>
              <a:rPr lang="en-US" dirty="0"/>
              <a:t> </a:t>
            </a:r>
            <a:r>
              <a:rPr lang="en-US" dirty="0" err="1"/>
              <a:t>laoreet</a:t>
            </a:r>
            <a:r>
              <a:rPr lang="en-US" dirty="0"/>
              <a:t> </a:t>
            </a:r>
            <a:r>
              <a:rPr lang="en-US" dirty="0" err="1"/>
              <a:t>dolore</a:t>
            </a:r>
            <a:r>
              <a:rPr lang="en-US" dirty="0"/>
              <a:t> magna.</a:t>
            </a:r>
          </a:p>
          <a:p>
            <a:pPr lvl="1"/>
            <a:r>
              <a:rPr lang="en-US" dirty="0"/>
              <a:t>Second level</a:t>
            </a:r>
          </a:p>
        </p:txBody>
      </p:sp>
      <p:sp>
        <p:nvSpPr>
          <p:cNvPr id="11" name="Freeform 10">
            <a:extLst>
              <a:ext uri="{FF2B5EF4-FFF2-40B4-BE49-F238E27FC236}">
                <a16:creationId xmlns:a16="http://schemas.microsoft.com/office/drawing/2014/main" id="{35B5D0DF-4895-DB4F-85D9-C3FFDE55B8C8}"/>
              </a:ext>
            </a:extLst>
          </p:cNvPr>
          <p:cNvSpPr/>
          <p:nvPr userDrawn="1"/>
        </p:nvSpPr>
        <p:spPr>
          <a:xfrm>
            <a:off x="384784" y="4708688"/>
            <a:ext cx="4136901" cy="1728688"/>
          </a:xfrm>
          <a:custGeom>
            <a:avLst/>
            <a:gdLst>
              <a:gd name="connsiteX0" fmla="*/ 1041083 w 1035050"/>
              <a:gd name="connsiteY0" fmla="*/ 232283 h 527050"/>
              <a:gd name="connsiteX1" fmla="*/ 1041083 w 1035050"/>
              <a:gd name="connsiteY1" fmla="*/ 300545 h 527050"/>
              <a:gd name="connsiteX2" fmla="*/ 807403 w 1035050"/>
              <a:gd name="connsiteY2" fmla="*/ 532448 h 527050"/>
              <a:gd name="connsiteX3" fmla="*/ 738569 w 1035050"/>
              <a:gd name="connsiteY3" fmla="*/ 532448 h 527050"/>
              <a:gd name="connsiteX4" fmla="*/ 849249 w 1035050"/>
              <a:gd name="connsiteY4" fmla="*/ 300545 h 527050"/>
              <a:gd name="connsiteX5" fmla="*/ 564071 w 1035050"/>
              <a:gd name="connsiteY5" fmla="*/ 300545 h 527050"/>
              <a:gd name="connsiteX6" fmla="*/ 330454 w 1035050"/>
              <a:gd name="connsiteY6" fmla="*/ 532448 h 527050"/>
              <a:gd name="connsiteX7" fmla="*/ 261430 w 1035050"/>
              <a:gd name="connsiteY7" fmla="*/ 532448 h 527050"/>
              <a:gd name="connsiteX8" fmla="*/ 355854 w 1035050"/>
              <a:gd name="connsiteY8" fmla="*/ 314769 h 527050"/>
              <a:gd name="connsiteX9" fmla="*/ 202819 w 1035050"/>
              <a:gd name="connsiteY9" fmla="*/ 532448 h 527050"/>
              <a:gd name="connsiteX10" fmla="*/ 134049 w 1035050"/>
              <a:gd name="connsiteY10" fmla="*/ 532448 h 527050"/>
              <a:gd name="connsiteX11" fmla="*/ 232220 w 1035050"/>
              <a:gd name="connsiteY11" fmla="*/ 311277 h 527050"/>
              <a:gd name="connsiteX12" fmla="*/ 68771 w 1035050"/>
              <a:gd name="connsiteY12" fmla="*/ 532448 h 527050"/>
              <a:gd name="connsiteX13" fmla="*/ 0 w 1035050"/>
              <a:gd name="connsiteY13" fmla="*/ 532448 h 527050"/>
              <a:gd name="connsiteX14" fmla="*/ 162751 w 1035050"/>
              <a:gd name="connsiteY14" fmla="*/ 266192 h 527050"/>
              <a:gd name="connsiteX15" fmla="*/ 0 w 1035050"/>
              <a:gd name="connsiteY15" fmla="*/ 0 h 527050"/>
              <a:gd name="connsiteX16" fmla="*/ 68771 w 1035050"/>
              <a:gd name="connsiteY16" fmla="*/ 0 h 527050"/>
              <a:gd name="connsiteX17" fmla="*/ 231712 w 1035050"/>
              <a:gd name="connsiteY17" fmla="*/ 221107 h 527050"/>
              <a:gd name="connsiteX18" fmla="*/ 134049 w 1035050"/>
              <a:gd name="connsiteY18" fmla="*/ 381 h 527050"/>
              <a:gd name="connsiteX19" fmla="*/ 202819 w 1035050"/>
              <a:gd name="connsiteY19" fmla="*/ 381 h 527050"/>
              <a:gd name="connsiteX20" fmla="*/ 355918 w 1035050"/>
              <a:gd name="connsiteY20" fmla="*/ 218059 h 527050"/>
              <a:gd name="connsiteX21" fmla="*/ 261430 w 1035050"/>
              <a:gd name="connsiteY21" fmla="*/ 381 h 527050"/>
              <a:gd name="connsiteX22" fmla="*/ 330264 w 1035050"/>
              <a:gd name="connsiteY22" fmla="*/ 381 h 527050"/>
              <a:gd name="connsiteX23" fmla="*/ 564071 w 1035050"/>
              <a:gd name="connsiteY23" fmla="*/ 232283 h 527050"/>
              <a:gd name="connsiteX24" fmla="*/ 849440 w 1035050"/>
              <a:gd name="connsiteY24" fmla="*/ 232283 h 527050"/>
              <a:gd name="connsiteX25" fmla="*/ 738759 w 1035050"/>
              <a:gd name="connsiteY25" fmla="*/ 381 h 527050"/>
              <a:gd name="connsiteX26" fmla="*/ 807593 w 1035050"/>
              <a:gd name="connsiteY26" fmla="*/ 381 h 527050"/>
              <a:gd name="connsiteX27" fmla="*/ 1041083 w 1035050"/>
              <a:gd name="connsiteY27" fmla="*/ 232283 h 5270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035050" h="527050">
                <a:moveTo>
                  <a:pt x="1041083" y="232283"/>
                </a:moveTo>
                <a:lnTo>
                  <a:pt x="1041083" y="300545"/>
                </a:lnTo>
                <a:cubicBezTo>
                  <a:pt x="912573" y="300194"/>
                  <a:pt x="808032" y="403939"/>
                  <a:pt x="807403" y="532448"/>
                </a:cubicBezTo>
                <a:lnTo>
                  <a:pt x="738569" y="532448"/>
                </a:lnTo>
                <a:cubicBezTo>
                  <a:pt x="738665" y="442426"/>
                  <a:pt x="779322" y="357240"/>
                  <a:pt x="849249" y="300545"/>
                </a:cubicBezTo>
                <a:lnTo>
                  <a:pt x="564071" y="300545"/>
                </a:lnTo>
                <a:cubicBezTo>
                  <a:pt x="435571" y="300194"/>
                  <a:pt x="331049" y="403949"/>
                  <a:pt x="330454" y="532448"/>
                </a:cubicBezTo>
                <a:lnTo>
                  <a:pt x="261430" y="532448"/>
                </a:lnTo>
                <a:cubicBezTo>
                  <a:pt x="261469" y="449957"/>
                  <a:pt x="295649" y="371162"/>
                  <a:pt x="355854" y="314769"/>
                </a:cubicBezTo>
                <a:cubicBezTo>
                  <a:pt x="264255" y="348074"/>
                  <a:pt x="203155" y="434982"/>
                  <a:pt x="202819" y="532448"/>
                </a:cubicBezTo>
                <a:lnTo>
                  <a:pt x="134049" y="532448"/>
                </a:lnTo>
                <a:cubicBezTo>
                  <a:pt x="134077" y="448170"/>
                  <a:pt x="169736" y="367833"/>
                  <a:pt x="232220" y="311277"/>
                </a:cubicBezTo>
                <a:cubicBezTo>
                  <a:pt x="135308" y="341431"/>
                  <a:pt x="69149" y="430954"/>
                  <a:pt x="68771" y="532448"/>
                </a:cubicBezTo>
                <a:lnTo>
                  <a:pt x="0" y="532448"/>
                </a:lnTo>
                <a:cubicBezTo>
                  <a:pt x="242" y="420258"/>
                  <a:pt x="63014" y="317565"/>
                  <a:pt x="162751" y="266192"/>
                </a:cubicBezTo>
                <a:cubicBezTo>
                  <a:pt x="63024" y="214841"/>
                  <a:pt x="251" y="112170"/>
                  <a:pt x="0" y="0"/>
                </a:cubicBezTo>
                <a:lnTo>
                  <a:pt x="68771" y="0"/>
                </a:lnTo>
                <a:cubicBezTo>
                  <a:pt x="69086" y="101339"/>
                  <a:pt x="135011" y="190797"/>
                  <a:pt x="231712" y="221107"/>
                </a:cubicBezTo>
                <a:cubicBezTo>
                  <a:pt x="169531" y="164565"/>
                  <a:pt x="134072" y="84425"/>
                  <a:pt x="134049" y="381"/>
                </a:cubicBezTo>
                <a:lnTo>
                  <a:pt x="202819" y="381"/>
                </a:lnTo>
                <a:cubicBezTo>
                  <a:pt x="203128" y="97875"/>
                  <a:pt x="264269" y="184807"/>
                  <a:pt x="355918" y="218059"/>
                </a:cubicBezTo>
                <a:cubicBezTo>
                  <a:pt x="295689" y="161678"/>
                  <a:pt x="261486" y="82882"/>
                  <a:pt x="261430" y="381"/>
                </a:cubicBezTo>
                <a:lnTo>
                  <a:pt x="330264" y="381"/>
                </a:lnTo>
                <a:cubicBezTo>
                  <a:pt x="330893" y="128940"/>
                  <a:pt x="435511" y="232705"/>
                  <a:pt x="564071" y="232283"/>
                </a:cubicBezTo>
                <a:lnTo>
                  <a:pt x="849440" y="232283"/>
                </a:lnTo>
                <a:cubicBezTo>
                  <a:pt x="779505" y="175595"/>
                  <a:pt x="738847" y="90405"/>
                  <a:pt x="738759" y="381"/>
                </a:cubicBezTo>
                <a:lnTo>
                  <a:pt x="807593" y="381"/>
                </a:lnTo>
                <a:cubicBezTo>
                  <a:pt x="808223" y="128815"/>
                  <a:pt x="912647" y="232530"/>
                  <a:pt x="1041083" y="232283"/>
                </a:cubicBezTo>
                <a:close/>
              </a:path>
            </a:pathLst>
          </a:custGeom>
          <a:solidFill>
            <a:srgbClr val="004050"/>
          </a:solidFill>
          <a:ln w="6350" cap="flat">
            <a:noFill/>
            <a:prstDash val="solid"/>
            <a:miter/>
          </a:ln>
        </p:spPr>
        <p:txBody>
          <a:bodyPr rtlCol="0" anchor="ctr"/>
          <a:lstStyle/>
          <a:p>
            <a:endParaRPr lang="en-GB"/>
          </a:p>
        </p:txBody>
      </p:sp>
    </p:spTree>
    <p:extLst>
      <p:ext uri="{BB962C8B-B14F-4D97-AF65-F5344CB8AC3E}">
        <p14:creationId xmlns:p14="http://schemas.microsoft.com/office/powerpoint/2010/main" val="274887005"/>
      </p:ext>
    </p:extLst>
  </p:cSld>
  <p:clrMapOvr>
    <a:masterClrMapping/>
  </p:clrMapOvr>
  <p:extLst>
    <p:ext uri="{DCECCB84-F9BA-43D5-87BE-67443E8EF086}">
      <p15:sldGuideLst xmlns:p15="http://schemas.microsoft.com/office/powerpoint/2012/main">
        <p15:guide id="1" orient="horz" pos="845">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userDrawn="1">
  <p:cSld name="7_Text Slide A">
    <p:spTree>
      <p:nvGrpSpPr>
        <p:cNvPr id="1" name=""/>
        <p:cNvGrpSpPr/>
        <p:nvPr/>
      </p:nvGrpSpPr>
      <p:grpSpPr>
        <a:xfrm>
          <a:off x="0" y="0"/>
          <a:ext cx="0" cy="0"/>
          <a:chOff x="0" y="0"/>
          <a:chExt cx="0" cy="0"/>
        </a:xfrm>
      </p:grpSpPr>
      <p:grpSp>
        <p:nvGrpSpPr>
          <p:cNvPr id="2" name="Group 1"/>
          <p:cNvGrpSpPr/>
          <p:nvPr userDrawn="1"/>
        </p:nvGrpSpPr>
        <p:grpSpPr>
          <a:xfrm>
            <a:off x="-6058" y="3516217"/>
            <a:ext cx="5797612" cy="2396903"/>
            <a:chOff x="1320045" y="4580698"/>
            <a:chExt cx="3312434" cy="1370734"/>
          </a:xfrm>
          <a:solidFill>
            <a:srgbClr val="28CFF9"/>
          </a:solidFill>
        </p:grpSpPr>
        <p:sp>
          <p:nvSpPr>
            <p:cNvPr id="12" name="Rectangle 11"/>
            <p:cNvSpPr/>
            <p:nvPr userDrawn="1"/>
          </p:nvSpPr>
          <p:spPr>
            <a:xfrm>
              <a:off x="1320045" y="5031740"/>
              <a:ext cx="1234104" cy="13320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Rectangle 12"/>
            <p:cNvSpPr/>
            <p:nvPr userDrawn="1"/>
          </p:nvSpPr>
          <p:spPr>
            <a:xfrm>
              <a:off x="1320046" y="5373431"/>
              <a:ext cx="1234104" cy="13320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14" name="Group 13">
              <a:extLst>
                <a:ext uri="{FF2B5EF4-FFF2-40B4-BE49-F238E27FC236}">
                  <a16:creationId xmlns:a16="http://schemas.microsoft.com/office/drawing/2014/main" id="{51C13B23-0164-1C4E-9E7A-3F1ECA7824F7}"/>
                </a:ext>
              </a:extLst>
            </p:cNvPr>
            <p:cNvGrpSpPr/>
            <p:nvPr userDrawn="1"/>
          </p:nvGrpSpPr>
          <p:grpSpPr>
            <a:xfrm>
              <a:off x="2227580" y="4580698"/>
              <a:ext cx="2404899" cy="1370734"/>
              <a:chOff x="7799133" y="1870745"/>
              <a:chExt cx="1010349" cy="584292"/>
            </a:xfrm>
            <a:grpFill/>
          </p:grpSpPr>
          <p:sp>
            <p:nvSpPr>
              <p:cNvPr id="15" name="Freeform 14">
                <a:extLst>
                  <a:ext uri="{FF2B5EF4-FFF2-40B4-BE49-F238E27FC236}">
                    <a16:creationId xmlns:a16="http://schemas.microsoft.com/office/drawing/2014/main" id="{2F450B4C-241D-A544-BBEF-175E01D6A139}"/>
                  </a:ext>
                </a:extLst>
              </p:cNvPr>
              <p:cNvSpPr/>
              <p:nvPr/>
            </p:nvSpPr>
            <p:spPr>
              <a:xfrm>
                <a:off x="7799260" y="1870745"/>
                <a:ext cx="749300" cy="247650"/>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49300" h="247650">
                    <a:moveTo>
                      <a:pt x="749871" y="248186"/>
                    </a:moveTo>
                    <a:lnTo>
                      <a:pt x="0" y="248186"/>
                    </a:lnTo>
                    <a:lnTo>
                      <a:pt x="0" y="192497"/>
                    </a:lnTo>
                    <a:lnTo>
                      <a:pt x="603885" y="192497"/>
                    </a:lnTo>
                    <a:cubicBezTo>
                      <a:pt x="546036" y="134140"/>
                      <a:pt x="492760" y="74768"/>
                      <a:pt x="457200" y="219"/>
                    </a:cubicBezTo>
                    <a:cubicBezTo>
                      <a:pt x="477583" y="219"/>
                      <a:pt x="496443" y="854"/>
                      <a:pt x="515239" y="219"/>
                    </a:cubicBezTo>
                    <a:cubicBezTo>
                      <a:pt x="524031" y="-1141"/>
                      <a:pt x="532543" y="3956"/>
                      <a:pt x="535495" y="12347"/>
                    </a:cubicBezTo>
                    <a:cubicBezTo>
                      <a:pt x="553057" y="45816"/>
                      <a:pt x="574730" y="76961"/>
                      <a:pt x="600011" y="105057"/>
                    </a:cubicBezTo>
                    <a:cubicBezTo>
                      <a:pt x="643639" y="155126"/>
                      <a:pt x="691855" y="201004"/>
                      <a:pt x="744030" y="242090"/>
                    </a:cubicBezTo>
                    <a:cubicBezTo>
                      <a:pt x="745808" y="243551"/>
                      <a:pt x="747585" y="245011"/>
                      <a:pt x="749236" y="246535"/>
                    </a:cubicBezTo>
                    <a:cubicBezTo>
                      <a:pt x="749554" y="246599"/>
                      <a:pt x="749554" y="247170"/>
                      <a:pt x="749871" y="248186"/>
                    </a:cubicBezTo>
                    <a:close/>
                  </a:path>
                </a:pathLst>
              </a:custGeom>
              <a:grpFill/>
              <a:ln w="6350" cap="flat">
                <a:noFill/>
                <a:prstDash val="solid"/>
                <a:miter/>
              </a:ln>
            </p:spPr>
            <p:txBody>
              <a:bodyPr rtlCol="0" anchor="ctr"/>
              <a:lstStyle/>
              <a:p>
                <a:endParaRPr lang="en-GB"/>
              </a:p>
            </p:txBody>
          </p:sp>
          <p:sp>
            <p:nvSpPr>
              <p:cNvPr id="16" name="Freeform 15">
                <a:extLst>
                  <a:ext uri="{FF2B5EF4-FFF2-40B4-BE49-F238E27FC236}">
                    <a16:creationId xmlns:a16="http://schemas.microsoft.com/office/drawing/2014/main" id="{9B9C1B07-7BAD-DD4F-97E1-2FD89B2D1C40}"/>
                  </a:ext>
                </a:extLst>
              </p:cNvPr>
              <p:cNvSpPr/>
              <p:nvPr/>
            </p:nvSpPr>
            <p:spPr>
              <a:xfrm>
                <a:off x="7799133" y="2208657"/>
                <a:ext cx="749300" cy="241300"/>
              </a:xfrm>
              <a:custGeom>
                <a:avLst/>
                <a:gdLst>
                  <a:gd name="connsiteX0" fmla="*/ 601091 w 749300"/>
                  <a:gd name="connsiteY0" fmla="*/ 55689 h 241300"/>
                  <a:gd name="connsiteX1" fmla="*/ 0 w 749300"/>
                  <a:gd name="connsiteY1" fmla="*/ 55689 h 241300"/>
                  <a:gd name="connsiteX2" fmla="*/ 0 w 749300"/>
                  <a:gd name="connsiteY2" fmla="*/ 0 h 241300"/>
                  <a:gd name="connsiteX3" fmla="*/ 751269 w 749300"/>
                  <a:gd name="connsiteY3" fmla="*/ 0 h 241300"/>
                  <a:gd name="connsiteX4" fmla="*/ 720598 w 749300"/>
                  <a:gd name="connsiteY4" fmla="*/ 25845 h 241300"/>
                  <a:gd name="connsiteX5" fmla="*/ 586550 w 749300"/>
                  <a:gd name="connsiteY5" fmla="*/ 159893 h 241300"/>
                  <a:gd name="connsiteX6" fmla="*/ 531813 w 749300"/>
                  <a:gd name="connsiteY6" fmla="*/ 241871 h 241300"/>
                  <a:gd name="connsiteX7" fmla="*/ 524701 w 749300"/>
                  <a:gd name="connsiteY7" fmla="*/ 246824 h 241300"/>
                  <a:gd name="connsiteX8" fmla="*/ 461835 w 749300"/>
                  <a:gd name="connsiteY8" fmla="*/ 246824 h 241300"/>
                  <a:gd name="connsiteX9" fmla="*/ 458216 w 749300"/>
                  <a:gd name="connsiteY9" fmla="*/ 246317 h 241300"/>
                  <a:gd name="connsiteX10" fmla="*/ 522478 w 749300"/>
                  <a:gd name="connsiteY10" fmla="*/ 144717 h 241300"/>
                  <a:gd name="connsiteX11" fmla="*/ 601091 w 749300"/>
                  <a:gd name="connsiteY11" fmla="*/ 55689 h 2413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49300" h="241300">
                    <a:moveTo>
                      <a:pt x="601091" y="55689"/>
                    </a:moveTo>
                    <a:lnTo>
                      <a:pt x="0" y="55689"/>
                    </a:lnTo>
                    <a:lnTo>
                      <a:pt x="0" y="0"/>
                    </a:lnTo>
                    <a:lnTo>
                      <a:pt x="751269" y="0"/>
                    </a:lnTo>
                    <a:cubicBezTo>
                      <a:pt x="740220" y="9335"/>
                      <a:pt x="730377" y="17526"/>
                      <a:pt x="720598" y="25845"/>
                    </a:cubicBezTo>
                    <a:cubicBezTo>
                      <a:pt x="672008" y="66441"/>
                      <a:pt x="627146" y="111303"/>
                      <a:pt x="586550" y="159893"/>
                    </a:cubicBezTo>
                    <a:cubicBezTo>
                      <a:pt x="565442" y="185196"/>
                      <a:pt x="547093" y="212678"/>
                      <a:pt x="531813" y="241871"/>
                    </a:cubicBezTo>
                    <a:cubicBezTo>
                      <a:pt x="530328" y="244527"/>
                      <a:pt x="527706" y="246353"/>
                      <a:pt x="524701" y="246824"/>
                    </a:cubicBezTo>
                    <a:cubicBezTo>
                      <a:pt x="503746" y="247205"/>
                      <a:pt x="482791" y="246824"/>
                      <a:pt x="461835" y="246824"/>
                    </a:cubicBezTo>
                    <a:cubicBezTo>
                      <a:pt x="460621" y="246721"/>
                      <a:pt x="459412" y="246551"/>
                      <a:pt x="458216" y="246317"/>
                    </a:cubicBezTo>
                    <a:cubicBezTo>
                      <a:pt x="475005" y="209733"/>
                      <a:pt x="496619" y="175563"/>
                      <a:pt x="522478" y="144717"/>
                    </a:cubicBezTo>
                    <a:cubicBezTo>
                      <a:pt x="547751" y="114554"/>
                      <a:pt x="574802" y="85471"/>
                      <a:pt x="601091" y="55689"/>
                    </a:cubicBezTo>
                    <a:close/>
                  </a:path>
                </a:pathLst>
              </a:custGeom>
              <a:grpFill/>
              <a:ln w="6350" cap="flat">
                <a:noFill/>
                <a:prstDash val="solid"/>
                <a:miter/>
              </a:ln>
            </p:spPr>
            <p:txBody>
              <a:bodyPr rtlCol="0" anchor="ctr"/>
              <a:lstStyle/>
              <a:p>
                <a:endParaRPr lang="en-GB"/>
              </a:p>
            </p:txBody>
          </p:sp>
          <p:sp>
            <p:nvSpPr>
              <p:cNvPr id="17" name="Freeform 16">
                <a:extLst>
                  <a:ext uri="{FF2B5EF4-FFF2-40B4-BE49-F238E27FC236}">
                    <a16:creationId xmlns:a16="http://schemas.microsoft.com/office/drawing/2014/main" id="{17BA7C41-EA1C-2F4D-90C7-EC472AB85B8A}"/>
                  </a:ext>
                </a:extLst>
              </p:cNvPr>
              <p:cNvSpPr/>
              <p:nvPr/>
            </p:nvSpPr>
            <p:spPr>
              <a:xfrm>
                <a:off x="8428482" y="1870837"/>
                <a:ext cx="381000" cy="584200"/>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grpSp>
      </p:grpSp>
      <p:sp>
        <p:nvSpPr>
          <p:cNvPr id="11" name="Text Placeholder 2"/>
          <p:cNvSpPr>
            <a:spLocks noGrp="1"/>
          </p:cNvSpPr>
          <p:nvPr>
            <p:ph type="body" sz="quarter" idx="10" hasCustomPrompt="1"/>
          </p:nvPr>
        </p:nvSpPr>
        <p:spPr>
          <a:xfrm>
            <a:off x="384784" y="1242034"/>
            <a:ext cx="3694112" cy="2917842"/>
          </a:xfrm>
        </p:spPr>
        <p:txBody>
          <a:bodyPr anchor="b"/>
          <a:lstStyle>
            <a:lvl1pPr marL="0" indent="0">
              <a:lnSpc>
                <a:spcPct val="100000"/>
              </a:lnSpc>
              <a:spcAft>
                <a:spcPts val="0"/>
              </a:spcAft>
              <a:buFont typeface="Arial" panose="020B0604020202020204" pitchFamily="34" charset="0"/>
              <a:buNone/>
              <a:defRPr sz="3600" cap="none" baseline="0">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a:t>
            </a:r>
            <a:br>
              <a:rPr lang="en-US" dirty="0"/>
            </a:br>
            <a:r>
              <a:rPr lang="en-US" dirty="0"/>
              <a:t>edit slide title</a:t>
            </a:r>
          </a:p>
        </p:txBody>
      </p:sp>
      <p:sp>
        <p:nvSpPr>
          <p:cNvPr id="18" name="Text Placeholder 4"/>
          <p:cNvSpPr>
            <a:spLocks noGrp="1"/>
          </p:cNvSpPr>
          <p:nvPr>
            <p:ph type="body" sz="quarter" idx="11" hasCustomPrompt="1"/>
          </p:nvPr>
        </p:nvSpPr>
        <p:spPr>
          <a:xfrm>
            <a:off x="6098146" y="579549"/>
            <a:ext cx="5718225" cy="5899039"/>
          </a:xfrm>
        </p:spPr>
        <p:txBody>
          <a:bodyPr/>
          <a:lstStyle>
            <a:lvl1pPr marL="0" indent="0">
              <a:buFont typeface="Arial" panose="020B0604020202020204" pitchFamily="34" charset="0"/>
              <a:buNone/>
              <a:defRPr sz="2000" b="0"/>
            </a:lvl1pPr>
            <a:lvl2pPr marL="180000" marR="0" indent="-180000" algn="l" defTabSz="914400" rtl="0" eaLnBrk="1" fontAlgn="auto" latinLnBrk="0" hangingPunct="1">
              <a:lnSpc>
                <a:spcPct val="100000"/>
              </a:lnSpc>
              <a:spcBef>
                <a:spcPts val="0"/>
              </a:spcBef>
              <a:spcAft>
                <a:spcPts val="1200"/>
              </a:spcAft>
              <a:buClrTx/>
              <a:buSzPct val="125000"/>
              <a:buFont typeface="Arial" panose="020B0604020202020204" pitchFamily="34" charset="0"/>
              <a:buChar char="•"/>
              <a:tabLst/>
              <a:defRPr sz="2000"/>
            </a:lvl2pPr>
            <a:lvl3pPr marL="180000" indent="-180000">
              <a:buFont typeface="Arial" panose="020B0604020202020204" pitchFamily="34" charset="0"/>
              <a:buChar char="•"/>
              <a:defRPr sz="2000"/>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a:p>
            <a:pPr lvl="1"/>
            <a:r>
              <a:rPr lang="en-US" dirty="0"/>
              <a:t>Second level</a:t>
            </a:r>
          </a:p>
          <a:p>
            <a:pPr lvl="2"/>
            <a:r>
              <a:rPr lang="en-GB" dirty="0"/>
              <a:t>Third level</a:t>
            </a:r>
          </a:p>
          <a:p>
            <a:pPr lvl="2"/>
            <a:r>
              <a:rPr lang="en-GB" dirty="0"/>
              <a:t>Fourth level</a:t>
            </a:r>
          </a:p>
          <a:p>
            <a:pPr lvl="2"/>
            <a:r>
              <a:rPr lang="en-GB" dirty="0"/>
              <a:t>Fifth level</a:t>
            </a:r>
          </a:p>
        </p:txBody>
      </p:sp>
    </p:spTree>
    <p:extLst>
      <p:ext uri="{BB962C8B-B14F-4D97-AF65-F5344CB8AC3E}">
        <p14:creationId xmlns:p14="http://schemas.microsoft.com/office/powerpoint/2010/main" val="822106750"/>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4_Text and Image (half screen)">
    <p:bg>
      <p:bgPr>
        <a:solidFill>
          <a:schemeClr val="bg1"/>
        </a:solidFill>
        <a:effectLst/>
      </p:bgPr>
    </p:bg>
    <p:spTree>
      <p:nvGrpSpPr>
        <p:cNvPr id="1" name=""/>
        <p:cNvGrpSpPr/>
        <p:nvPr/>
      </p:nvGrpSpPr>
      <p:grpSpPr>
        <a:xfrm>
          <a:off x="0" y="0"/>
          <a:ext cx="0" cy="0"/>
          <a:chOff x="0" y="0"/>
          <a:chExt cx="0" cy="0"/>
        </a:xfrm>
      </p:grpSpPr>
      <p:sp>
        <p:nvSpPr>
          <p:cNvPr id="10" name="Text Placeholder 7"/>
          <p:cNvSpPr>
            <a:spLocks noGrp="1"/>
          </p:cNvSpPr>
          <p:nvPr>
            <p:ph type="body" sz="quarter" idx="11" hasCustomPrompt="1"/>
          </p:nvPr>
        </p:nvSpPr>
        <p:spPr>
          <a:xfrm>
            <a:off x="373063" y="1892635"/>
            <a:ext cx="6143484"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7" name="Picture Placeholder 4">
            <a:extLst>
              <a:ext uri="{FF2B5EF4-FFF2-40B4-BE49-F238E27FC236}">
                <a16:creationId xmlns:a16="http://schemas.microsoft.com/office/drawing/2014/main" id="{749837D3-F6DB-DB49-B987-A2004B0611D5}"/>
              </a:ext>
            </a:extLst>
          </p:cNvPr>
          <p:cNvSpPr>
            <a:spLocks noGrp="1"/>
          </p:cNvSpPr>
          <p:nvPr>
            <p:ph type="pic" sz="quarter" idx="13"/>
          </p:nvPr>
        </p:nvSpPr>
        <p:spPr>
          <a:xfrm>
            <a:off x="6967959" y="0"/>
            <a:ext cx="5224040" cy="6857999"/>
          </a:xfrm>
          <a:prstGeom prst="rect">
            <a:avLst/>
          </a:prstGeom>
        </p:spPr>
        <p:txBody>
          <a:bodyPr/>
          <a:lstStyle>
            <a:lvl1pPr marL="0" indent="0">
              <a:buNone/>
              <a:defRPr/>
            </a:lvl1pPr>
          </a:lstStyle>
          <a:p>
            <a:r>
              <a:rPr lang="en-US" dirty="0"/>
              <a:t>Click icon to add picture</a:t>
            </a:r>
          </a:p>
        </p:txBody>
      </p:sp>
      <p:sp>
        <p:nvSpPr>
          <p:cNvPr id="11" name="Text Placeholder 2"/>
          <p:cNvSpPr>
            <a:spLocks noGrp="1"/>
          </p:cNvSpPr>
          <p:nvPr>
            <p:ph type="body" sz="quarter" idx="12" hasCustomPrompt="1"/>
          </p:nvPr>
        </p:nvSpPr>
        <p:spPr>
          <a:xfrm>
            <a:off x="385650" y="1147572"/>
            <a:ext cx="5123903" cy="520262"/>
          </a:xfrm>
        </p:spPr>
        <p:txBody>
          <a:bodyPr/>
          <a:lstStyle>
            <a:lvl1pPr marL="0" indent="0">
              <a:lnSpc>
                <a:spcPct val="100000"/>
              </a:lnSpc>
              <a:spcAft>
                <a:spcPts val="0"/>
              </a:spcAft>
              <a:buFont typeface="Arial" panose="020B0604020202020204" pitchFamily="34" charset="0"/>
              <a:buNone/>
              <a:defRPr sz="3600" cap="none" baseline="0">
                <a:solidFill>
                  <a:srgbClr val="004050"/>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edit slide title</a:t>
            </a:r>
          </a:p>
        </p:txBody>
      </p:sp>
      <p:sp>
        <p:nvSpPr>
          <p:cNvPr id="16" name="Freeform 15">
            <a:extLst>
              <a:ext uri="{FF2B5EF4-FFF2-40B4-BE49-F238E27FC236}">
                <a16:creationId xmlns:a16="http://schemas.microsoft.com/office/drawing/2014/main" id="{D44E23D4-CD16-B448-8F0A-11F5CE4FAB4C}"/>
              </a:ext>
            </a:extLst>
          </p:cNvPr>
          <p:cNvSpPr/>
          <p:nvPr userDrawn="1"/>
        </p:nvSpPr>
        <p:spPr>
          <a:xfrm>
            <a:off x="3229535" y="4488657"/>
            <a:ext cx="3729957" cy="2369343"/>
          </a:xfrm>
          <a:custGeom>
            <a:avLst/>
            <a:gdLst>
              <a:gd name="connsiteX0" fmla="*/ 117151 w 1009650"/>
              <a:gd name="connsiteY0" fmla="*/ 24275 h 641350"/>
              <a:gd name="connsiteX1" fmla="*/ 692 w 1009650"/>
              <a:gd name="connsiteY1" fmla="*/ 235603 h 641350"/>
              <a:gd name="connsiteX2" fmla="*/ 208781 w 1009650"/>
              <a:gd name="connsiteY2" fmla="*/ 429659 h 641350"/>
              <a:gd name="connsiteX3" fmla="*/ 350450 w 1009650"/>
              <a:gd name="connsiteY3" fmla="*/ 429659 h 641350"/>
              <a:gd name="connsiteX4" fmla="*/ 350450 w 1009650"/>
              <a:gd name="connsiteY4" fmla="*/ 641432 h 641350"/>
              <a:gd name="connsiteX5" fmla="*/ 428301 w 1009650"/>
              <a:gd name="connsiteY5" fmla="*/ 641432 h 641350"/>
              <a:gd name="connsiteX6" fmla="*/ 428301 w 1009650"/>
              <a:gd name="connsiteY6" fmla="*/ 430358 h 641350"/>
              <a:gd name="connsiteX7" fmla="*/ 777551 w 1009650"/>
              <a:gd name="connsiteY7" fmla="*/ 430358 h 641350"/>
              <a:gd name="connsiteX8" fmla="*/ 652519 w 1009650"/>
              <a:gd name="connsiteY8" fmla="*/ 640352 h 641350"/>
              <a:gd name="connsiteX9" fmla="*/ 698747 w 1009650"/>
              <a:gd name="connsiteY9" fmla="*/ 640352 h 641350"/>
              <a:gd name="connsiteX10" fmla="*/ 713225 w 1009650"/>
              <a:gd name="connsiteY10" fmla="*/ 633050 h 641350"/>
              <a:gd name="connsiteX11" fmla="*/ 864800 w 1009650"/>
              <a:gd name="connsiteY11" fmla="*/ 484206 h 641350"/>
              <a:gd name="connsiteX12" fmla="*/ 1004881 w 1009650"/>
              <a:gd name="connsiteY12" fmla="*/ 412641 h 641350"/>
              <a:gd name="connsiteX13" fmla="*/ 1011231 w 1009650"/>
              <a:gd name="connsiteY13" fmla="*/ 402608 h 641350"/>
              <a:gd name="connsiteX14" fmla="*/ 1011231 w 1009650"/>
              <a:gd name="connsiteY14" fmla="*/ 379685 h 641350"/>
              <a:gd name="connsiteX15" fmla="*/ 1003547 w 1009650"/>
              <a:gd name="connsiteY15" fmla="*/ 368826 h 641350"/>
              <a:gd name="connsiteX16" fmla="*/ 710241 w 1009650"/>
              <a:gd name="connsiteY16" fmla="*/ 145624 h 641350"/>
              <a:gd name="connsiteX17" fmla="*/ 705224 w 1009650"/>
              <a:gd name="connsiteY17" fmla="*/ 141687 h 641350"/>
              <a:gd name="connsiteX18" fmla="*/ 652138 w 1009650"/>
              <a:gd name="connsiteY18" fmla="*/ 141687 h 641350"/>
              <a:gd name="connsiteX19" fmla="*/ 777487 w 1009650"/>
              <a:gd name="connsiteY19" fmla="*/ 353078 h 641350"/>
              <a:gd name="connsiteX20" fmla="*/ 428237 w 1009650"/>
              <a:gd name="connsiteY20" fmla="*/ 353078 h 641350"/>
              <a:gd name="connsiteX21" fmla="*/ 428237 w 1009650"/>
              <a:gd name="connsiteY21" fmla="*/ 344887 h 641350"/>
              <a:gd name="connsiteX22" fmla="*/ 428237 w 1009650"/>
              <a:gd name="connsiteY22" fmla="*/ 210013 h 641350"/>
              <a:gd name="connsiteX23" fmla="*/ 422776 w 1009650"/>
              <a:gd name="connsiteY23" fmla="*/ 165563 h 641350"/>
              <a:gd name="connsiteX24" fmla="*/ 278060 w 1009650"/>
              <a:gd name="connsiteY24" fmla="*/ 11385 h 641350"/>
              <a:gd name="connsiteX25" fmla="*/ 117151 w 1009650"/>
              <a:gd name="connsiteY25" fmla="*/ 24275 h 641350"/>
              <a:gd name="connsiteX26" fmla="*/ 331654 w 1009650"/>
              <a:gd name="connsiteY26" fmla="*/ 145370 h 641350"/>
              <a:gd name="connsiteX27" fmla="*/ 350704 w 1009650"/>
              <a:gd name="connsiteY27" fmla="*/ 216045 h 641350"/>
              <a:gd name="connsiteX28" fmla="*/ 350704 w 1009650"/>
              <a:gd name="connsiteY28" fmla="*/ 343045 h 641350"/>
              <a:gd name="connsiteX29" fmla="*/ 350704 w 1009650"/>
              <a:gd name="connsiteY29" fmla="*/ 352634 h 641350"/>
              <a:gd name="connsiteX30" fmla="*/ 346513 w 1009650"/>
              <a:gd name="connsiteY30" fmla="*/ 353142 h 641350"/>
              <a:gd name="connsiteX31" fmla="*/ 208591 w 1009650"/>
              <a:gd name="connsiteY31" fmla="*/ 352697 h 641350"/>
              <a:gd name="connsiteX32" fmla="*/ 104069 w 1009650"/>
              <a:gd name="connsiteY32" fmla="*/ 297579 h 641350"/>
              <a:gd name="connsiteX33" fmla="*/ 190493 w 1009650"/>
              <a:gd name="connsiteY33" fmla="*/ 79457 h 641350"/>
              <a:gd name="connsiteX34" fmla="*/ 331654 w 1009650"/>
              <a:gd name="connsiteY34" fmla="*/ 145370 h 641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009650" h="641350">
                <a:moveTo>
                  <a:pt x="117151" y="24275"/>
                </a:moveTo>
                <a:cubicBezTo>
                  <a:pt x="34918" y="69741"/>
                  <a:pt x="-5912" y="140163"/>
                  <a:pt x="692" y="235603"/>
                </a:cubicBezTo>
                <a:cubicBezTo>
                  <a:pt x="7994" y="341013"/>
                  <a:pt x="103117" y="429659"/>
                  <a:pt x="208781" y="429659"/>
                </a:cubicBezTo>
                <a:lnTo>
                  <a:pt x="350450" y="429659"/>
                </a:lnTo>
                <a:lnTo>
                  <a:pt x="350450" y="641432"/>
                </a:lnTo>
                <a:lnTo>
                  <a:pt x="428301" y="641432"/>
                </a:lnTo>
                <a:lnTo>
                  <a:pt x="428301" y="430358"/>
                </a:lnTo>
                <a:lnTo>
                  <a:pt x="777551" y="430358"/>
                </a:lnTo>
                <a:cubicBezTo>
                  <a:pt x="722305" y="492842"/>
                  <a:pt x="679379" y="561231"/>
                  <a:pt x="652519" y="640352"/>
                </a:cubicBezTo>
                <a:cubicBezTo>
                  <a:pt x="668712" y="640352"/>
                  <a:pt x="683761" y="640352"/>
                  <a:pt x="698747" y="640352"/>
                </a:cubicBezTo>
                <a:cubicBezTo>
                  <a:pt x="704581" y="640933"/>
                  <a:pt x="710224" y="638086"/>
                  <a:pt x="713225" y="633050"/>
                </a:cubicBezTo>
                <a:cubicBezTo>
                  <a:pt x="754165" y="574534"/>
                  <a:pt x="805550" y="524075"/>
                  <a:pt x="864800" y="484206"/>
                </a:cubicBezTo>
                <a:cubicBezTo>
                  <a:pt x="908435" y="454786"/>
                  <a:pt x="955471" y="430757"/>
                  <a:pt x="1004881" y="412641"/>
                </a:cubicBezTo>
                <a:cubicBezTo>
                  <a:pt x="1009346" y="411541"/>
                  <a:pt x="1012148" y="407114"/>
                  <a:pt x="1011231" y="402608"/>
                </a:cubicBezTo>
                <a:cubicBezTo>
                  <a:pt x="1010723" y="394975"/>
                  <a:pt x="1010723" y="387317"/>
                  <a:pt x="1011231" y="379685"/>
                </a:cubicBezTo>
                <a:cubicBezTo>
                  <a:pt x="1011802" y="373335"/>
                  <a:pt x="1009135" y="370922"/>
                  <a:pt x="1003547" y="368826"/>
                </a:cubicBezTo>
                <a:cubicBezTo>
                  <a:pt x="883532" y="323741"/>
                  <a:pt x="784154" y="251351"/>
                  <a:pt x="710241" y="145624"/>
                </a:cubicBezTo>
                <a:cubicBezTo>
                  <a:pt x="709034" y="143909"/>
                  <a:pt x="706939" y="141750"/>
                  <a:pt x="705224" y="141687"/>
                </a:cubicBezTo>
                <a:cubicBezTo>
                  <a:pt x="687889" y="141687"/>
                  <a:pt x="670616" y="141687"/>
                  <a:pt x="652138" y="141687"/>
                </a:cubicBezTo>
                <a:cubicBezTo>
                  <a:pt x="678808" y="221506"/>
                  <a:pt x="721988" y="290213"/>
                  <a:pt x="777487" y="353078"/>
                </a:cubicBezTo>
                <a:lnTo>
                  <a:pt x="428237" y="353078"/>
                </a:lnTo>
                <a:lnTo>
                  <a:pt x="428237" y="344887"/>
                </a:lnTo>
                <a:cubicBezTo>
                  <a:pt x="428237" y="299929"/>
                  <a:pt x="428681" y="254971"/>
                  <a:pt x="428237" y="210013"/>
                </a:cubicBezTo>
                <a:cubicBezTo>
                  <a:pt x="428159" y="195034"/>
                  <a:pt x="426326" y="180115"/>
                  <a:pt x="422776" y="165563"/>
                </a:cubicBezTo>
                <a:cubicBezTo>
                  <a:pt x="402392" y="88283"/>
                  <a:pt x="353498" y="36150"/>
                  <a:pt x="278060" y="11385"/>
                </a:cubicBezTo>
                <a:cubicBezTo>
                  <a:pt x="223323" y="-6776"/>
                  <a:pt x="167760" y="-3728"/>
                  <a:pt x="117151" y="24275"/>
                </a:cubicBezTo>
                <a:close/>
                <a:moveTo>
                  <a:pt x="331654" y="145370"/>
                </a:moveTo>
                <a:cubicBezTo>
                  <a:pt x="344472" y="166690"/>
                  <a:pt x="351071" y="191171"/>
                  <a:pt x="350704" y="216045"/>
                </a:cubicBezTo>
                <a:cubicBezTo>
                  <a:pt x="350704" y="258463"/>
                  <a:pt x="350704" y="300818"/>
                  <a:pt x="350704" y="343045"/>
                </a:cubicBezTo>
                <a:lnTo>
                  <a:pt x="350704" y="352634"/>
                </a:lnTo>
                <a:cubicBezTo>
                  <a:pt x="349319" y="352892"/>
                  <a:pt x="347920" y="353061"/>
                  <a:pt x="346513" y="353142"/>
                </a:cubicBezTo>
                <a:cubicBezTo>
                  <a:pt x="300539" y="353142"/>
                  <a:pt x="254564" y="353142"/>
                  <a:pt x="208591" y="352697"/>
                </a:cubicBezTo>
                <a:cubicBezTo>
                  <a:pt x="164649" y="352062"/>
                  <a:pt x="129724" y="332123"/>
                  <a:pt x="104069" y="297579"/>
                </a:cubicBezTo>
                <a:cubicBezTo>
                  <a:pt x="38347" y="209187"/>
                  <a:pt x="96132" y="97173"/>
                  <a:pt x="190493" y="79457"/>
                </a:cubicBezTo>
                <a:cubicBezTo>
                  <a:pt x="246651" y="70112"/>
                  <a:pt x="302766" y="96313"/>
                  <a:pt x="331654" y="145370"/>
                </a:cubicBezTo>
                <a:close/>
              </a:path>
            </a:pathLst>
          </a:custGeom>
          <a:solidFill>
            <a:srgbClr val="28CFF9"/>
          </a:solidFill>
          <a:ln w="6350" cap="flat">
            <a:noFill/>
            <a:prstDash val="solid"/>
            <a:miter/>
          </a:ln>
        </p:spPr>
        <p:txBody>
          <a:bodyPr rtlCol="0" anchor="ctr"/>
          <a:lstStyle/>
          <a:p>
            <a:endParaRPr lang="en-GB"/>
          </a:p>
        </p:txBody>
      </p:sp>
      <p:sp>
        <p:nvSpPr>
          <p:cNvPr id="8" name="Rectangle 7"/>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194725214"/>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preserve="1" userDrawn="1">
  <p:cSld name="1_Activity 1">
    <p:bg>
      <p:bgPr>
        <a:solidFill>
          <a:srgbClr val="28CFF9"/>
        </a:solidFill>
        <a:effectLst/>
      </p:bgPr>
    </p:bg>
    <p:spTree>
      <p:nvGrpSpPr>
        <p:cNvPr id="1" name=""/>
        <p:cNvGrpSpPr/>
        <p:nvPr/>
      </p:nvGrpSpPr>
      <p:grpSpPr>
        <a:xfrm>
          <a:off x="0" y="0"/>
          <a:ext cx="0" cy="0"/>
          <a:chOff x="0" y="0"/>
          <a:chExt cx="0" cy="0"/>
        </a:xfrm>
      </p:grpSpPr>
      <p:sp>
        <p:nvSpPr>
          <p:cNvPr id="10" name="Freeform 9">
            <a:extLst>
              <a:ext uri="{FF2B5EF4-FFF2-40B4-BE49-F238E27FC236}">
                <a16:creationId xmlns:a16="http://schemas.microsoft.com/office/drawing/2014/main" id="{56887D20-DCD6-8E49-BF31-8F4C2FCCD421}"/>
              </a:ext>
            </a:extLst>
          </p:cNvPr>
          <p:cNvSpPr/>
          <p:nvPr userDrawn="1"/>
        </p:nvSpPr>
        <p:spPr>
          <a:xfrm>
            <a:off x="487005" y="518307"/>
            <a:ext cx="3525956" cy="4061544"/>
          </a:xfrm>
          <a:custGeom>
            <a:avLst/>
            <a:gdLst>
              <a:gd name="connsiteX0" fmla="*/ 1008895 w 1003300"/>
              <a:gd name="connsiteY0" fmla="*/ 731076 h 1155700"/>
              <a:gd name="connsiteX1" fmla="*/ 581921 w 1003300"/>
              <a:gd name="connsiteY1" fmla="*/ 1157986 h 1155700"/>
              <a:gd name="connsiteX2" fmla="*/ 581921 w 1003300"/>
              <a:gd name="connsiteY2" fmla="*/ 932371 h 1155700"/>
              <a:gd name="connsiteX3" fmla="*/ 565728 w 1003300"/>
              <a:gd name="connsiteY3" fmla="*/ 932371 h 1155700"/>
              <a:gd name="connsiteX4" fmla="*/ 485337 w 1003300"/>
              <a:gd name="connsiteY4" fmla="*/ 923163 h 1155700"/>
              <a:gd name="connsiteX5" fmla="*/ 405454 w 1003300"/>
              <a:gd name="connsiteY5" fmla="*/ 877824 h 1155700"/>
              <a:gd name="connsiteX6" fmla="*/ 306585 w 1003300"/>
              <a:gd name="connsiteY6" fmla="*/ 784035 h 1155700"/>
              <a:gd name="connsiteX7" fmla="*/ 114497 w 1003300"/>
              <a:gd name="connsiteY7" fmla="*/ 591312 h 1155700"/>
              <a:gd name="connsiteX8" fmla="*/ 29534 w 1003300"/>
              <a:gd name="connsiteY8" fmla="*/ 484251 h 1155700"/>
              <a:gd name="connsiteX9" fmla="*/ 7500 w 1003300"/>
              <a:gd name="connsiteY9" fmla="*/ 408051 h 1155700"/>
              <a:gd name="connsiteX10" fmla="*/ 452 w 1003300"/>
              <a:gd name="connsiteY10" fmla="*/ 282766 h 1155700"/>
              <a:gd name="connsiteX11" fmla="*/ 452 w 1003300"/>
              <a:gd name="connsiteY11" fmla="*/ 10668 h 1155700"/>
              <a:gd name="connsiteX12" fmla="*/ 452 w 1003300"/>
              <a:gd name="connsiteY12" fmla="*/ 1333 h 1155700"/>
              <a:gd name="connsiteX13" fmla="*/ 201937 w 1003300"/>
              <a:gd name="connsiteY13" fmla="*/ 203200 h 1155700"/>
              <a:gd name="connsiteX14" fmla="*/ 405137 w 1003300"/>
              <a:gd name="connsiteY14" fmla="*/ 0 h 1155700"/>
              <a:gd name="connsiteX15" fmla="*/ 405137 w 1003300"/>
              <a:gd name="connsiteY15" fmla="*/ 527876 h 1155700"/>
              <a:gd name="connsiteX16" fmla="*/ 573221 w 1003300"/>
              <a:gd name="connsiteY16" fmla="*/ 527876 h 1155700"/>
              <a:gd name="connsiteX17" fmla="*/ 581984 w 1003300"/>
              <a:gd name="connsiteY17" fmla="*/ 518732 h 1155700"/>
              <a:gd name="connsiteX18" fmla="*/ 581984 w 1003300"/>
              <a:gd name="connsiteY18" fmla="*/ 303975 h 1155700"/>
              <a:gd name="connsiteX19" fmla="*/ 1008895 w 1003300"/>
              <a:gd name="connsiteY19" fmla="*/ 731076 h 1155700"/>
              <a:gd name="connsiteX20" fmla="*/ 649929 w 1003300"/>
              <a:gd name="connsiteY20" fmla="*/ 864426 h 1155700"/>
              <a:gd name="connsiteX21" fmla="*/ 649929 w 1003300"/>
              <a:gd name="connsiteY21" fmla="*/ 991807 h 1155700"/>
              <a:gd name="connsiteX22" fmla="*/ 911359 w 1003300"/>
              <a:gd name="connsiteY22" fmla="*/ 730568 h 1155700"/>
              <a:gd name="connsiteX23" fmla="*/ 649231 w 1003300"/>
              <a:gd name="connsiteY23" fmla="*/ 468376 h 1155700"/>
              <a:gd name="connsiteX24" fmla="*/ 649231 w 1003300"/>
              <a:gd name="connsiteY24" fmla="*/ 595693 h 1155700"/>
              <a:gd name="connsiteX25" fmla="*/ 216732 w 1003300"/>
              <a:gd name="connsiteY25" fmla="*/ 595693 h 1155700"/>
              <a:gd name="connsiteX26" fmla="*/ 221558 w 1003300"/>
              <a:gd name="connsiteY26" fmla="*/ 601091 h 1155700"/>
              <a:gd name="connsiteX27" fmla="*/ 427870 w 1003300"/>
              <a:gd name="connsiteY27" fmla="*/ 807720 h 1155700"/>
              <a:gd name="connsiteX28" fmla="*/ 542170 w 1003300"/>
              <a:gd name="connsiteY28" fmla="*/ 862457 h 1155700"/>
              <a:gd name="connsiteX29" fmla="*/ 624720 w 1003300"/>
              <a:gd name="connsiteY29" fmla="*/ 864426 h 1155700"/>
              <a:gd name="connsiteX30" fmla="*/ 649929 w 1003300"/>
              <a:gd name="connsiteY30" fmla="*/ 864426 h 1155700"/>
              <a:gd name="connsiteX31" fmla="*/ 68523 w 1003300"/>
              <a:gd name="connsiteY31" fmla="*/ 162941 h 1155700"/>
              <a:gd name="connsiteX32" fmla="*/ 68142 w 1003300"/>
              <a:gd name="connsiteY32" fmla="*/ 168275 h 1155700"/>
              <a:gd name="connsiteX33" fmla="*/ 68460 w 1003300"/>
              <a:gd name="connsiteY33" fmla="*/ 339725 h 1155700"/>
              <a:gd name="connsiteX34" fmla="*/ 75318 w 1003300"/>
              <a:gd name="connsiteY34" fmla="*/ 411162 h 1155700"/>
              <a:gd name="connsiteX35" fmla="*/ 127325 w 1003300"/>
              <a:gd name="connsiteY35" fmla="*/ 494665 h 1155700"/>
              <a:gd name="connsiteX36" fmla="*/ 203207 w 1003300"/>
              <a:gd name="connsiteY36" fmla="*/ 521780 h 1155700"/>
              <a:gd name="connsiteX37" fmla="*/ 333889 w 1003300"/>
              <a:gd name="connsiteY37" fmla="*/ 527558 h 1155700"/>
              <a:gd name="connsiteX38" fmla="*/ 336937 w 1003300"/>
              <a:gd name="connsiteY38" fmla="*/ 526732 h 1155700"/>
              <a:gd name="connsiteX39" fmla="*/ 336938 w 1003300"/>
              <a:gd name="connsiteY39" fmla="*/ 162243 h 1155700"/>
              <a:gd name="connsiteX40" fmla="*/ 202508 w 1003300"/>
              <a:gd name="connsiteY40" fmla="*/ 295021 h 1155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1003300" h="1155700">
                <a:moveTo>
                  <a:pt x="1008895" y="731076"/>
                </a:moveTo>
                <a:lnTo>
                  <a:pt x="581921" y="1157986"/>
                </a:lnTo>
                <a:lnTo>
                  <a:pt x="581921" y="932371"/>
                </a:lnTo>
                <a:lnTo>
                  <a:pt x="565728" y="932371"/>
                </a:lnTo>
                <a:cubicBezTo>
                  <a:pt x="538636" y="932998"/>
                  <a:pt x="511586" y="929900"/>
                  <a:pt x="485337" y="923163"/>
                </a:cubicBezTo>
                <a:cubicBezTo>
                  <a:pt x="455495" y="914588"/>
                  <a:pt x="428116" y="899048"/>
                  <a:pt x="405454" y="877824"/>
                </a:cubicBezTo>
                <a:cubicBezTo>
                  <a:pt x="371736" y="847407"/>
                  <a:pt x="338843" y="815975"/>
                  <a:pt x="306585" y="784035"/>
                </a:cubicBezTo>
                <a:cubicBezTo>
                  <a:pt x="242111" y="720238"/>
                  <a:pt x="178082" y="655997"/>
                  <a:pt x="114497" y="591312"/>
                </a:cubicBezTo>
                <a:cubicBezTo>
                  <a:pt x="82430" y="558737"/>
                  <a:pt x="52140" y="524510"/>
                  <a:pt x="29534" y="484251"/>
                </a:cubicBezTo>
                <a:cubicBezTo>
                  <a:pt x="16810" y="460725"/>
                  <a:pt x="9295" y="434737"/>
                  <a:pt x="7500" y="408051"/>
                </a:cubicBezTo>
                <a:cubicBezTo>
                  <a:pt x="3944" y="366395"/>
                  <a:pt x="1150" y="324548"/>
                  <a:pt x="452" y="282766"/>
                </a:cubicBezTo>
                <a:cubicBezTo>
                  <a:pt x="-565" y="192087"/>
                  <a:pt x="452" y="101346"/>
                  <a:pt x="452" y="10668"/>
                </a:cubicBezTo>
                <a:lnTo>
                  <a:pt x="452" y="1333"/>
                </a:lnTo>
                <a:cubicBezTo>
                  <a:pt x="67952" y="68961"/>
                  <a:pt x="134817" y="135890"/>
                  <a:pt x="201937" y="203200"/>
                </a:cubicBezTo>
                <a:lnTo>
                  <a:pt x="405137" y="0"/>
                </a:lnTo>
                <a:lnTo>
                  <a:pt x="405137" y="527876"/>
                </a:lnTo>
                <a:cubicBezTo>
                  <a:pt x="408185" y="527876"/>
                  <a:pt x="519818" y="527876"/>
                  <a:pt x="573221" y="527876"/>
                </a:cubicBezTo>
                <a:cubicBezTo>
                  <a:pt x="580524" y="527876"/>
                  <a:pt x="581984" y="525463"/>
                  <a:pt x="581984" y="518732"/>
                </a:cubicBezTo>
                <a:cubicBezTo>
                  <a:pt x="581984" y="449516"/>
                  <a:pt x="581984" y="305435"/>
                  <a:pt x="581984" y="303975"/>
                </a:cubicBezTo>
                <a:cubicBezTo>
                  <a:pt x="580778" y="304292"/>
                  <a:pt x="1010038" y="732028"/>
                  <a:pt x="1008895" y="731076"/>
                </a:cubicBezTo>
                <a:close/>
                <a:moveTo>
                  <a:pt x="649929" y="864426"/>
                </a:moveTo>
                <a:lnTo>
                  <a:pt x="649929" y="991807"/>
                </a:lnTo>
                <a:cubicBezTo>
                  <a:pt x="737601" y="904092"/>
                  <a:pt x="824745" y="817012"/>
                  <a:pt x="911359" y="730568"/>
                </a:cubicBezTo>
                <a:lnTo>
                  <a:pt x="649231" y="468376"/>
                </a:lnTo>
                <a:lnTo>
                  <a:pt x="649231" y="595693"/>
                </a:lnTo>
                <a:lnTo>
                  <a:pt x="216732" y="595693"/>
                </a:lnTo>
                <a:cubicBezTo>
                  <a:pt x="218955" y="598170"/>
                  <a:pt x="220162" y="599757"/>
                  <a:pt x="221558" y="601091"/>
                </a:cubicBezTo>
                <a:cubicBezTo>
                  <a:pt x="290265" y="669967"/>
                  <a:pt x="359036" y="738844"/>
                  <a:pt x="427870" y="807720"/>
                </a:cubicBezTo>
                <a:cubicBezTo>
                  <a:pt x="459620" y="839470"/>
                  <a:pt x="496894" y="859473"/>
                  <a:pt x="542170" y="862457"/>
                </a:cubicBezTo>
                <a:cubicBezTo>
                  <a:pt x="569665" y="864235"/>
                  <a:pt x="597288" y="863854"/>
                  <a:pt x="624720" y="864426"/>
                </a:cubicBezTo>
                <a:cubicBezTo>
                  <a:pt x="632721" y="864553"/>
                  <a:pt x="640404" y="864426"/>
                  <a:pt x="649929" y="864426"/>
                </a:cubicBezTo>
                <a:close/>
                <a:moveTo>
                  <a:pt x="68523" y="162941"/>
                </a:moveTo>
                <a:cubicBezTo>
                  <a:pt x="68523" y="164402"/>
                  <a:pt x="68142" y="166370"/>
                  <a:pt x="68142" y="168275"/>
                </a:cubicBezTo>
                <a:cubicBezTo>
                  <a:pt x="68142" y="225425"/>
                  <a:pt x="67507" y="282575"/>
                  <a:pt x="68460" y="339725"/>
                </a:cubicBezTo>
                <a:cubicBezTo>
                  <a:pt x="68770" y="363686"/>
                  <a:pt x="71064" y="387580"/>
                  <a:pt x="75318" y="411162"/>
                </a:cubicBezTo>
                <a:cubicBezTo>
                  <a:pt x="81668" y="445326"/>
                  <a:pt x="97289" y="474662"/>
                  <a:pt x="127325" y="494665"/>
                </a:cubicBezTo>
                <a:cubicBezTo>
                  <a:pt x="150463" y="508873"/>
                  <a:pt x="176305" y="518107"/>
                  <a:pt x="203207" y="521780"/>
                </a:cubicBezTo>
                <a:cubicBezTo>
                  <a:pt x="246514" y="529273"/>
                  <a:pt x="290265" y="527621"/>
                  <a:pt x="333889" y="527558"/>
                </a:cubicBezTo>
                <a:cubicBezTo>
                  <a:pt x="334936" y="527411"/>
                  <a:pt x="335960" y="527133"/>
                  <a:pt x="336937" y="526732"/>
                </a:cubicBezTo>
                <a:lnTo>
                  <a:pt x="336938" y="162243"/>
                </a:lnTo>
                <a:lnTo>
                  <a:pt x="202508" y="295021"/>
                </a:lnTo>
                <a:close/>
              </a:path>
            </a:pathLst>
          </a:custGeom>
          <a:solidFill>
            <a:schemeClr val="accent1"/>
          </a:solidFill>
          <a:ln w="6350" cap="flat">
            <a:noFill/>
            <a:prstDash val="solid"/>
            <a:miter/>
          </a:ln>
        </p:spPr>
        <p:txBody>
          <a:bodyPr rtlCol="0" anchor="ctr"/>
          <a:lstStyle/>
          <a:p>
            <a:endParaRPr lang="en-GB"/>
          </a:p>
        </p:txBody>
      </p:sp>
      <p:sp>
        <p:nvSpPr>
          <p:cNvPr id="5"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4327302" y="344971"/>
            <a:ext cx="7475232" cy="2858874"/>
          </a:xfrm>
        </p:spPr>
        <p:txBody>
          <a:bodyPr anchor="b" anchorCtr="0">
            <a:noAutofit/>
          </a:bodyPr>
          <a:lstStyle>
            <a:lvl1pPr algn="l">
              <a:lnSpc>
                <a:spcPct val="100000"/>
              </a:lnSpc>
              <a:defRPr sz="3600" baseline="0">
                <a:solidFill>
                  <a:srgbClr val="004050"/>
                </a:solidFill>
              </a:defRPr>
            </a:lvl1pPr>
          </a:lstStyle>
          <a:p>
            <a:br>
              <a:rPr lang="en-US" noProof="0" dirty="0"/>
            </a:br>
            <a:br>
              <a:rPr lang="en-US" noProof="0" dirty="0"/>
            </a:br>
            <a:r>
              <a:rPr lang="en-US" noProof="0" dirty="0"/>
              <a:t>ACTIVITY: </a:t>
            </a:r>
            <a:br>
              <a:rPr lang="en-US" noProof="0" dirty="0"/>
            </a:br>
            <a:r>
              <a:rPr lang="en-US" noProof="0" dirty="0"/>
              <a:t>CLICK TO EDIT TITLE</a:t>
            </a:r>
            <a:endParaRPr lang="en-GB" noProof="0" dirty="0"/>
          </a:p>
        </p:txBody>
      </p:sp>
      <p:sp>
        <p:nvSpPr>
          <p:cNvPr id="6" name="Text Placeholder 3"/>
          <p:cNvSpPr>
            <a:spLocks noGrp="1"/>
          </p:cNvSpPr>
          <p:nvPr>
            <p:ph type="body" sz="quarter" idx="10" hasCustomPrompt="1"/>
          </p:nvPr>
        </p:nvSpPr>
        <p:spPr>
          <a:xfrm>
            <a:off x="4327303" y="3525004"/>
            <a:ext cx="7475230" cy="2791976"/>
          </a:xfrm>
        </p:spPr>
        <p:txBody>
          <a:bodyPr/>
          <a:lstStyle>
            <a:lvl1pPr>
              <a:lnSpc>
                <a:spcPct val="100000"/>
              </a:lnSpc>
              <a:defRPr b="0" baseline="0"/>
            </a:lvl1pPr>
          </a:lstStyle>
          <a:p>
            <a:pPr lvl="0"/>
            <a:r>
              <a:rPr lang="en-US" dirty="0"/>
              <a:t>Click to edit instructions</a:t>
            </a:r>
          </a:p>
        </p:txBody>
      </p:sp>
    </p:spTree>
    <p:extLst>
      <p:ext uri="{BB962C8B-B14F-4D97-AF65-F5344CB8AC3E}">
        <p14:creationId xmlns:p14="http://schemas.microsoft.com/office/powerpoint/2010/main" val="1928947671"/>
      </p:ext>
    </p:extLst>
  </p:cSld>
  <p:clrMapOvr>
    <a:masterClrMapping/>
  </p:clrMapOvr>
  <p:extLst>
    <p:ext uri="{DCECCB84-F9BA-43D5-87BE-67443E8EF086}">
      <p15:sldGuideLst xmlns:p15="http://schemas.microsoft.com/office/powerpoint/2012/main">
        <p15:guide id="1" pos="3840">
          <p15:clr>
            <a:srgbClr val="FBAE40"/>
          </p15:clr>
        </p15:guide>
        <p15:guide id="2" orient="horz" pos="1457">
          <p15:clr>
            <a:srgbClr val="FBAE40"/>
          </p15:clr>
        </p15:guide>
        <p15:guide id="3" orient="horz" pos="3634">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preserve="1" userDrawn="1">
  <p:cSld name="5_03 Section Divider">
    <p:bg>
      <p:bgPr>
        <a:solidFill>
          <a:srgbClr val="F3622C"/>
        </a:solidFill>
        <a:effectLst/>
      </p:bgPr>
    </p:bg>
    <p:spTree>
      <p:nvGrpSpPr>
        <p:cNvPr id="1" name=""/>
        <p:cNvGrpSpPr/>
        <p:nvPr/>
      </p:nvGrpSpPr>
      <p:grpSpPr>
        <a:xfrm>
          <a:off x="0" y="0"/>
          <a:ext cx="0" cy="0"/>
          <a:chOff x="0" y="0"/>
          <a:chExt cx="0" cy="0"/>
        </a:xfrm>
      </p:grpSpPr>
      <p:sp>
        <p:nvSpPr>
          <p:cNvPr id="16" name="Rectangle 15"/>
          <p:cNvSpPr/>
          <p:nvPr userDrawn="1"/>
        </p:nvSpPr>
        <p:spPr>
          <a:xfrm>
            <a:off x="760859" y="768561"/>
            <a:ext cx="379608" cy="110490"/>
          </a:xfrm>
          <a:prstGeom prst="rect">
            <a:avLst/>
          </a:prstGeom>
          <a:solidFill>
            <a:srgbClr val="F3622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9" name="Group 8">
            <a:extLst>
              <a:ext uri="{FF2B5EF4-FFF2-40B4-BE49-F238E27FC236}">
                <a16:creationId xmlns:a16="http://schemas.microsoft.com/office/drawing/2014/main" id="{51C13B23-0164-1C4E-9E7A-3F1ECA7824F7}"/>
              </a:ext>
            </a:extLst>
          </p:cNvPr>
          <p:cNvGrpSpPr/>
          <p:nvPr userDrawn="1"/>
        </p:nvGrpSpPr>
        <p:grpSpPr>
          <a:xfrm>
            <a:off x="3297651" y="2366578"/>
            <a:ext cx="7767721" cy="4491421"/>
            <a:chOff x="7799133" y="1870745"/>
            <a:chExt cx="1010349" cy="584292"/>
          </a:xfrm>
          <a:solidFill>
            <a:srgbClr val="F8D237"/>
          </a:solidFill>
        </p:grpSpPr>
        <p:sp>
          <p:nvSpPr>
            <p:cNvPr id="10" name="Freeform 9">
              <a:extLst>
                <a:ext uri="{FF2B5EF4-FFF2-40B4-BE49-F238E27FC236}">
                  <a16:creationId xmlns:a16="http://schemas.microsoft.com/office/drawing/2014/main" id="{2F450B4C-241D-A544-BBEF-175E01D6A139}"/>
                </a:ext>
              </a:extLst>
            </p:cNvPr>
            <p:cNvSpPr/>
            <p:nvPr/>
          </p:nvSpPr>
          <p:spPr>
            <a:xfrm>
              <a:off x="7799260" y="1870745"/>
              <a:ext cx="749300" cy="247650"/>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49300" h="247650">
                  <a:moveTo>
                    <a:pt x="749871" y="248186"/>
                  </a:moveTo>
                  <a:lnTo>
                    <a:pt x="0" y="248186"/>
                  </a:lnTo>
                  <a:lnTo>
                    <a:pt x="0" y="192497"/>
                  </a:lnTo>
                  <a:lnTo>
                    <a:pt x="603885" y="192497"/>
                  </a:lnTo>
                  <a:cubicBezTo>
                    <a:pt x="546036" y="134140"/>
                    <a:pt x="492760" y="74768"/>
                    <a:pt x="457200" y="219"/>
                  </a:cubicBezTo>
                  <a:cubicBezTo>
                    <a:pt x="477583" y="219"/>
                    <a:pt x="496443" y="854"/>
                    <a:pt x="515239" y="219"/>
                  </a:cubicBezTo>
                  <a:cubicBezTo>
                    <a:pt x="524031" y="-1141"/>
                    <a:pt x="532543" y="3956"/>
                    <a:pt x="535495" y="12347"/>
                  </a:cubicBezTo>
                  <a:cubicBezTo>
                    <a:pt x="553057" y="45816"/>
                    <a:pt x="574730" y="76961"/>
                    <a:pt x="600011" y="105057"/>
                  </a:cubicBezTo>
                  <a:cubicBezTo>
                    <a:pt x="643639" y="155126"/>
                    <a:pt x="691855" y="201004"/>
                    <a:pt x="744030" y="242090"/>
                  </a:cubicBezTo>
                  <a:cubicBezTo>
                    <a:pt x="745808" y="243551"/>
                    <a:pt x="747585" y="245011"/>
                    <a:pt x="749236" y="246535"/>
                  </a:cubicBezTo>
                  <a:cubicBezTo>
                    <a:pt x="749554" y="246599"/>
                    <a:pt x="749554" y="247170"/>
                    <a:pt x="749871" y="248186"/>
                  </a:cubicBezTo>
                  <a:close/>
                </a:path>
              </a:pathLst>
            </a:custGeom>
            <a:grpFill/>
            <a:ln w="6350" cap="flat">
              <a:noFill/>
              <a:prstDash val="solid"/>
              <a:miter/>
            </a:ln>
          </p:spPr>
          <p:txBody>
            <a:bodyPr rtlCol="0" anchor="ctr"/>
            <a:lstStyle/>
            <a:p>
              <a:endParaRPr lang="en-GB"/>
            </a:p>
          </p:txBody>
        </p:sp>
        <p:sp>
          <p:nvSpPr>
            <p:cNvPr id="11" name="Freeform 10">
              <a:extLst>
                <a:ext uri="{FF2B5EF4-FFF2-40B4-BE49-F238E27FC236}">
                  <a16:creationId xmlns:a16="http://schemas.microsoft.com/office/drawing/2014/main" id="{9B9C1B07-7BAD-DD4F-97E1-2FD89B2D1C40}"/>
                </a:ext>
              </a:extLst>
            </p:cNvPr>
            <p:cNvSpPr/>
            <p:nvPr/>
          </p:nvSpPr>
          <p:spPr>
            <a:xfrm>
              <a:off x="7799133" y="2208657"/>
              <a:ext cx="749300" cy="241300"/>
            </a:xfrm>
            <a:custGeom>
              <a:avLst/>
              <a:gdLst>
                <a:gd name="connsiteX0" fmla="*/ 601091 w 749300"/>
                <a:gd name="connsiteY0" fmla="*/ 55689 h 241300"/>
                <a:gd name="connsiteX1" fmla="*/ 0 w 749300"/>
                <a:gd name="connsiteY1" fmla="*/ 55689 h 241300"/>
                <a:gd name="connsiteX2" fmla="*/ 0 w 749300"/>
                <a:gd name="connsiteY2" fmla="*/ 0 h 241300"/>
                <a:gd name="connsiteX3" fmla="*/ 751269 w 749300"/>
                <a:gd name="connsiteY3" fmla="*/ 0 h 241300"/>
                <a:gd name="connsiteX4" fmla="*/ 720598 w 749300"/>
                <a:gd name="connsiteY4" fmla="*/ 25845 h 241300"/>
                <a:gd name="connsiteX5" fmla="*/ 586550 w 749300"/>
                <a:gd name="connsiteY5" fmla="*/ 159893 h 241300"/>
                <a:gd name="connsiteX6" fmla="*/ 531813 w 749300"/>
                <a:gd name="connsiteY6" fmla="*/ 241871 h 241300"/>
                <a:gd name="connsiteX7" fmla="*/ 524701 w 749300"/>
                <a:gd name="connsiteY7" fmla="*/ 246824 h 241300"/>
                <a:gd name="connsiteX8" fmla="*/ 461835 w 749300"/>
                <a:gd name="connsiteY8" fmla="*/ 246824 h 241300"/>
                <a:gd name="connsiteX9" fmla="*/ 458216 w 749300"/>
                <a:gd name="connsiteY9" fmla="*/ 246317 h 241300"/>
                <a:gd name="connsiteX10" fmla="*/ 522478 w 749300"/>
                <a:gd name="connsiteY10" fmla="*/ 144717 h 241300"/>
                <a:gd name="connsiteX11" fmla="*/ 601091 w 749300"/>
                <a:gd name="connsiteY11" fmla="*/ 55689 h 2413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49300" h="241300">
                  <a:moveTo>
                    <a:pt x="601091" y="55689"/>
                  </a:moveTo>
                  <a:lnTo>
                    <a:pt x="0" y="55689"/>
                  </a:lnTo>
                  <a:lnTo>
                    <a:pt x="0" y="0"/>
                  </a:lnTo>
                  <a:lnTo>
                    <a:pt x="751269" y="0"/>
                  </a:lnTo>
                  <a:cubicBezTo>
                    <a:pt x="740220" y="9335"/>
                    <a:pt x="730377" y="17526"/>
                    <a:pt x="720598" y="25845"/>
                  </a:cubicBezTo>
                  <a:cubicBezTo>
                    <a:pt x="672008" y="66441"/>
                    <a:pt x="627146" y="111303"/>
                    <a:pt x="586550" y="159893"/>
                  </a:cubicBezTo>
                  <a:cubicBezTo>
                    <a:pt x="565442" y="185196"/>
                    <a:pt x="547093" y="212678"/>
                    <a:pt x="531813" y="241871"/>
                  </a:cubicBezTo>
                  <a:cubicBezTo>
                    <a:pt x="530328" y="244527"/>
                    <a:pt x="527706" y="246353"/>
                    <a:pt x="524701" y="246824"/>
                  </a:cubicBezTo>
                  <a:cubicBezTo>
                    <a:pt x="503746" y="247205"/>
                    <a:pt x="482791" y="246824"/>
                    <a:pt x="461835" y="246824"/>
                  </a:cubicBezTo>
                  <a:cubicBezTo>
                    <a:pt x="460621" y="246721"/>
                    <a:pt x="459412" y="246551"/>
                    <a:pt x="458216" y="246317"/>
                  </a:cubicBezTo>
                  <a:cubicBezTo>
                    <a:pt x="475005" y="209733"/>
                    <a:pt x="496619" y="175563"/>
                    <a:pt x="522478" y="144717"/>
                  </a:cubicBezTo>
                  <a:cubicBezTo>
                    <a:pt x="547751" y="114554"/>
                    <a:pt x="574802" y="85471"/>
                    <a:pt x="601091" y="55689"/>
                  </a:cubicBezTo>
                  <a:close/>
                </a:path>
              </a:pathLst>
            </a:custGeom>
            <a:grpFill/>
            <a:ln w="6350" cap="flat">
              <a:noFill/>
              <a:prstDash val="solid"/>
              <a:miter/>
            </a:ln>
          </p:spPr>
          <p:txBody>
            <a:bodyPr rtlCol="0" anchor="ctr"/>
            <a:lstStyle/>
            <a:p>
              <a:endParaRPr lang="en-GB"/>
            </a:p>
          </p:txBody>
        </p:sp>
        <p:sp>
          <p:nvSpPr>
            <p:cNvPr id="13" name="Freeform 12">
              <a:extLst>
                <a:ext uri="{FF2B5EF4-FFF2-40B4-BE49-F238E27FC236}">
                  <a16:creationId xmlns:a16="http://schemas.microsoft.com/office/drawing/2014/main" id="{17BA7C41-EA1C-2F4D-90C7-EC472AB85B8A}"/>
                </a:ext>
              </a:extLst>
            </p:cNvPr>
            <p:cNvSpPr/>
            <p:nvPr/>
          </p:nvSpPr>
          <p:spPr>
            <a:xfrm>
              <a:off x="8428482" y="1870837"/>
              <a:ext cx="381000" cy="584200"/>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grpSp>
      <p:sp>
        <p:nvSpPr>
          <p:cNvPr id="2" name="Rectangle 1"/>
          <p:cNvSpPr/>
          <p:nvPr userDrawn="1"/>
        </p:nvSpPr>
        <p:spPr>
          <a:xfrm>
            <a:off x="-1" y="3841786"/>
            <a:ext cx="8212667" cy="432000"/>
          </a:xfrm>
          <a:prstGeom prst="rect">
            <a:avLst/>
          </a:prstGeom>
          <a:solidFill>
            <a:srgbClr val="F8D23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Rectangle 13"/>
          <p:cNvSpPr/>
          <p:nvPr userDrawn="1"/>
        </p:nvSpPr>
        <p:spPr>
          <a:xfrm>
            <a:off x="-10132" y="4965471"/>
            <a:ext cx="8146316" cy="432000"/>
          </a:xfrm>
          <a:prstGeom prst="rect">
            <a:avLst/>
          </a:prstGeom>
          <a:solidFill>
            <a:srgbClr val="F8D23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76239" y="1556247"/>
            <a:ext cx="5810250" cy="2277604"/>
          </a:xfrm>
        </p:spPr>
        <p:txBody>
          <a:bodyPr anchor="b" anchorCtr="0">
            <a:noAutofit/>
          </a:bodyPr>
          <a:lstStyle>
            <a:lvl1pPr algn="l">
              <a:lnSpc>
                <a:spcPct val="90000"/>
              </a:lnSpc>
              <a:defRPr sz="3600" spc="60" baseline="0">
                <a:solidFill>
                  <a:schemeClr val="bg1"/>
                </a:solidFill>
              </a:defRPr>
            </a:lvl1pPr>
          </a:lstStyle>
          <a:p>
            <a:r>
              <a:rPr lang="en-US" noProof="0" dirty="0"/>
              <a:t>CLICK TO EDIT </a:t>
            </a:r>
            <a:br>
              <a:rPr lang="en-US" noProof="0" dirty="0"/>
            </a:br>
            <a:r>
              <a:rPr lang="en-US" noProof="0" dirty="0"/>
              <a:t>MASTER TITLE STYLE</a:t>
            </a:r>
            <a:endParaRPr lang="en-GB" noProof="0" dirty="0"/>
          </a:p>
        </p:txBody>
      </p:sp>
    </p:spTree>
    <p:extLst>
      <p:ext uri="{BB962C8B-B14F-4D97-AF65-F5344CB8AC3E}">
        <p14:creationId xmlns:p14="http://schemas.microsoft.com/office/powerpoint/2010/main" val="1223561464"/>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preserve="1" userDrawn="1">
  <p:cSld name="2_Text Slide - With side bar C1">
    <p:spTree>
      <p:nvGrpSpPr>
        <p:cNvPr id="1" name=""/>
        <p:cNvGrpSpPr/>
        <p:nvPr/>
      </p:nvGrpSpPr>
      <p:grpSpPr>
        <a:xfrm>
          <a:off x="0" y="0"/>
          <a:ext cx="0" cy="0"/>
          <a:chOff x="0" y="0"/>
          <a:chExt cx="0" cy="0"/>
        </a:xfrm>
      </p:grpSpPr>
      <p:sp>
        <p:nvSpPr>
          <p:cNvPr id="6" name="Rectangle 5"/>
          <p:cNvSpPr/>
          <p:nvPr userDrawn="1"/>
        </p:nvSpPr>
        <p:spPr>
          <a:xfrm>
            <a:off x="-1" y="0"/>
            <a:ext cx="4070352" cy="6858000"/>
          </a:xfrm>
          <a:prstGeom prst="rect">
            <a:avLst/>
          </a:prstGeom>
          <a:solidFill>
            <a:srgbClr val="F3622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bg1"/>
              </a:solidFill>
            </a:endParaRPr>
          </a:p>
        </p:txBody>
      </p:sp>
      <p:sp>
        <p:nvSpPr>
          <p:cNvPr id="8" name="Text Placeholder 2"/>
          <p:cNvSpPr>
            <a:spLocks noGrp="1"/>
          </p:cNvSpPr>
          <p:nvPr>
            <p:ph type="body" sz="quarter" idx="10" hasCustomPrompt="1"/>
          </p:nvPr>
        </p:nvSpPr>
        <p:spPr>
          <a:xfrm>
            <a:off x="384784" y="1349984"/>
            <a:ext cx="3443732" cy="2751998"/>
          </a:xfrm>
        </p:spPr>
        <p:txBody>
          <a:bodyPr/>
          <a:lstStyle>
            <a:lvl1pPr marL="0" indent="0">
              <a:lnSpc>
                <a:spcPct val="90000"/>
              </a:lnSpc>
              <a:spcAft>
                <a:spcPts val="0"/>
              </a:spcAft>
              <a:buFont typeface="Arial" panose="020B0604020202020204" pitchFamily="34" charset="0"/>
              <a:buNone/>
              <a:defRPr sz="3600" cap="all" spc="60" baseline="0">
                <a:solidFill>
                  <a:schemeClr val="bg1"/>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slide title to sit here</a:t>
            </a:r>
          </a:p>
        </p:txBody>
      </p:sp>
      <p:sp>
        <p:nvSpPr>
          <p:cNvPr id="9" name="Text Placeholder 4"/>
          <p:cNvSpPr>
            <a:spLocks noGrp="1"/>
          </p:cNvSpPr>
          <p:nvPr>
            <p:ph type="body" sz="quarter" idx="15" hasCustomPrompt="1"/>
          </p:nvPr>
        </p:nvSpPr>
        <p:spPr>
          <a:xfrm>
            <a:off x="5037138" y="1349984"/>
            <a:ext cx="5803900" cy="4094163"/>
          </a:xfrm>
        </p:spPr>
        <p:txBody>
          <a:bodyPr/>
          <a:lstStyle>
            <a:lvl1pPr marL="0" indent="0">
              <a:lnSpc>
                <a:spcPct val="100000"/>
              </a:lnSpc>
              <a:buFont typeface="Arial" panose="020B0604020202020204" pitchFamily="34" charset="0"/>
              <a:buNone/>
              <a:defRPr sz="2000" b="0"/>
            </a:lvl1pPr>
            <a:lvl2pPr marL="180000" indent="-180000">
              <a:buFont typeface="Arial" panose="020B0604020202020204" pitchFamily="34" charset="0"/>
              <a:buChar char="•"/>
              <a:defRPr sz="20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t>
            </a:r>
            <a:r>
              <a:rPr lang="en-US" dirty="0" err="1"/>
              <a:t>sed</a:t>
            </a:r>
            <a:r>
              <a:rPr lang="en-US" dirty="0"/>
              <a:t> </a:t>
            </a:r>
            <a:r>
              <a:rPr lang="en-US" dirty="0" err="1"/>
              <a:t>diam</a:t>
            </a:r>
            <a:r>
              <a:rPr lang="en-US" dirty="0"/>
              <a:t> </a:t>
            </a:r>
            <a:r>
              <a:rPr lang="en-US" dirty="0" err="1"/>
              <a:t>nonummy</a:t>
            </a:r>
            <a:r>
              <a:rPr lang="en-US" dirty="0"/>
              <a:t> </a:t>
            </a:r>
            <a:r>
              <a:rPr lang="en-US" dirty="0" err="1"/>
              <a:t>nibh</a:t>
            </a:r>
            <a:r>
              <a:rPr lang="en-US" dirty="0"/>
              <a:t> </a:t>
            </a:r>
            <a:r>
              <a:rPr lang="en-US" dirty="0" err="1"/>
              <a:t>laoreet</a:t>
            </a:r>
            <a:r>
              <a:rPr lang="en-US" dirty="0"/>
              <a:t> </a:t>
            </a:r>
            <a:r>
              <a:rPr lang="en-US" dirty="0" err="1"/>
              <a:t>dolore</a:t>
            </a:r>
            <a:r>
              <a:rPr lang="en-US" dirty="0"/>
              <a:t> magna.</a:t>
            </a:r>
          </a:p>
          <a:p>
            <a:pPr lvl="1"/>
            <a:r>
              <a:rPr lang="en-US" dirty="0"/>
              <a:t>Second level</a:t>
            </a:r>
          </a:p>
        </p:txBody>
      </p:sp>
      <p:sp>
        <p:nvSpPr>
          <p:cNvPr id="14" name="Rectangle 13"/>
          <p:cNvSpPr/>
          <p:nvPr userDrawn="1"/>
        </p:nvSpPr>
        <p:spPr>
          <a:xfrm>
            <a:off x="0" y="5030515"/>
            <a:ext cx="2361189" cy="132089"/>
          </a:xfrm>
          <a:prstGeom prst="rect">
            <a:avLst/>
          </a:prstGeom>
          <a:solidFill>
            <a:srgbClr val="F8D23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Rectangle 14"/>
          <p:cNvSpPr/>
          <p:nvPr userDrawn="1"/>
        </p:nvSpPr>
        <p:spPr>
          <a:xfrm>
            <a:off x="0" y="5379138"/>
            <a:ext cx="2746241" cy="133200"/>
          </a:xfrm>
          <a:prstGeom prst="rect">
            <a:avLst/>
          </a:prstGeom>
          <a:solidFill>
            <a:srgbClr val="F8D23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7" name="Group 6">
            <a:extLst>
              <a:ext uri="{FF2B5EF4-FFF2-40B4-BE49-F238E27FC236}">
                <a16:creationId xmlns:a16="http://schemas.microsoft.com/office/drawing/2014/main" id="{51C13B23-0164-1C4E-9E7A-3F1ECA7824F7}"/>
              </a:ext>
            </a:extLst>
          </p:cNvPr>
          <p:cNvGrpSpPr/>
          <p:nvPr userDrawn="1"/>
        </p:nvGrpSpPr>
        <p:grpSpPr>
          <a:xfrm>
            <a:off x="2203017" y="4568506"/>
            <a:ext cx="2424152" cy="1401684"/>
            <a:chOff x="7799133" y="1870745"/>
            <a:chExt cx="1010349" cy="584292"/>
          </a:xfrm>
          <a:solidFill>
            <a:srgbClr val="F8D237"/>
          </a:solidFill>
        </p:grpSpPr>
        <p:sp>
          <p:nvSpPr>
            <p:cNvPr id="11" name="Freeform 10">
              <a:extLst>
                <a:ext uri="{FF2B5EF4-FFF2-40B4-BE49-F238E27FC236}">
                  <a16:creationId xmlns:a16="http://schemas.microsoft.com/office/drawing/2014/main" id="{2F450B4C-241D-A544-BBEF-175E01D6A139}"/>
                </a:ext>
              </a:extLst>
            </p:cNvPr>
            <p:cNvSpPr/>
            <p:nvPr/>
          </p:nvSpPr>
          <p:spPr>
            <a:xfrm>
              <a:off x="7799260" y="1870745"/>
              <a:ext cx="749300" cy="247650"/>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49300" h="247650">
                  <a:moveTo>
                    <a:pt x="749871" y="248186"/>
                  </a:moveTo>
                  <a:lnTo>
                    <a:pt x="0" y="248186"/>
                  </a:lnTo>
                  <a:lnTo>
                    <a:pt x="0" y="192497"/>
                  </a:lnTo>
                  <a:lnTo>
                    <a:pt x="603885" y="192497"/>
                  </a:lnTo>
                  <a:cubicBezTo>
                    <a:pt x="546036" y="134140"/>
                    <a:pt x="492760" y="74768"/>
                    <a:pt x="457200" y="219"/>
                  </a:cubicBezTo>
                  <a:cubicBezTo>
                    <a:pt x="477583" y="219"/>
                    <a:pt x="496443" y="854"/>
                    <a:pt x="515239" y="219"/>
                  </a:cubicBezTo>
                  <a:cubicBezTo>
                    <a:pt x="524031" y="-1141"/>
                    <a:pt x="532543" y="3956"/>
                    <a:pt x="535495" y="12347"/>
                  </a:cubicBezTo>
                  <a:cubicBezTo>
                    <a:pt x="553057" y="45816"/>
                    <a:pt x="574730" y="76961"/>
                    <a:pt x="600011" y="105057"/>
                  </a:cubicBezTo>
                  <a:cubicBezTo>
                    <a:pt x="643639" y="155126"/>
                    <a:pt x="691855" y="201004"/>
                    <a:pt x="744030" y="242090"/>
                  </a:cubicBezTo>
                  <a:cubicBezTo>
                    <a:pt x="745808" y="243551"/>
                    <a:pt x="747585" y="245011"/>
                    <a:pt x="749236" y="246535"/>
                  </a:cubicBezTo>
                  <a:cubicBezTo>
                    <a:pt x="749554" y="246599"/>
                    <a:pt x="749554" y="247170"/>
                    <a:pt x="749871" y="248186"/>
                  </a:cubicBezTo>
                  <a:close/>
                </a:path>
              </a:pathLst>
            </a:custGeom>
            <a:grpFill/>
            <a:ln w="6350" cap="flat">
              <a:noFill/>
              <a:prstDash val="solid"/>
              <a:miter/>
            </a:ln>
          </p:spPr>
          <p:txBody>
            <a:bodyPr rtlCol="0" anchor="ctr"/>
            <a:lstStyle/>
            <a:p>
              <a:endParaRPr lang="en-GB"/>
            </a:p>
          </p:txBody>
        </p:sp>
        <p:sp>
          <p:nvSpPr>
            <p:cNvPr id="12" name="Freeform 11">
              <a:extLst>
                <a:ext uri="{FF2B5EF4-FFF2-40B4-BE49-F238E27FC236}">
                  <a16:creationId xmlns:a16="http://schemas.microsoft.com/office/drawing/2014/main" id="{9B9C1B07-7BAD-DD4F-97E1-2FD89B2D1C40}"/>
                </a:ext>
              </a:extLst>
            </p:cNvPr>
            <p:cNvSpPr/>
            <p:nvPr/>
          </p:nvSpPr>
          <p:spPr>
            <a:xfrm>
              <a:off x="7799133" y="2208657"/>
              <a:ext cx="749300" cy="241300"/>
            </a:xfrm>
            <a:custGeom>
              <a:avLst/>
              <a:gdLst>
                <a:gd name="connsiteX0" fmla="*/ 601091 w 749300"/>
                <a:gd name="connsiteY0" fmla="*/ 55689 h 241300"/>
                <a:gd name="connsiteX1" fmla="*/ 0 w 749300"/>
                <a:gd name="connsiteY1" fmla="*/ 55689 h 241300"/>
                <a:gd name="connsiteX2" fmla="*/ 0 w 749300"/>
                <a:gd name="connsiteY2" fmla="*/ 0 h 241300"/>
                <a:gd name="connsiteX3" fmla="*/ 751269 w 749300"/>
                <a:gd name="connsiteY3" fmla="*/ 0 h 241300"/>
                <a:gd name="connsiteX4" fmla="*/ 720598 w 749300"/>
                <a:gd name="connsiteY4" fmla="*/ 25845 h 241300"/>
                <a:gd name="connsiteX5" fmla="*/ 586550 w 749300"/>
                <a:gd name="connsiteY5" fmla="*/ 159893 h 241300"/>
                <a:gd name="connsiteX6" fmla="*/ 531813 w 749300"/>
                <a:gd name="connsiteY6" fmla="*/ 241871 h 241300"/>
                <a:gd name="connsiteX7" fmla="*/ 524701 w 749300"/>
                <a:gd name="connsiteY7" fmla="*/ 246824 h 241300"/>
                <a:gd name="connsiteX8" fmla="*/ 461835 w 749300"/>
                <a:gd name="connsiteY8" fmla="*/ 246824 h 241300"/>
                <a:gd name="connsiteX9" fmla="*/ 458216 w 749300"/>
                <a:gd name="connsiteY9" fmla="*/ 246317 h 241300"/>
                <a:gd name="connsiteX10" fmla="*/ 522478 w 749300"/>
                <a:gd name="connsiteY10" fmla="*/ 144717 h 241300"/>
                <a:gd name="connsiteX11" fmla="*/ 601091 w 749300"/>
                <a:gd name="connsiteY11" fmla="*/ 55689 h 2413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49300" h="241300">
                  <a:moveTo>
                    <a:pt x="601091" y="55689"/>
                  </a:moveTo>
                  <a:lnTo>
                    <a:pt x="0" y="55689"/>
                  </a:lnTo>
                  <a:lnTo>
                    <a:pt x="0" y="0"/>
                  </a:lnTo>
                  <a:lnTo>
                    <a:pt x="751269" y="0"/>
                  </a:lnTo>
                  <a:cubicBezTo>
                    <a:pt x="740220" y="9335"/>
                    <a:pt x="730377" y="17526"/>
                    <a:pt x="720598" y="25845"/>
                  </a:cubicBezTo>
                  <a:cubicBezTo>
                    <a:pt x="672008" y="66441"/>
                    <a:pt x="627146" y="111303"/>
                    <a:pt x="586550" y="159893"/>
                  </a:cubicBezTo>
                  <a:cubicBezTo>
                    <a:pt x="565442" y="185196"/>
                    <a:pt x="547093" y="212678"/>
                    <a:pt x="531813" y="241871"/>
                  </a:cubicBezTo>
                  <a:cubicBezTo>
                    <a:pt x="530328" y="244527"/>
                    <a:pt x="527706" y="246353"/>
                    <a:pt x="524701" y="246824"/>
                  </a:cubicBezTo>
                  <a:cubicBezTo>
                    <a:pt x="503746" y="247205"/>
                    <a:pt x="482791" y="246824"/>
                    <a:pt x="461835" y="246824"/>
                  </a:cubicBezTo>
                  <a:cubicBezTo>
                    <a:pt x="460621" y="246721"/>
                    <a:pt x="459412" y="246551"/>
                    <a:pt x="458216" y="246317"/>
                  </a:cubicBezTo>
                  <a:cubicBezTo>
                    <a:pt x="475005" y="209733"/>
                    <a:pt x="496619" y="175563"/>
                    <a:pt x="522478" y="144717"/>
                  </a:cubicBezTo>
                  <a:cubicBezTo>
                    <a:pt x="547751" y="114554"/>
                    <a:pt x="574802" y="85471"/>
                    <a:pt x="601091" y="55689"/>
                  </a:cubicBezTo>
                  <a:close/>
                </a:path>
              </a:pathLst>
            </a:custGeom>
            <a:grpFill/>
            <a:ln w="6350" cap="flat">
              <a:noFill/>
              <a:prstDash val="solid"/>
              <a:miter/>
            </a:ln>
          </p:spPr>
          <p:txBody>
            <a:bodyPr rtlCol="0" anchor="ctr"/>
            <a:lstStyle/>
            <a:p>
              <a:endParaRPr lang="en-GB"/>
            </a:p>
          </p:txBody>
        </p:sp>
        <p:sp>
          <p:nvSpPr>
            <p:cNvPr id="13" name="Freeform 12">
              <a:extLst>
                <a:ext uri="{FF2B5EF4-FFF2-40B4-BE49-F238E27FC236}">
                  <a16:creationId xmlns:a16="http://schemas.microsoft.com/office/drawing/2014/main" id="{17BA7C41-EA1C-2F4D-90C7-EC472AB85B8A}"/>
                </a:ext>
              </a:extLst>
            </p:cNvPr>
            <p:cNvSpPr/>
            <p:nvPr/>
          </p:nvSpPr>
          <p:spPr>
            <a:xfrm>
              <a:off x="8428482" y="1870837"/>
              <a:ext cx="381000" cy="584200"/>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998918914"/>
      </p:ext>
    </p:extLst>
  </p:cSld>
  <p:clrMapOvr>
    <a:masterClrMapping/>
  </p:clrMapOvr>
  <p:extLst>
    <p:ext uri="{DCECCB84-F9BA-43D5-87BE-67443E8EF086}">
      <p15:sldGuideLst xmlns:p15="http://schemas.microsoft.com/office/powerpoint/2012/main">
        <p15:guide id="1" orient="horz" pos="845">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preserve="1" userDrawn="1">
  <p:cSld name="1_Text Slide A">
    <p:spTree>
      <p:nvGrpSpPr>
        <p:cNvPr id="1" name=""/>
        <p:cNvGrpSpPr/>
        <p:nvPr/>
      </p:nvGrpSpPr>
      <p:grpSpPr>
        <a:xfrm>
          <a:off x="0" y="0"/>
          <a:ext cx="0" cy="0"/>
          <a:chOff x="0" y="0"/>
          <a:chExt cx="0" cy="0"/>
        </a:xfrm>
      </p:grpSpPr>
      <p:grpSp>
        <p:nvGrpSpPr>
          <p:cNvPr id="8" name="Group 7"/>
          <p:cNvGrpSpPr/>
          <p:nvPr userDrawn="1"/>
        </p:nvGrpSpPr>
        <p:grpSpPr>
          <a:xfrm>
            <a:off x="-6058" y="3516217"/>
            <a:ext cx="5797612" cy="2396903"/>
            <a:chOff x="1320045" y="4580698"/>
            <a:chExt cx="3312434" cy="1370734"/>
          </a:xfrm>
          <a:solidFill>
            <a:srgbClr val="F3622C"/>
          </a:solidFill>
        </p:grpSpPr>
        <p:sp>
          <p:nvSpPr>
            <p:cNvPr id="9" name="Rectangle 8"/>
            <p:cNvSpPr/>
            <p:nvPr userDrawn="1"/>
          </p:nvSpPr>
          <p:spPr>
            <a:xfrm>
              <a:off x="1320045" y="5031740"/>
              <a:ext cx="1234104" cy="13320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Rectangle 9"/>
            <p:cNvSpPr/>
            <p:nvPr userDrawn="1"/>
          </p:nvSpPr>
          <p:spPr>
            <a:xfrm>
              <a:off x="1320046" y="5373431"/>
              <a:ext cx="1234104" cy="13320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11" name="Group 10">
              <a:extLst>
                <a:ext uri="{FF2B5EF4-FFF2-40B4-BE49-F238E27FC236}">
                  <a16:creationId xmlns:a16="http://schemas.microsoft.com/office/drawing/2014/main" id="{51C13B23-0164-1C4E-9E7A-3F1ECA7824F7}"/>
                </a:ext>
              </a:extLst>
            </p:cNvPr>
            <p:cNvGrpSpPr/>
            <p:nvPr userDrawn="1"/>
          </p:nvGrpSpPr>
          <p:grpSpPr>
            <a:xfrm>
              <a:off x="2227580" y="4580698"/>
              <a:ext cx="2404899" cy="1370734"/>
              <a:chOff x="7799133" y="1870745"/>
              <a:chExt cx="1010349" cy="584292"/>
            </a:xfrm>
            <a:grpFill/>
          </p:grpSpPr>
          <p:sp>
            <p:nvSpPr>
              <p:cNvPr id="12" name="Freeform 11">
                <a:extLst>
                  <a:ext uri="{FF2B5EF4-FFF2-40B4-BE49-F238E27FC236}">
                    <a16:creationId xmlns:a16="http://schemas.microsoft.com/office/drawing/2014/main" id="{2F450B4C-241D-A544-BBEF-175E01D6A139}"/>
                  </a:ext>
                </a:extLst>
              </p:cNvPr>
              <p:cNvSpPr/>
              <p:nvPr/>
            </p:nvSpPr>
            <p:spPr>
              <a:xfrm>
                <a:off x="7799260" y="1870745"/>
                <a:ext cx="749300" cy="247650"/>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49300" h="247650">
                    <a:moveTo>
                      <a:pt x="749871" y="248186"/>
                    </a:moveTo>
                    <a:lnTo>
                      <a:pt x="0" y="248186"/>
                    </a:lnTo>
                    <a:lnTo>
                      <a:pt x="0" y="192497"/>
                    </a:lnTo>
                    <a:lnTo>
                      <a:pt x="603885" y="192497"/>
                    </a:lnTo>
                    <a:cubicBezTo>
                      <a:pt x="546036" y="134140"/>
                      <a:pt x="492760" y="74768"/>
                      <a:pt x="457200" y="219"/>
                    </a:cubicBezTo>
                    <a:cubicBezTo>
                      <a:pt x="477583" y="219"/>
                      <a:pt x="496443" y="854"/>
                      <a:pt x="515239" y="219"/>
                    </a:cubicBezTo>
                    <a:cubicBezTo>
                      <a:pt x="524031" y="-1141"/>
                      <a:pt x="532543" y="3956"/>
                      <a:pt x="535495" y="12347"/>
                    </a:cubicBezTo>
                    <a:cubicBezTo>
                      <a:pt x="553057" y="45816"/>
                      <a:pt x="574730" y="76961"/>
                      <a:pt x="600011" y="105057"/>
                    </a:cubicBezTo>
                    <a:cubicBezTo>
                      <a:pt x="643639" y="155126"/>
                      <a:pt x="691855" y="201004"/>
                      <a:pt x="744030" y="242090"/>
                    </a:cubicBezTo>
                    <a:cubicBezTo>
                      <a:pt x="745808" y="243551"/>
                      <a:pt x="747585" y="245011"/>
                      <a:pt x="749236" y="246535"/>
                    </a:cubicBezTo>
                    <a:cubicBezTo>
                      <a:pt x="749554" y="246599"/>
                      <a:pt x="749554" y="247170"/>
                      <a:pt x="749871" y="248186"/>
                    </a:cubicBezTo>
                    <a:close/>
                  </a:path>
                </a:pathLst>
              </a:custGeom>
              <a:grpFill/>
              <a:ln w="6350" cap="flat">
                <a:noFill/>
                <a:prstDash val="solid"/>
                <a:miter/>
              </a:ln>
            </p:spPr>
            <p:txBody>
              <a:bodyPr rtlCol="0" anchor="ctr"/>
              <a:lstStyle/>
              <a:p>
                <a:endParaRPr lang="en-GB"/>
              </a:p>
            </p:txBody>
          </p:sp>
          <p:sp>
            <p:nvSpPr>
              <p:cNvPr id="13" name="Freeform 12">
                <a:extLst>
                  <a:ext uri="{FF2B5EF4-FFF2-40B4-BE49-F238E27FC236}">
                    <a16:creationId xmlns:a16="http://schemas.microsoft.com/office/drawing/2014/main" id="{9B9C1B07-7BAD-DD4F-97E1-2FD89B2D1C40}"/>
                  </a:ext>
                </a:extLst>
              </p:cNvPr>
              <p:cNvSpPr/>
              <p:nvPr/>
            </p:nvSpPr>
            <p:spPr>
              <a:xfrm>
                <a:off x="7799133" y="2208657"/>
                <a:ext cx="749300" cy="241300"/>
              </a:xfrm>
              <a:custGeom>
                <a:avLst/>
                <a:gdLst>
                  <a:gd name="connsiteX0" fmla="*/ 601091 w 749300"/>
                  <a:gd name="connsiteY0" fmla="*/ 55689 h 241300"/>
                  <a:gd name="connsiteX1" fmla="*/ 0 w 749300"/>
                  <a:gd name="connsiteY1" fmla="*/ 55689 h 241300"/>
                  <a:gd name="connsiteX2" fmla="*/ 0 w 749300"/>
                  <a:gd name="connsiteY2" fmla="*/ 0 h 241300"/>
                  <a:gd name="connsiteX3" fmla="*/ 751269 w 749300"/>
                  <a:gd name="connsiteY3" fmla="*/ 0 h 241300"/>
                  <a:gd name="connsiteX4" fmla="*/ 720598 w 749300"/>
                  <a:gd name="connsiteY4" fmla="*/ 25845 h 241300"/>
                  <a:gd name="connsiteX5" fmla="*/ 586550 w 749300"/>
                  <a:gd name="connsiteY5" fmla="*/ 159893 h 241300"/>
                  <a:gd name="connsiteX6" fmla="*/ 531813 w 749300"/>
                  <a:gd name="connsiteY6" fmla="*/ 241871 h 241300"/>
                  <a:gd name="connsiteX7" fmla="*/ 524701 w 749300"/>
                  <a:gd name="connsiteY7" fmla="*/ 246824 h 241300"/>
                  <a:gd name="connsiteX8" fmla="*/ 461835 w 749300"/>
                  <a:gd name="connsiteY8" fmla="*/ 246824 h 241300"/>
                  <a:gd name="connsiteX9" fmla="*/ 458216 w 749300"/>
                  <a:gd name="connsiteY9" fmla="*/ 246317 h 241300"/>
                  <a:gd name="connsiteX10" fmla="*/ 522478 w 749300"/>
                  <a:gd name="connsiteY10" fmla="*/ 144717 h 241300"/>
                  <a:gd name="connsiteX11" fmla="*/ 601091 w 749300"/>
                  <a:gd name="connsiteY11" fmla="*/ 55689 h 2413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49300" h="241300">
                    <a:moveTo>
                      <a:pt x="601091" y="55689"/>
                    </a:moveTo>
                    <a:lnTo>
                      <a:pt x="0" y="55689"/>
                    </a:lnTo>
                    <a:lnTo>
                      <a:pt x="0" y="0"/>
                    </a:lnTo>
                    <a:lnTo>
                      <a:pt x="751269" y="0"/>
                    </a:lnTo>
                    <a:cubicBezTo>
                      <a:pt x="740220" y="9335"/>
                      <a:pt x="730377" y="17526"/>
                      <a:pt x="720598" y="25845"/>
                    </a:cubicBezTo>
                    <a:cubicBezTo>
                      <a:pt x="672008" y="66441"/>
                      <a:pt x="627146" y="111303"/>
                      <a:pt x="586550" y="159893"/>
                    </a:cubicBezTo>
                    <a:cubicBezTo>
                      <a:pt x="565442" y="185196"/>
                      <a:pt x="547093" y="212678"/>
                      <a:pt x="531813" y="241871"/>
                    </a:cubicBezTo>
                    <a:cubicBezTo>
                      <a:pt x="530328" y="244527"/>
                      <a:pt x="527706" y="246353"/>
                      <a:pt x="524701" y="246824"/>
                    </a:cubicBezTo>
                    <a:cubicBezTo>
                      <a:pt x="503746" y="247205"/>
                      <a:pt x="482791" y="246824"/>
                      <a:pt x="461835" y="246824"/>
                    </a:cubicBezTo>
                    <a:cubicBezTo>
                      <a:pt x="460621" y="246721"/>
                      <a:pt x="459412" y="246551"/>
                      <a:pt x="458216" y="246317"/>
                    </a:cubicBezTo>
                    <a:cubicBezTo>
                      <a:pt x="475005" y="209733"/>
                      <a:pt x="496619" y="175563"/>
                      <a:pt x="522478" y="144717"/>
                    </a:cubicBezTo>
                    <a:cubicBezTo>
                      <a:pt x="547751" y="114554"/>
                      <a:pt x="574802" y="85471"/>
                      <a:pt x="601091" y="55689"/>
                    </a:cubicBezTo>
                    <a:close/>
                  </a:path>
                </a:pathLst>
              </a:custGeom>
              <a:grpFill/>
              <a:ln w="6350" cap="flat">
                <a:noFill/>
                <a:prstDash val="solid"/>
                <a:miter/>
              </a:ln>
            </p:spPr>
            <p:txBody>
              <a:bodyPr rtlCol="0" anchor="ctr"/>
              <a:lstStyle/>
              <a:p>
                <a:endParaRPr lang="en-GB"/>
              </a:p>
            </p:txBody>
          </p:sp>
          <p:sp>
            <p:nvSpPr>
              <p:cNvPr id="14" name="Freeform 13">
                <a:extLst>
                  <a:ext uri="{FF2B5EF4-FFF2-40B4-BE49-F238E27FC236}">
                    <a16:creationId xmlns:a16="http://schemas.microsoft.com/office/drawing/2014/main" id="{17BA7C41-EA1C-2F4D-90C7-EC472AB85B8A}"/>
                  </a:ext>
                </a:extLst>
              </p:cNvPr>
              <p:cNvSpPr/>
              <p:nvPr/>
            </p:nvSpPr>
            <p:spPr>
              <a:xfrm>
                <a:off x="8428482" y="1870837"/>
                <a:ext cx="381000" cy="584200"/>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grpSp>
      </p:grpSp>
      <p:sp>
        <p:nvSpPr>
          <p:cNvPr id="15" name="Text Placeholder 2"/>
          <p:cNvSpPr>
            <a:spLocks noGrp="1"/>
          </p:cNvSpPr>
          <p:nvPr>
            <p:ph type="body" sz="quarter" idx="10" hasCustomPrompt="1"/>
          </p:nvPr>
        </p:nvSpPr>
        <p:spPr>
          <a:xfrm>
            <a:off x="384784" y="1242034"/>
            <a:ext cx="3694112" cy="2917842"/>
          </a:xfrm>
        </p:spPr>
        <p:txBody>
          <a:bodyPr anchor="b"/>
          <a:lstStyle>
            <a:lvl1pPr marL="0" indent="0">
              <a:lnSpc>
                <a:spcPct val="100000"/>
              </a:lnSpc>
              <a:spcAft>
                <a:spcPts val="0"/>
              </a:spcAft>
              <a:buFont typeface="Arial" panose="020B0604020202020204" pitchFamily="34" charset="0"/>
              <a:buNone/>
              <a:defRPr sz="3600" cap="none" baseline="0">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a:t>
            </a:r>
            <a:br>
              <a:rPr lang="en-US" dirty="0"/>
            </a:br>
            <a:r>
              <a:rPr lang="en-US" dirty="0"/>
              <a:t>edit slide title</a:t>
            </a:r>
          </a:p>
        </p:txBody>
      </p:sp>
      <p:sp>
        <p:nvSpPr>
          <p:cNvPr id="16" name="Text Placeholder 4"/>
          <p:cNvSpPr>
            <a:spLocks noGrp="1"/>
          </p:cNvSpPr>
          <p:nvPr>
            <p:ph type="body" sz="quarter" idx="11" hasCustomPrompt="1"/>
          </p:nvPr>
        </p:nvSpPr>
        <p:spPr>
          <a:xfrm>
            <a:off x="6098146" y="579549"/>
            <a:ext cx="5718225" cy="5899039"/>
          </a:xfrm>
        </p:spPr>
        <p:txBody>
          <a:bodyPr/>
          <a:lstStyle>
            <a:lvl1pPr marL="0" indent="0">
              <a:buFont typeface="Arial" panose="020B0604020202020204" pitchFamily="34" charset="0"/>
              <a:buNone/>
              <a:defRPr sz="2000" b="0"/>
            </a:lvl1pPr>
            <a:lvl2pPr marL="180000" marR="0" indent="-180000" algn="l" defTabSz="914400" rtl="0" eaLnBrk="1" fontAlgn="auto" latinLnBrk="0" hangingPunct="1">
              <a:lnSpc>
                <a:spcPct val="100000"/>
              </a:lnSpc>
              <a:spcBef>
                <a:spcPts val="0"/>
              </a:spcBef>
              <a:spcAft>
                <a:spcPts val="1200"/>
              </a:spcAft>
              <a:buClrTx/>
              <a:buSzPct val="125000"/>
              <a:buFont typeface="Arial" panose="020B0604020202020204" pitchFamily="34" charset="0"/>
              <a:buChar char="•"/>
              <a:tabLst/>
              <a:defRPr sz="2000"/>
            </a:lvl2pPr>
            <a:lvl3pPr marL="180000" indent="-180000">
              <a:buFont typeface="Arial" panose="020B0604020202020204" pitchFamily="34" charset="0"/>
              <a:buChar char="•"/>
              <a:defRPr sz="2000"/>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a:p>
            <a:pPr lvl="1"/>
            <a:r>
              <a:rPr lang="en-US" dirty="0"/>
              <a:t>Second level</a:t>
            </a:r>
          </a:p>
          <a:p>
            <a:pPr lvl="2"/>
            <a:r>
              <a:rPr lang="en-GB" dirty="0"/>
              <a:t>Third level</a:t>
            </a:r>
          </a:p>
          <a:p>
            <a:pPr lvl="2"/>
            <a:r>
              <a:rPr lang="en-GB" dirty="0"/>
              <a:t>Fourth level</a:t>
            </a:r>
          </a:p>
          <a:p>
            <a:pPr lvl="2"/>
            <a:r>
              <a:rPr lang="en-GB" dirty="0"/>
              <a:t>Fifth level</a:t>
            </a:r>
          </a:p>
        </p:txBody>
      </p:sp>
    </p:spTree>
    <p:extLst>
      <p:ext uri="{BB962C8B-B14F-4D97-AF65-F5344CB8AC3E}">
        <p14:creationId xmlns:p14="http://schemas.microsoft.com/office/powerpoint/2010/main" val="1416148498"/>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3_Text and Image (half screen)">
    <p:bg>
      <p:bgPr>
        <a:solidFill>
          <a:schemeClr val="bg1"/>
        </a:solidFill>
        <a:effectLst/>
      </p:bgPr>
    </p:bg>
    <p:spTree>
      <p:nvGrpSpPr>
        <p:cNvPr id="1" name=""/>
        <p:cNvGrpSpPr/>
        <p:nvPr/>
      </p:nvGrpSpPr>
      <p:grpSpPr>
        <a:xfrm>
          <a:off x="0" y="0"/>
          <a:ext cx="0" cy="0"/>
          <a:chOff x="0" y="0"/>
          <a:chExt cx="0" cy="0"/>
        </a:xfrm>
      </p:grpSpPr>
      <p:sp>
        <p:nvSpPr>
          <p:cNvPr id="10" name="Text Placeholder 7"/>
          <p:cNvSpPr>
            <a:spLocks noGrp="1"/>
          </p:cNvSpPr>
          <p:nvPr>
            <p:ph type="body" sz="quarter" idx="11" hasCustomPrompt="1"/>
          </p:nvPr>
        </p:nvSpPr>
        <p:spPr>
          <a:xfrm>
            <a:off x="373063" y="1892635"/>
            <a:ext cx="6143484"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7" name="Picture Placeholder 4">
            <a:extLst>
              <a:ext uri="{FF2B5EF4-FFF2-40B4-BE49-F238E27FC236}">
                <a16:creationId xmlns:a16="http://schemas.microsoft.com/office/drawing/2014/main" id="{749837D3-F6DB-DB49-B987-A2004B0611D5}"/>
              </a:ext>
            </a:extLst>
          </p:cNvPr>
          <p:cNvSpPr>
            <a:spLocks noGrp="1"/>
          </p:cNvSpPr>
          <p:nvPr>
            <p:ph type="pic" sz="quarter" idx="13"/>
          </p:nvPr>
        </p:nvSpPr>
        <p:spPr>
          <a:xfrm>
            <a:off x="6967959" y="0"/>
            <a:ext cx="5224040" cy="6857999"/>
          </a:xfrm>
          <a:prstGeom prst="rect">
            <a:avLst/>
          </a:prstGeom>
        </p:spPr>
        <p:txBody>
          <a:bodyPr/>
          <a:lstStyle>
            <a:lvl1pPr marL="0" indent="0">
              <a:buNone/>
              <a:defRPr/>
            </a:lvl1pPr>
          </a:lstStyle>
          <a:p>
            <a:r>
              <a:rPr lang="en-US" dirty="0"/>
              <a:t>Click icon to add picture</a:t>
            </a:r>
          </a:p>
        </p:txBody>
      </p:sp>
      <p:sp>
        <p:nvSpPr>
          <p:cNvPr id="11" name="Text Placeholder 2"/>
          <p:cNvSpPr>
            <a:spLocks noGrp="1"/>
          </p:cNvSpPr>
          <p:nvPr>
            <p:ph type="body" sz="quarter" idx="12" hasCustomPrompt="1"/>
          </p:nvPr>
        </p:nvSpPr>
        <p:spPr>
          <a:xfrm>
            <a:off x="385650" y="1147572"/>
            <a:ext cx="5123903" cy="520262"/>
          </a:xfrm>
        </p:spPr>
        <p:txBody>
          <a:bodyPr/>
          <a:lstStyle>
            <a:lvl1pPr marL="0" indent="0">
              <a:lnSpc>
                <a:spcPct val="100000"/>
              </a:lnSpc>
              <a:spcAft>
                <a:spcPts val="0"/>
              </a:spcAft>
              <a:buFont typeface="Arial" panose="020B0604020202020204" pitchFamily="34" charset="0"/>
              <a:buNone/>
              <a:defRPr sz="3600" cap="none" baseline="0">
                <a:solidFill>
                  <a:srgbClr val="004050"/>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edit slide title</a:t>
            </a:r>
          </a:p>
        </p:txBody>
      </p:sp>
      <p:sp>
        <p:nvSpPr>
          <p:cNvPr id="5"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16" name="Freeform 15">
            <a:extLst>
              <a:ext uri="{FF2B5EF4-FFF2-40B4-BE49-F238E27FC236}">
                <a16:creationId xmlns:a16="http://schemas.microsoft.com/office/drawing/2014/main" id="{D44E23D4-CD16-B448-8F0A-11F5CE4FAB4C}"/>
              </a:ext>
            </a:extLst>
          </p:cNvPr>
          <p:cNvSpPr/>
          <p:nvPr userDrawn="1"/>
        </p:nvSpPr>
        <p:spPr>
          <a:xfrm>
            <a:off x="3229535" y="4488657"/>
            <a:ext cx="3729957" cy="2369343"/>
          </a:xfrm>
          <a:custGeom>
            <a:avLst/>
            <a:gdLst>
              <a:gd name="connsiteX0" fmla="*/ 117151 w 1009650"/>
              <a:gd name="connsiteY0" fmla="*/ 24275 h 641350"/>
              <a:gd name="connsiteX1" fmla="*/ 692 w 1009650"/>
              <a:gd name="connsiteY1" fmla="*/ 235603 h 641350"/>
              <a:gd name="connsiteX2" fmla="*/ 208781 w 1009650"/>
              <a:gd name="connsiteY2" fmla="*/ 429659 h 641350"/>
              <a:gd name="connsiteX3" fmla="*/ 350450 w 1009650"/>
              <a:gd name="connsiteY3" fmla="*/ 429659 h 641350"/>
              <a:gd name="connsiteX4" fmla="*/ 350450 w 1009650"/>
              <a:gd name="connsiteY4" fmla="*/ 641432 h 641350"/>
              <a:gd name="connsiteX5" fmla="*/ 428301 w 1009650"/>
              <a:gd name="connsiteY5" fmla="*/ 641432 h 641350"/>
              <a:gd name="connsiteX6" fmla="*/ 428301 w 1009650"/>
              <a:gd name="connsiteY6" fmla="*/ 430358 h 641350"/>
              <a:gd name="connsiteX7" fmla="*/ 777551 w 1009650"/>
              <a:gd name="connsiteY7" fmla="*/ 430358 h 641350"/>
              <a:gd name="connsiteX8" fmla="*/ 652519 w 1009650"/>
              <a:gd name="connsiteY8" fmla="*/ 640352 h 641350"/>
              <a:gd name="connsiteX9" fmla="*/ 698747 w 1009650"/>
              <a:gd name="connsiteY9" fmla="*/ 640352 h 641350"/>
              <a:gd name="connsiteX10" fmla="*/ 713225 w 1009650"/>
              <a:gd name="connsiteY10" fmla="*/ 633050 h 641350"/>
              <a:gd name="connsiteX11" fmla="*/ 864800 w 1009650"/>
              <a:gd name="connsiteY11" fmla="*/ 484206 h 641350"/>
              <a:gd name="connsiteX12" fmla="*/ 1004881 w 1009650"/>
              <a:gd name="connsiteY12" fmla="*/ 412641 h 641350"/>
              <a:gd name="connsiteX13" fmla="*/ 1011231 w 1009650"/>
              <a:gd name="connsiteY13" fmla="*/ 402608 h 641350"/>
              <a:gd name="connsiteX14" fmla="*/ 1011231 w 1009650"/>
              <a:gd name="connsiteY14" fmla="*/ 379685 h 641350"/>
              <a:gd name="connsiteX15" fmla="*/ 1003547 w 1009650"/>
              <a:gd name="connsiteY15" fmla="*/ 368826 h 641350"/>
              <a:gd name="connsiteX16" fmla="*/ 710241 w 1009650"/>
              <a:gd name="connsiteY16" fmla="*/ 145624 h 641350"/>
              <a:gd name="connsiteX17" fmla="*/ 705224 w 1009650"/>
              <a:gd name="connsiteY17" fmla="*/ 141687 h 641350"/>
              <a:gd name="connsiteX18" fmla="*/ 652138 w 1009650"/>
              <a:gd name="connsiteY18" fmla="*/ 141687 h 641350"/>
              <a:gd name="connsiteX19" fmla="*/ 777487 w 1009650"/>
              <a:gd name="connsiteY19" fmla="*/ 353078 h 641350"/>
              <a:gd name="connsiteX20" fmla="*/ 428237 w 1009650"/>
              <a:gd name="connsiteY20" fmla="*/ 353078 h 641350"/>
              <a:gd name="connsiteX21" fmla="*/ 428237 w 1009650"/>
              <a:gd name="connsiteY21" fmla="*/ 344887 h 641350"/>
              <a:gd name="connsiteX22" fmla="*/ 428237 w 1009650"/>
              <a:gd name="connsiteY22" fmla="*/ 210013 h 641350"/>
              <a:gd name="connsiteX23" fmla="*/ 422776 w 1009650"/>
              <a:gd name="connsiteY23" fmla="*/ 165563 h 641350"/>
              <a:gd name="connsiteX24" fmla="*/ 278060 w 1009650"/>
              <a:gd name="connsiteY24" fmla="*/ 11385 h 641350"/>
              <a:gd name="connsiteX25" fmla="*/ 117151 w 1009650"/>
              <a:gd name="connsiteY25" fmla="*/ 24275 h 641350"/>
              <a:gd name="connsiteX26" fmla="*/ 331654 w 1009650"/>
              <a:gd name="connsiteY26" fmla="*/ 145370 h 641350"/>
              <a:gd name="connsiteX27" fmla="*/ 350704 w 1009650"/>
              <a:gd name="connsiteY27" fmla="*/ 216045 h 641350"/>
              <a:gd name="connsiteX28" fmla="*/ 350704 w 1009650"/>
              <a:gd name="connsiteY28" fmla="*/ 343045 h 641350"/>
              <a:gd name="connsiteX29" fmla="*/ 350704 w 1009650"/>
              <a:gd name="connsiteY29" fmla="*/ 352634 h 641350"/>
              <a:gd name="connsiteX30" fmla="*/ 346513 w 1009650"/>
              <a:gd name="connsiteY30" fmla="*/ 353142 h 641350"/>
              <a:gd name="connsiteX31" fmla="*/ 208591 w 1009650"/>
              <a:gd name="connsiteY31" fmla="*/ 352697 h 641350"/>
              <a:gd name="connsiteX32" fmla="*/ 104069 w 1009650"/>
              <a:gd name="connsiteY32" fmla="*/ 297579 h 641350"/>
              <a:gd name="connsiteX33" fmla="*/ 190493 w 1009650"/>
              <a:gd name="connsiteY33" fmla="*/ 79457 h 641350"/>
              <a:gd name="connsiteX34" fmla="*/ 331654 w 1009650"/>
              <a:gd name="connsiteY34" fmla="*/ 145370 h 641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009650" h="641350">
                <a:moveTo>
                  <a:pt x="117151" y="24275"/>
                </a:moveTo>
                <a:cubicBezTo>
                  <a:pt x="34918" y="69741"/>
                  <a:pt x="-5912" y="140163"/>
                  <a:pt x="692" y="235603"/>
                </a:cubicBezTo>
                <a:cubicBezTo>
                  <a:pt x="7994" y="341013"/>
                  <a:pt x="103117" y="429659"/>
                  <a:pt x="208781" y="429659"/>
                </a:cubicBezTo>
                <a:lnTo>
                  <a:pt x="350450" y="429659"/>
                </a:lnTo>
                <a:lnTo>
                  <a:pt x="350450" y="641432"/>
                </a:lnTo>
                <a:lnTo>
                  <a:pt x="428301" y="641432"/>
                </a:lnTo>
                <a:lnTo>
                  <a:pt x="428301" y="430358"/>
                </a:lnTo>
                <a:lnTo>
                  <a:pt x="777551" y="430358"/>
                </a:lnTo>
                <a:cubicBezTo>
                  <a:pt x="722305" y="492842"/>
                  <a:pt x="679379" y="561231"/>
                  <a:pt x="652519" y="640352"/>
                </a:cubicBezTo>
                <a:cubicBezTo>
                  <a:pt x="668712" y="640352"/>
                  <a:pt x="683761" y="640352"/>
                  <a:pt x="698747" y="640352"/>
                </a:cubicBezTo>
                <a:cubicBezTo>
                  <a:pt x="704581" y="640933"/>
                  <a:pt x="710224" y="638086"/>
                  <a:pt x="713225" y="633050"/>
                </a:cubicBezTo>
                <a:cubicBezTo>
                  <a:pt x="754165" y="574534"/>
                  <a:pt x="805550" y="524075"/>
                  <a:pt x="864800" y="484206"/>
                </a:cubicBezTo>
                <a:cubicBezTo>
                  <a:pt x="908435" y="454786"/>
                  <a:pt x="955471" y="430757"/>
                  <a:pt x="1004881" y="412641"/>
                </a:cubicBezTo>
                <a:cubicBezTo>
                  <a:pt x="1009346" y="411541"/>
                  <a:pt x="1012148" y="407114"/>
                  <a:pt x="1011231" y="402608"/>
                </a:cubicBezTo>
                <a:cubicBezTo>
                  <a:pt x="1010723" y="394975"/>
                  <a:pt x="1010723" y="387317"/>
                  <a:pt x="1011231" y="379685"/>
                </a:cubicBezTo>
                <a:cubicBezTo>
                  <a:pt x="1011802" y="373335"/>
                  <a:pt x="1009135" y="370922"/>
                  <a:pt x="1003547" y="368826"/>
                </a:cubicBezTo>
                <a:cubicBezTo>
                  <a:pt x="883532" y="323741"/>
                  <a:pt x="784154" y="251351"/>
                  <a:pt x="710241" y="145624"/>
                </a:cubicBezTo>
                <a:cubicBezTo>
                  <a:pt x="709034" y="143909"/>
                  <a:pt x="706939" y="141750"/>
                  <a:pt x="705224" y="141687"/>
                </a:cubicBezTo>
                <a:cubicBezTo>
                  <a:pt x="687889" y="141687"/>
                  <a:pt x="670616" y="141687"/>
                  <a:pt x="652138" y="141687"/>
                </a:cubicBezTo>
                <a:cubicBezTo>
                  <a:pt x="678808" y="221506"/>
                  <a:pt x="721988" y="290213"/>
                  <a:pt x="777487" y="353078"/>
                </a:cubicBezTo>
                <a:lnTo>
                  <a:pt x="428237" y="353078"/>
                </a:lnTo>
                <a:lnTo>
                  <a:pt x="428237" y="344887"/>
                </a:lnTo>
                <a:cubicBezTo>
                  <a:pt x="428237" y="299929"/>
                  <a:pt x="428681" y="254971"/>
                  <a:pt x="428237" y="210013"/>
                </a:cubicBezTo>
                <a:cubicBezTo>
                  <a:pt x="428159" y="195034"/>
                  <a:pt x="426326" y="180115"/>
                  <a:pt x="422776" y="165563"/>
                </a:cubicBezTo>
                <a:cubicBezTo>
                  <a:pt x="402392" y="88283"/>
                  <a:pt x="353498" y="36150"/>
                  <a:pt x="278060" y="11385"/>
                </a:cubicBezTo>
                <a:cubicBezTo>
                  <a:pt x="223323" y="-6776"/>
                  <a:pt x="167760" y="-3728"/>
                  <a:pt x="117151" y="24275"/>
                </a:cubicBezTo>
                <a:close/>
                <a:moveTo>
                  <a:pt x="331654" y="145370"/>
                </a:moveTo>
                <a:cubicBezTo>
                  <a:pt x="344472" y="166690"/>
                  <a:pt x="351071" y="191171"/>
                  <a:pt x="350704" y="216045"/>
                </a:cubicBezTo>
                <a:cubicBezTo>
                  <a:pt x="350704" y="258463"/>
                  <a:pt x="350704" y="300818"/>
                  <a:pt x="350704" y="343045"/>
                </a:cubicBezTo>
                <a:lnTo>
                  <a:pt x="350704" y="352634"/>
                </a:lnTo>
                <a:cubicBezTo>
                  <a:pt x="349319" y="352892"/>
                  <a:pt x="347920" y="353061"/>
                  <a:pt x="346513" y="353142"/>
                </a:cubicBezTo>
                <a:cubicBezTo>
                  <a:pt x="300539" y="353142"/>
                  <a:pt x="254564" y="353142"/>
                  <a:pt x="208591" y="352697"/>
                </a:cubicBezTo>
                <a:cubicBezTo>
                  <a:pt x="164649" y="352062"/>
                  <a:pt x="129724" y="332123"/>
                  <a:pt x="104069" y="297579"/>
                </a:cubicBezTo>
                <a:cubicBezTo>
                  <a:pt x="38347" y="209187"/>
                  <a:pt x="96132" y="97173"/>
                  <a:pt x="190493" y="79457"/>
                </a:cubicBezTo>
                <a:cubicBezTo>
                  <a:pt x="246651" y="70112"/>
                  <a:pt x="302766" y="96313"/>
                  <a:pt x="331654" y="145370"/>
                </a:cubicBezTo>
                <a:close/>
              </a:path>
            </a:pathLst>
          </a:custGeom>
          <a:solidFill>
            <a:srgbClr val="F1612C"/>
          </a:solidFill>
          <a:ln w="6350" cap="flat">
            <a:noFill/>
            <a:prstDash val="solid"/>
            <a:miter/>
          </a:ln>
        </p:spPr>
        <p:txBody>
          <a:bodyPr rtlCol="0" anchor="ctr"/>
          <a:lstStyle/>
          <a:p>
            <a:endParaRPr lang="en-GB"/>
          </a:p>
        </p:txBody>
      </p:sp>
      <p:sp>
        <p:nvSpPr>
          <p:cNvPr id="8" name="Rectangle 7"/>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100865721"/>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preserve="1" userDrawn="1">
  <p:cSld name="2_Activity 1">
    <p:bg>
      <p:bgPr>
        <a:solidFill>
          <a:srgbClr val="F3622C"/>
        </a:solidFill>
        <a:effectLst/>
      </p:bgPr>
    </p:bg>
    <p:spTree>
      <p:nvGrpSpPr>
        <p:cNvPr id="1" name=""/>
        <p:cNvGrpSpPr/>
        <p:nvPr/>
      </p:nvGrpSpPr>
      <p:grpSpPr>
        <a:xfrm>
          <a:off x="0" y="0"/>
          <a:ext cx="0" cy="0"/>
          <a:chOff x="0" y="0"/>
          <a:chExt cx="0" cy="0"/>
        </a:xfrm>
      </p:grpSpPr>
      <p:sp>
        <p:nvSpPr>
          <p:cNvPr id="10" name="Freeform 9">
            <a:extLst>
              <a:ext uri="{FF2B5EF4-FFF2-40B4-BE49-F238E27FC236}">
                <a16:creationId xmlns:a16="http://schemas.microsoft.com/office/drawing/2014/main" id="{56887D20-DCD6-8E49-BF31-8F4C2FCCD421}"/>
              </a:ext>
            </a:extLst>
          </p:cNvPr>
          <p:cNvSpPr/>
          <p:nvPr userDrawn="1"/>
        </p:nvSpPr>
        <p:spPr>
          <a:xfrm>
            <a:off x="487005" y="518307"/>
            <a:ext cx="3525956" cy="4061544"/>
          </a:xfrm>
          <a:custGeom>
            <a:avLst/>
            <a:gdLst>
              <a:gd name="connsiteX0" fmla="*/ 1008895 w 1003300"/>
              <a:gd name="connsiteY0" fmla="*/ 731076 h 1155700"/>
              <a:gd name="connsiteX1" fmla="*/ 581921 w 1003300"/>
              <a:gd name="connsiteY1" fmla="*/ 1157986 h 1155700"/>
              <a:gd name="connsiteX2" fmla="*/ 581921 w 1003300"/>
              <a:gd name="connsiteY2" fmla="*/ 932371 h 1155700"/>
              <a:gd name="connsiteX3" fmla="*/ 565728 w 1003300"/>
              <a:gd name="connsiteY3" fmla="*/ 932371 h 1155700"/>
              <a:gd name="connsiteX4" fmla="*/ 485337 w 1003300"/>
              <a:gd name="connsiteY4" fmla="*/ 923163 h 1155700"/>
              <a:gd name="connsiteX5" fmla="*/ 405454 w 1003300"/>
              <a:gd name="connsiteY5" fmla="*/ 877824 h 1155700"/>
              <a:gd name="connsiteX6" fmla="*/ 306585 w 1003300"/>
              <a:gd name="connsiteY6" fmla="*/ 784035 h 1155700"/>
              <a:gd name="connsiteX7" fmla="*/ 114497 w 1003300"/>
              <a:gd name="connsiteY7" fmla="*/ 591312 h 1155700"/>
              <a:gd name="connsiteX8" fmla="*/ 29534 w 1003300"/>
              <a:gd name="connsiteY8" fmla="*/ 484251 h 1155700"/>
              <a:gd name="connsiteX9" fmla="*/ 7500 w 1003300"/>
              <a:gd name="connsiteY9" fmla="*/ 408051 h 1155700"/>
              <a:gd name="connsiteX10" fmla="*/ 452 w 1003300"/>
              <a:gd name="connsiteY10" fmla="*/ 282766 h 1155700"/>
              <a:gd name="connsiteX11" fmla="*/ 452 w 1003300"/>
              <a:gd name="connsiteY11" fmla="*/ 10668 h 1155700"/>
              <a:gd name="connsiteX12" fmla="*/ 452 w 1003300"/>
              <a:gd name="connsiteY12" fmla="*/ 1333 h 1155700"/>
              <a:gd name="connsiteX13" fmla="*/ 201937 w 1003300"/>
              <a:gd name="connsiteY13" fmla="*/ 203200 h 1155700"/>
              <a:gd name="connsiteX14" fmla="*/ 405137 w 1003300"/>
              <a:gd name="connsiteY14" fmla="*/ 0 h 1155700"/>
              <a:gd name="connsiteX15" fmla="*/ 405137 w 1003300"/>
              <a:gd name="connsiteY15" fmla="*/ 527876 h 1155700"/>
              <a:gd name="connsiteX16" fmla="*/ 573221 w 1003300"/>
              <a:gd name="connsiteY16" fmla="*/ 527876 h 1155700"/>
              <a:gd name="connsiteX17" fmla="*/ 581984 w 1003300"/>
              <a:gd name="connsiteY17" fmla="*/ 518732 h 1155700"/>
              <a:gd name="connsiteX18" fmla="*/ 581984 w 1003300"/>
              <a:gd name="connsiteY18" fmla="*/ 303975 h 1155700"/>
              <a:gd name="connsiteX19" fmla="*/ 1008895 w 1003300"/>
              <a:gd name="connsiteY19" fmla="*/ 731076 h 1155700"/>
              <a:gd name="connsiteX20" fmla="*/ 649929 w 1003300"/>
              <a:gd name="connsiteY20" fmla="*/ 864426 h 1155700"/>
              <a:gd name="connsiteX21" fmla="*/ 649929 w 1003300"/>
              <a:gd name="connsiteY21" fmla="*/ 991807 h 1155700"/>
              <a:gd name="connsiteX22" fmla="*/ 911359 w 1003300"/>
              <a:gd name="connsiteY22" fmla="*/ 730568 h 1155700"/>
              <a:gd name="connsiteX23" fmla="*/ 649231 w 1003300"/>
              <a:gd name="connsiteY23" fmla="*/ 468376 h 1155700"/>
              <a:gd name="connsiteX24" fmla="*/ 649231 w 1003300"/>
              <a:gd name="connsiteY24" fmla="*/ 595693 h 1155700"/>
              <a:gd name="connsiteX25" fmla="*/ 216732 w 1003300"/>
              <a:gd name="connsiteY25" fmla="*/ 595693 h 1155700"/>
              <a:gd name="connsiteX26" fmla="*/ 221558 w 1003300"/>
              <a:gd name="connsiteY26" fmla="*/ 601091 h 1155700"/>
              <a:gd name="connsiteX27" fmla="*/ 427870 w 1003300"/>
              <a:gd name="connsiteY27" fmla="*/ 807720 h 1155700"/>
              <a:gd name="connsiteX28" fmla="*/ 542170 w 1003300"/>
              <a:gd name="connsiteY28" fmla="*/ 862457 h 1155700"/>
              <a:gd name="connsiteX29" fmla="*/ 624720 w 1003300"/>
              <a:gd name="connsiteY29" fmla="*/ 864426 h 1155700"/>
              <a:gd name="connsiteX30" fmla="*/ 649929 w 1003300"/>
              <a:gd name="connsiteY30" fmla="*/ 864426 h 1155700"/>
              <a:gd name="connsiteX31" fmla="*/ 68523 w 1003300"/>
              <a:gd name="connsiteY31" fmla="*/ 162941 h 1155700"/>
              <a:gd name="connsiteX32" fmla="*/ 68142 w 1003300"/>
              <a:gd name="connsiteY32" fmla="*/ 168275 h 1155700"/>
              <a:gd name="connsiteX33" fmla="*/ 68460 w 1003300"/>
              <a:gd name="connsiteY33" fmla="*/ 339725 h 1155700"/>
              <a:gd name="connsiteX34" fmla="*/ 75318 w 1003300"/>
              <a:gd name="connsiteY34" fmla="*/ 411162 h 1155700"/>
              <a:gd name="connsiteX35" fmla="*/ 127325 w 1003300"/>
              <a:gd name="connsiteY35" fmla="*/ 494665 h 1155700"/>
              <a:gd name="connsiteX36" fmla="*/ 203207 w 1003300"/>
              <a:gd name="connsiteY36" fmla="*/ 521780 h 1155700"/>
              <a:gd name="connsiteX37" fmla="*/ 333889 w 1003300"/>
              <a:gd name="connsiteY37" fmla="*/ 527558 h 1155700"/>
              <a:gd name="connsiteX38" fmla="*/ 336937 w 1003300"/>
              <a:gd name="connsiteY38" fmla="*/ 526732 h 1155700"/>
              <a:gd name="connsiteX39" fmla="*/ 336938 w 1003300"/>
              <a:gd name="connsiteY39" fmla="*/ 162243 h 1155700"/>
              <a:gd name="connsiteX40" fmla="*/ 202508 w 1003300"/>
              <a:gd name="connsiteY40" fmla="*/ 295021 h 1155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1003300" h="1155700">
                <a:moveTo>
                  <a:pt x="1008895" y="731076"/>
                </a:moveTo>
                <a:lnTo>
                  <a:pt x="581921" y="1157986"/>
                </a:lnTo>
                <a:lnTo>
                  <a:pt x="581921" y="932371"/>
                </a:lnTo>
                <a:lnTo>
                  <a:pt x="565728" y="932371"/>
                </a:lnTo>
                <a:cubicBezTo>
                  <a:pt x="538636" y="932998"/>
                  <a:pt x="511586" y="929900"/>
                  <a:pt x="485337" y="923163"/>
                </a:cubicBezTo>
                <a:cubicBezTo>
                  <a:pt x="455495" y="914588"/>
                  <a:pt x="428116" y="899048"/>
                  <a:pt x="405454" y="877824"/>
                </a:cubicBezTo>
                <a:cubicBezTo>
                  <a:pt x="371736" y="847407"/>
                  <a:pt x="338843" y="815975"/>
                  <a:pt x="306585" y="784035"/>
                </a:cubicBezTo>
                <a:cubicBezTo>
                  <a:pt x="242111" y="720238"/>
                  <a:pt x="178082" y="655997"/>
                  <a:pt x="114497" y="591312"/>
                </a:cubicBezTo>
                <a:cubicBezTo>
                  <a:pt x="82430" y="558737"/>
                  <a:pt x="52140" y="524510"/>
                  <a:pt x="29534" y="484251"/>
                </a:cubicBezTo>
                <a:cubicBezTo>
                  <a:pt x="16810" y="460725"/>
                  <a:pt x="9295" y="434737"/>
                  <a:pt x="7500" y="408051"/>
                </a:cubicBezTo>
                <a:cubicBezTo>
                  <a:pt x="3944" y="366395"/>
                  <a:pt x="1150" y="324548"/>
                  <a:pt x="452" y="282766"/>
                </a:cubicBezTo>
                <a:cubicBezTo>
                  <a:pt x="-565" y="192087"/>
                  <a:pt x="452" y="101346"/>
                  <a:pt x="452" y="10668"/>
                </a:cubicBezTo>
                <a:lnTo>
                  <a:pt x="452" y="1333"/>
                </a:lnTo>
                <a:cubicBezTo>
                  <a:pt x="67952" y="68961"/>
                  <a:pt x="134817" y="135890"/>
                  <a:pt x="201937" y="203200"/>
                </a:cubicBezTo>
                <a:lnTo>
                  <a:pt x="405137" y="0"/>
                </a:lnTo>
                <a:lnTo>
                  <a:pt x="405137" y="527876"/>
                </a:lnTo>
                <a:cubicBezTo>
                  <a:pt x="408185" y="527876"/>
                  <a:pt x="519818" y="527876"/>
                  <a:pt x="573221" y="527876"/>
                </a:cubicBezTo>
                <a:cubicBezTo>
                  <a:pt x="580524" y="527876"/>
                  <a:pt x="581984" y="525463"/>
                  <a:pt x="581984" y="518732"/>
                </a:cubicBezTo>
                <a:cubicBezTo>
                  <a:pt x="581984" y="449516"/>
                  <a:pt x="581984" y="305435"/>
                  <a:pt x="581984" y="303975"/>
                </a:cubicBezTo>
                <a:cubicBezTo>
                  <a:pt x="580778" y="304292"/>
                  <a:pt x="1010038" y="732028"/>
                  <a:pt x="1008895" y="731076"/>
                </a:cubicBezTo>
                <a:close/>
                <a:moveTo>
                  <a:pt x="649929" y="864426"/>
                </a:moveTo>
                <a:lnTo>
                  <a:pt x="649929" y="991807"/>
                </a:lnTo>
                <a:cubicBezTo>
                  <a:pt x="737601" y="904092"/>
                  <a:pt x="824745" y="817012"/>
                  <a:pt x="911359" y="730568"/>
                </a:cubicBezTo>
                <a:lnTo>
                  <a:pt x="649231" y="468376"/>
                </a:lnTo>
                <a:lnTo>
                  <a:pt x="649231" y="595693"/>
                </a:lnTo>
                <a:lnTo>
                  <a:pt x="216732" y="595693"/>
                </a:lnTo>
                <a:cubicBezTo>
                  <a:pt x="218955" y="598170"/>
                  <a:pt x="220162" y="599757"/>
                  <a:pt x="221558" y="601091"/>
                </a:cubicBezTo>
                <a:cubicBezTo>
                  <a:pt x="290265" y="669967"/>
                  <a:pt x="359036" y="738844"/>
                  <a:pt x="427870" y="807720"/>
                </a:cubicBezTo>
                <a:cubicBezTo>
                  <a:pt x="459620" y="839470"/>
                  <a:pt x="496894" y="859473"/>
                  <a:pt x="542170" y="862457"/>
                </a:cubicBezTo>
                <a:cubicBezTo>
                  <a:pt x="569665" y="864235"/>
                  <a:pt x="597288" y="863854"/>
                  <a:pt x="624720" y="864426"/>
                </a:cubicBezTo>
                <a:cubicBezTo>
                  <a:pt x="632721" y="864553"/>
                  <a:pt x="640404" y="864426"/>
                  <a:pt x="649929" y="864426"/>
                </a:cubicBezTo>
                <a:close/>
                <a:moveTo>
                  <a:pt x="68523" y="162941"/>
                </a:moveTo>
                <a:cubicBezTo>
                  <a:pt x="68523" y="164402"/>
                  <a:pt x="68142" y="166370"/>
                  <a:pt x="68142" y="168275"/>
                </a:cubicBezTo>
                <a:cubicBezTo>
                  <a:pt x="68142" y="225425"/>
                  <a:pt x="67507" y="282575"/>
                  <a:pt x="68460" y="339725"/>
                </a:cubicBezTo>
                <a:cubicBezTo>
                  <a:pt x="68770" y="363686"/>
                  <a:pt x="71064" y="387580"/>
                  <a:pt x="75318" y="411162"/>
                </a:cubicBezTo>
                <a:cubicBezTo>
                  <a:pt x="81668" y="445326"/>
                  <a:pt x="97289" y="474662"/>
                  <a:pt x="127325" y="494665"/>
                </a:cubicBezTo>
                <a:cubicBezTo>
                  <a:pt x="150463" y="508873"/>
                  <a:pt x="176305" y="518107"/>
                  <a:pt x="203207" y="521780"/>
                </a:cubicBezTo>
                <a:cubicBezTo>
                  <a:pt x="246514" y="529273"/>
                  <a:pt x="290265" y="527621"/>
                  <a:pt x="333889" y="527558"/>
                </a:cubicBezTo>
                <a:cubicBezTo>
                  <a:pt x="334936" y="527411"/>
                  <a:pt x="335960" y="527133"/>
                  <a:pt x="336937" y="526732"/>
                </a:cubicBezTo>
                <a:lnTo>
                  <a:pt x="336938" y="162243"/>
                </a:lnTo>
                <a:lnTo>
                  <a:pt x="202508" y="295021"/>
                </a:lnTo>
                <a:close/>
              </a:path>
            </a:pathLst>
          </a:custGeom>
          <a:solidFill>
            <a:schemeClr val="accent1"/>
          </a:solidFill>
          <a:ln w="6350" cap="flat">
            <a:noFill/>
            <a:prstDash val="solid"/>
            <a:miter/>
          </a:ln>
        </p:spPr>
        <p:txBody>
          <a:bodyPr rtlCol="0" anchor="ctr"/>
          <a:lstStyle/>
          <a:p>
            <a:endParaRPr lang="en-GB">
              <a:solidFill>
                <a:schemeClr val="bg1"/>
              </a:solidFill>
            </a:endParaRPr>
          </a:p>
        </p:txBody>
      </p:sp>
      <p:sp>
        <p:nvSpPr>
          <p:cNvPr id="5"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4327302" y="344971"/>
            <a:ext cx="7475232" cy="2858874"/>
          </a:xfrm>
        </p:spPr>
        <p:txBody>
          <a:bodyPr anchor="b" anchorCtr="0">
            <a:noAutofit/>
          </a:bodyPr>
          <a:lstStyle>
            <a:lvl1pPr algn="l">
              <a:lnSpc>
                <a:spcPct val="100000"/>
              </a:lnSpc>
              <a:defRPr sz="3600" baseline="0">
                <a:solidFill>
                  <a:srgbClr val="004050"/>
                </a:solidFill>
              </a:defRPr>
            </a:lvl1pPr>
          </a:lstStyle>
          <a:p>
            <a:br>
              <a:rPr lang="en-US" noProof="0" dirty="0"/>
            </a:br>
            <a:br>
              <a:rPr lang="en-US" noProof="0" dirty="0"/>
            </a:br>
            <a:r>
              <a:rPr lang="en-US" noProof="0" dirty="0"/>
              <a:t>ACTIVITY: </a:t>
            </a:r>
            <a:br>
              <a:rPr lang="en-US" noProof="0" dirty="0"/>
            </a:br>
            <a:r>
              <a:rPr lang="en-US" noProof="0" dirty="0"/>
              <a:t>CLICK TO EDIT TITLE</a:t>
            </a:r>
            <a:endParaRPr lang="en-GB" noProof="0" dirty="0"/>
          </a:p>
        </p:txBody>
      </p:sp>
      <p:sp>
        <p:nvSpPr>
          <p:cNvPr id="6" name="Text Placeholder 3"/>
          <p:cNvSpPr>
            <a:spLocks noGrp="1"/>
          </p:cNvSpPr>
          <p:nvPr>
            <p:ph type="body" sz="quarter" idx="10" hasCustomPrompt="1"/>
          </p:nvPr>
        </p:nvSpPr>
        <p:spPr>
          <a:xfrm>
            <a:off x="4327303" y="3525004"/>
            <a:ext cx="7475230" cy="2791976"/>
          </a:xfrm>
        </p:spPr>
        <p:txBody>
          <a:bodyPr/>
          <a:lstStyle>
            <a:lvl1pPr>
              <a:lnSpc>
                <a:spcPct val="100000"/>
              </a:lnSpc>
              <a:defRPr b="0" baseline="0"/>
            </a:lvl1pPr>
          </a:lstStyle>
          <a:p>
            <a:pPr lvl="0"/>
            <a:r>
              <a:rPr lang="en-US" dirty="0"/>
              <a:t>Click to edit instructions</a:t>
            </a:r>
          </a:p>
        </p:txBody>
      </p:sp>
    </p:spTree>
    <p:extLst>
      <p:ext uri="{BB962C8B-B14F-4D97-AF65-F5344CB8AC3E}">
        <p14:creationId xmlns:p14="http://schemas.microsoft.com/office/powerpoint/2010/main" val="1937711222"/>
      </p:ext>
    </p:extLst>
  </p:cSld>
  <p:clrMapOvr>
    <a:masterClrMapping/>
  </p:clrMapOvr>
  <p:extLst>
    <p:ext uri="{DCECCB84-F9BA-43D5-87BE-67443E8EF086}">
      <p15:sldGuideLst xmlns:p15="http://schemas.microsoft.com/office/powerpoint/2012/main">
        <p15:guide id="1" pos="3840">
          <p15:clr>
            <a:srgbClr val="FBAE40"/>
          </p15:clr>
        </p15:guide>
        <p15:guide id="2" orient="horz" pos="1457">
          <p15:clr>
            <a:srgbClr val="FBAE40"/>
          </p15:clr>
        </p15:guide>
        <p15:guide id="3" orient="horz" pos="3634">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userDrawn="1">
  <p:cSld name="3_02 Section Divider">
    <p:bg>
      <p:bgPr>
        <a:solidFill>
          <a:srgbClr val="7E007C"/>
        </a:solidFill>
        <a:effectLst/>
      </p:bgPr>
    </p:bg>
    <p:spTree>
      <p:nvGrpSpPr>
        <p:cNvPr id="1" name=""/>
        <p:cNvGrpSpPr/>
        <p:nvPr/>
      </p:nvGrpSpPr>
      <p:grpSpPr>
        <a:xfrm>
          <a:off x="0" y="0"/>
          <a:ext cx="0" cy="0"/>
          <a:chOff x="0" y="0"/>
          <a:chExt cx="0" cy="0"/>
        </a:xfrm>
      </p:grpSpPr>
      <p:sp>
        <p:nvSpPr>
          <p:cNvPr id="5" name="Freeform 4">
            <a:extLst>
              <a:ext uri="{FF2B5EF4-FFF2-40B4-BE49-F238E27FC236}">
                <a16:creationId xmlns:a16="http://schemas.microsoft.com/office/drawing/2014/main" id="{A0DD6AED-2202-DD48-A2D6-60CCC5F07320}"/>
              </a:ext>
            </a:extLst>
          </p:cNvPr>
          <p:cNvSpPr/>
          <p:nvPr userDrawn="1"/>
        </p:nvSpPr>
        <p:spPr>
          <a:xfrm>
            <a:off x="-609" y="2116538"/>
            <a:ext cx="11411496" cy="5526322"/>
          </a:xfrm>
          <a:custGeom>
            <a:avLst/>
            <a:gdLst>
              <a:gd name="connsiteX0" fmla="*/ 676275 w 1009650"/>
              <a:gd name="connsiteY0" fmla="*/ 287331 h 488950"/>
              <a:gd name="connsiteX1" fmla="*/ 7684 w 1009650"/>
              <a:gd name="connsiteY1" fmla="*/ 287331 h 488950"/>
              <a:gd name="connsiteX2" fmla="*/ 0 w 1009650"/>
              <a:gd name="connsiteY2" fmla="*/ 279838 h 488950"/>
              <a:gd name="connsiteX3" fmla="*/ 0 w 1009650"/>
              <a:gd name="connsiteY3" fmla="*/ 210877 h 488950"/>
              <a:gd name="connsiteX4" fmla="*/ 6350 w 1009650"/>
              <a:gd name="connsiteY4" fmla="*/ 204527 h 488950"/>
              <a:gd name="connsiteX5" fmla="*/ 666750 w 1009650"/>
              <a:gd name="connsiteY5" fmla="*/ 204527 h 488950"/>
              <a:gd name="connsiteX6" fmla="*/ 676212 w 1009650"/>
              <a:gd name="connsiteY6" fmla="*/ 195002 h 488950"/>
              <a:gd name="connsiteX7" fmla="*/ 676212 w 1009650"/>
              <a:gd name="connsiteY7" fmla="*/ 10852 h 488950"/>
              <a:gd name="connsiteX8" fmla="*/ 681800 w 1009650"/>
              <a:gd name="connsiteY8" fmla="*/ 2661 h 488950"/>
              <a:gd name="connsiteX9" fmla="*/ 684975 w 1009650"/>
              <a:gd name="connsiteY9" fmla="*/ 1137 h 488950"/>
              <a:gd name="connsiteX10" fmla="*/ 690245 w 1009650"/>
              <a:gd name="connsiteY10" fmla="*/ 1835 h 488950"/>
              <a:gd name="connsiteX11" fmla="*/ 729552 w 1009650"/>
              <a:gd name="connsiteY11" fmla="*/ 43428 h 488950"/>
              <a:gd name="connsiteX12" fmla="*/ 770319 w 1009650"/>
              <a:gd name="connsiteY12" fmla="*/ 82036 h 488950"/>
              <a:gd name="connsiteX13" fmla="*/ 827469 w 1009650"/>
              <a:gd name="connsiteY13" fmla="*/ 129788 h 488950"/>
              <a:gd name="connsiteX14" fmla="*/ 873506 w 1009650"/>
              <a:gd name="connsiteY14" fmla="*/ 162681 h 488950"/>
              <a:gd name="connsiteX15" fmla="*/ 907415 w 1009650"/>
              <a:gd name="connsiteY15" fmla="*/ 185350 h 488950"/>
              <a:gd name="connsiteX16" fmla="*/ 935673 w 1009650"/>
              <a:gd name="connsiteY16" fmla="*/ 201670 h 488950"/>
              <a:gd name="connsiteX17" fmla="*/ 967804 w 1009650"/>
              <a:gd name="connsiteY17" fmla="*/ 218942 h 488950"/>
              <a:gd name="connsiteX18" fmla="*/ 997903 w 1009650"/>
              <a:gd name="connsiteY18" fmla="*/ 232848 h 488950"/>
              <a:gd name="connsiteX19" fmla="*/ 1010031 w 1009650"/>
              <a:gd name="connsiteY19" fmla="*/ 238436 h 488950"/>
              <a:gd name="connsiteX20" fmla="*/ 1011428 w 1009650"/>
              <a:gd name="connsiteY20" fmla="*/ 241294 h 488950"/>
              <a:gd name="connsiteX21" fmla="*/ 1011428 w 1009650"/>
              <a:gd name="connsiteY21" fmla="*/ 248914 h 488950"/>
              <a:gd name="connsiteX22" fmla="*/ 1008189 w 1009650"/>
              <a:gd name="connsiteY22" fmla="*/ 253422 h 488950"/>
              <a:gd name="connsiteX23" fmla="*/ 952183 w 1009650"/>
              <a:gd name="connsiteY23" fmla="*/ 281045 h 488950"/>
              <a:gd name="connsiteX24" fmla="*/ 906145 w 1009650"/>
              <a:gd name="connsiteY24" fmla="*/ 306953 h 488950"/>
              <a:gd name="connsiteX25" fmla="*/ 872236 w 1009650"/>
              <a:gd name="connsiteY25" fmla="*/ 329622 h 488950"/>
              <a:gd name="connsiteX26" fmla="*/ 835406 w 1009650"/>
              <a:gd name="connsiteY26" fmla="*/ 355467 h 488950"/>
              <a:gd name="connsiteX27" fmla="*/ 796100 w 1009650"/>
              <a:gd name="connsiteY27" fmla="*/ 386455 h 488950"/>
              <a:gd name="connsiteX28" fmla="*/ 760730 w 1009650"/>
              <a:gd name="connsiteY28" fmla="*/ 416998 h 488950"/>
              <a:gd name="connsiteX29" fmla="*/ 716280 w 1009650"/>
              <a:gd name="connsiteY29" fmla="*/ 460686 h 488950"/>
              <a:gd name="connsiteX30" fmla="*/ 690880 w 1009650"/>
              <a:gd name="connsiteY30" fmla="*/ 488563 h 488950"/>
              <a:gd name="connsiteX31" fmla="*/ 685292 w 1009650"/>
              <a:gd name="connsiteY31" fmla="*/ 489642 h 488950"/>
              <a:gd name="connsiteX32" fmla="*/ 678942 w 1009650"/>
              <a:gd name="connsiteY32" fmla="*/ 486404 h 488950"/>
              <a:gd name="connsiteX33" fmla="*/ 676402 w 1009650"/>
              <a:gd name="connsiteY33" fmla="*/ 480054 h 488950"/>
              <a:gd name="connsiteX34" fmla="*/ 676402 w 1009650"/>
              <a:gd name="connsiteY34" fmla="*/ 378454 h 488950"/>
              <a:gd name="connsiteX35" fmla="*/ 676402 w 1009650"/>
              <a:gd name="connsiteY35" fmla="*/ 287331 h 488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1009650" h="488950">
                <a:moveTo>
                  <a:pt x="676275" y="287331"/>
                </a:moveTo>
                <a:lnTo>
                  <a:pt x="7684" y="287331"/>
                </a:lnTo>
                <a:cubicBezTo>
                  <a:pt x="0" y="287331"/>
                  <a:pt x="0" y="287331"/>
                  <a:pt x="0" y="279838"/>
                </a:cubicBezTo>
                <a:cubicBezTo>
                  <a:pt x="0" y="256851"/>
                  <a:pt x="0" y="233864"/>
                  <a:pt x="0" y="210877"/>
                </a:cubicBezTo>
                <a:cubicBezTo>
                  <a:pt x="0" y="205543"/>
                  <a:pt x="1524" y="204527"/>
                  <a:pt x="6350" y="204527"/>
                </a:cubicBezTo>
                <a:cubicBezTo>
                  <a:pt x="226483" y="204527"/>
                  <a:pt x="446617" y="204527"/>
                  <a:pt x="666750" y="204527"/>
                </a:cubicBezTo>
                <a:cubicBezTo>
                  <a:pt x="677228" y="204527"/>
                  <a:pt x="676212" y="205988"/>
                  <a:pt x="676212" y="195002"/>
                </a:cubicBezTo>
                <a:cubicBezTo>
                  <a:pt x="676212" y="133661"/>
                  <a:pt x="676212" y="72278"/>
                  <a:pt x="676212" y="10852"/>
                </a:cubicBezTo>
                <a:cubicBezTo>
                  <a:pt x="675743" y="7103"/>
                  <a:pt x="678138" y="3592"/>
                  <a:pt x="681800" y="2661"/>
                </a:cubicBezTo>
                <a:cubicBezTo>
                  <a:pt x="682942" y="2349"/>
                  <a:pt x="684018" y="1833"/>
                  <a:pt x="684975" y="1137"/>
                </a:cubicBezTo>
                <a:cubicBezTo>
                  <a:pt x="687070" y="-451"/>
                  <a:pt x="688150" y="-514"/>
                  <a:pt x="690245" y="1835"/>
                </a:cubicBezTo>
                <a:cubicBezTo>
                  <a:pt x="702945" y="15932"/>
                  <a:pt x="716090" y="29966"/>
                  <a:pt x="729552" y="43428"/>
                </a:cubicBezTo>
                <a:cubicBezTo>
                  <a:pt x="743014" y="56890"/>
                  <a:pt x="756222" y="69780"/>
                  <a:pt x="770319" y="82036"/>
                </a:cubicBezTo>
                <a:cubicBezTo>
                  <a:pt x="789051" y="98419"/>
                  <a:pt x="808419" y="114421"/>
                  <a:pt x="827469" y="129788"/>
                </a:cubicBezTo>
                <a:cubicBezTo>
                  <a:pt x="842328" y="141408"/>
                  <a:pt x="858012" y="151886"/>
                  <a:pt x="873506" y="162681"/>
                </a:cubicBezTo>
                <a:cubicBezTo>
                  <a:pt x="884682" y="170428"/>
                  <a:pt x="895922" y="178111"/>
                  <a:pt x="907415" y="185350"/>
                </a:cubicBezTo>
                <a:cubicBezTo>
                  <a:pt x="916623" y="191192"/>
                  <a:pt x="926148" y="196399"/>
                  <a:pt x="935673" y="201670"/>
                </a:cubicBezTo>
                <a:cubicBezTo>
                  <a:pt x="946277" y="207575"/>
                  <a:pt x="956945" y="213481"/>
                  <a:pt x="967804" y="218942"/>
                </a:cubicBezTo>
                <a:cubicBezTo>
                  <a:pt x="977710" y="223895"/>
                  <a:pt x="987870" y="228213"/>
                  <a:pt x="997903" y="232848"/>
                </a:cubicBezTo>
                <a:cubicBezTo>
                  <a:pt x="1001967" y="234690"/>
                  <a:pt x="1006094" y="236404"/>
                  <a:pt x="1010031" y="238436"/>
                </a:cubicBezTo>
                <a:cubicBezTo>
                  <a:pt x="1010884" y="239145"/>
                  <a:pt x="1011393" y="240185"/>
                  <a:pt x="1011428" y="241294"/>
                </a:cubicBezTo>
                <a:cubicBezTo>
                  <a:pt x="1011811" y="243819"/>
                  <a:pt x="1011811" y="246388"/>
                  <a:pt x="1011428" y="248914"/>
                </a:cubicBezTo>
                <a:cubicBezTo>
                  <a:pt x="1010997" y="250790"/>
                  <a:pt x="1009830" y="252415"/>
                  <a:pt x="1008189" y="253422"/>
                </a:cubicBezTo>
                <a:cubicBezTo>
                  <a:pt x="989584" y="262693"/>
                  <a:pt x="970661" y="271456"/>
                  <a:pt x="952183" y="281045"/>
                </a:cubicBezTo>
                <a:cubicBezTo>
                  <a:pt x="936562" y="289173"/>
                  <a:pt x="921195" y="297872"/>
                  <a:pt x="906145" y="306953"/>
                </a:cubicBezTo>
                <a:cubicBezTo>
                  <a:pt x="894525" y="313938"/>
                  <a:pt x="883412" y="321939"/>
                  <a:pt x="872236" y="329622"/>
                </a:cubicBezTo>
                <a:cubicBezTo>
                  <a:pt x="859854" y="338131"/>
                  <a:pt x="847408" y="346513"/>
                  <a:pt x="835406" y="355467"/>
                </a:cubicBezTo>
                <a:cubicBezTo>
                  <a:pt x="822071" y="365500"/>
                  <a:pt x="808969" y="375829"/>
                  <a:pt x="796100" y="386455"/>
                </a:cubicBezTo>
                <a:cubicBezTo>
                  <a:pt x="784035" y="396297"/>
                  <a:pt x="772097" y="406330"/>
                  <a:pt x="760730" y="416998"/>
                </a:cubicBezTo>
                <a:cubicBezTo>
                  <a:pt x="745554" y="431159"/>
                  <a:pt x="730822" y="445827"/>
                  <a:pt x="716280" y="460686"/>
                </a:cubicBezTo>
                <a:cubicBezTo>
                  <a:pt x="707454" y="469640"/>
                  <a:pt x="699516" y="479419"/>
                  <a:pt x="690880" y="488563"/>
                </a:cubicBezTo>
                <a:cubicBezTo>
                  <a:pt x="689269" y="489731"/>
                  <a:pt x="687223" y="490126"/>
                  <a:pt x="685292" y="489642"/>
                </a:cubicBezTo>
                <a:cubicBezTo>
                  <a:pt x="682920" y="489162"/>
                  <a:pt x="680724" y="488042"/>
                  <a:pt x="678942" y="486404"/>
                </a:cubicBezTo>
                <a:cubicBezTo>
                  <a:pt x="677383" y="484647"/>
                  <a:pt x="676484" y="482402"/>
                  <a:pt x="676402" y="480054"/>
                </a:cubicBezTo>
                <a:cubicBezTo>
                  <a:pt x="676402" y="446208"/>
                  <a:pt x="676402" y="412299"/>
                  <a:pt x="676402" y="378454"/>
                </a:cubicBezTo>
                <a:lnTo>
                  <a:pt x="676402" y="287331"/>
                </a:lnTo>
                <a:close/>
              </a:path>
            </a:pathLst>
          </a:custGeom>
          <a:solidFill>
            <a:srgbClr val="F91258"/>
          </a:solidFill>
          <a:ln w="6350" cap="flat">
            <a:noFill/>
            <a:prstDash val="solid"/>
            <a:miter/>
          </a:ln>
        </p:spPr>
        <p:txBody>
          <a:bodyPr rtlCol="0" anchor="ctr"/>
          <a:lstStyle/>
          <a:p>
            <a:endParaRPr lang="en-GB"/>
          </a:p>
        </p:txBody>
      </p:sp>
      <p:sp>
        <p:nvSpPr>
          <p:cNvPr id="13"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76238" y="2067007"/>
            <a:ext cx="5627171" cy="2353439"/>
          </a:xfrm>
        </p:spPr>
        <p:txBody>
          <a:bodyPr anchor="b" anchorCtr="0">
            <a:noAutofit/>
          </a:bodyPr>
          <a:lstStyle>
            <a:lvl1pPr algn="l">
              <a:lnSpc>
                <a:spcPts val="6000"/>
              </a:lnSpc>
              <a:defRPr sz="3600" spc="60" baseline="0">
                <a:solidFill>
                  <a:schemeClr val="bg1"/>
                </a:solidFill>
              </a:defRPr>
            </a:lvl1pPr>
          </a:lstStyle>
          <a:p>
            <a:r>
              <a:rPr lang="en-US" noProof="0" dirty="0"/>
              <a:t>CLICK TO EDIT MASTER TITLE STYLE</a:t>
            </a:r>
            <a:endParaRPr lang="en-GB" noProof="0" dirty="0"/>
          </a:p>
        </p:txBody>
      </p:sp>
    </p:spTree>
    <p:extLst>
      <p:ext uri="{BB962C8B-B14F-4D97-AF65-F5344CB8AC3E}">
        <p14:creationId xmlns:p14="http://schemas.microsoft.com/office/powerpoint/2010/main" val="399674577"/>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userDrawn="1">
  <p:cSld name="4_Text Slide - With side bar C1">
    <p:spTree>
      <p:nvGrpSpPr>
        <p:cNvPr id="1" name=""/>
        <p:cNvGrpSpPr/>
        <p:nvPr/>
      </p:nvGrpSpPr>
      <p:grpSpPr>
        <a:xfrm>
          <a:off x="0" y="0"/>
          <a:ext cx="0" cy="0"/>
          <a:chOff x="0" y="0"/>
          <a:chExt cx="0" cy="0"/>
        </a:xfrm>
      </p:grpSpPr>
      <p:sp>
        <p:nvSpPr>
          <p:cNvPr id="6" name="Rectangle 5"/>
          <p:cNvSpPr/>
          <p:nvPr userDrawn="1"/>
        </p:nvSpPr>
        <p:spPr>
          <a:xfrm>
            <a:off x="-1" y="0"/>
            <a:ext cx="4070352" cy="6858000"/>
          </a:xfrm>
          <a:prstGeom prst="rect">
            <a:avLst/>
          </a:prstGeom>
          <a:solidFill>
            <a:srgbClr val="7E007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Text Placeholder 2"/>
          <p:cNvSpPr>
            <a:spLocks noGrp="1"/>
          </p:cNvSpPr>
          <p:nvPr>
            <p:ph type="body" sz="quarter" idx="10" hasCustomPrompt="1"/>
          </p:nvPr>
        </p:nvSpPr>
        <p:spPr>
          <a:xfrm>
            <a:off x="384784" y="1349984"/>
            <a:ext cx="3443732" cy="2751998"/>
          </a:xfrm>
        </p:spPr>
        <p:txBody>
          <a:bodyPr/>
          <a:lstStyle>
            <a:lvl1pPr marL="0" indent="0">
              <a:lnSpc>
                <a:spcPct val="90000"/>
              </a:lnSpc>
              <a:spcAft>
                <a:spcPts val="0"/>
              </a:spcAft>
              <a:buFont typeface="Arial" panose="020B0604020202020204" pitchFamily="34" charset="0"/>
              <a:buNone/>
              <a:defRPr sz="3600" cap="all" spc="60" baseline="0">
                <a:solidFill>
                  <a:schemeClr val="bg1"/>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slide title to sit here</a:t>
            </a:r>
          </a:p>
        </p:txBody>
      </p:sp>
      <p:sp>
        <p:nvSpPr>
          <p:cNvPr id="9" name="Text Placeholder 4"/>
          <p:cNvSpPr>
            <a:spLocks noGrp="1"/>
          </p:cNvSpPr>
          <p:nvPr>
            <p:ph type="body" sz="quarter" idx="15" hasCustomPrompt="1"/>
          </p:nvPr>
        </p:nvSpPr>
        <p:spPr>
          <a:xfrm>
            <a:off x="5037138" y="1349984"/>
            <a:ext cx="5803900" cy="4094163"/>
          </a:xfrm>
        </p:spPr>
        <p:txBody>
          <a:bodyPr/>
          <a:lstStyle>
            <a:lvl1pPr marL="0" indent="0">
              <a:lnSpc>
                <a:spcPct val="100000"/>
              </a:lnSpc>
              <a:buFont typeface="Arial" panose="020B0604020202020204" pitchFamily="34" charset="0"/>
              <a:buNone/>
              <a:defRPr sz="2000" b="0"/>
            </a:lvl1pPr>
            <a:lvl2pPr marL="180000" indent="-180000">
              <a:buFont typeface="Arial" panose="020B0604020202020204" pitchFamily="34" charset="0"/>
              <a:buChar char="•"/>
              <a:defRPr sz="20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t>
            </a:r>
            <a:r>
              <a:rPr lang="en-US" dirty="0" err="1"/>
              <a:t>sed</a:t>
            </a:r>
            <a:r>
              <a:rPr lang="en-US" dirty="0"/>
              <a:t> </a:t>
            </a:r>
            <a:r>
              <a:rPr lang="en-US" dirty="0" err="1"/>
              <a:t>diam</a:t>
            </a:r>
            <a:r>
              <a:rPr lang="en-US" dirty="0"/>
              <a:t> </a:t>
            </a:r>
            <a:r>
              <a:rPr lang="en-US" dirty="0" err="1"/>
              <a:t>nonummy</a:t>
            </a:r>
            <a:r>
              <a:rPr lang="en-US" dirty="0"/>
              <a:t> </a:t>
            </a:r>
            <a:r>
              <a:rPr lang="en-US" dirty="0" err="1"/>
              <a:t>nibh</a:t>
            </a:r>
            <a:r>
              <a:rPr lang="en-US" dirty="0"/>
              <a:t> </a:t>
            </a:r>
            <a:r>
              <a:rPr lang="en-US" dirty="0" err="1"/>
              <a:t>laoreet</a:t>
            </a:r>
            <a:r>
              <a:rPr lang="en-US" dirty="0"/>
              <a:t> </a:t>
            </a:r>
            <a:r>
              <a:rPr lang="en-US" dirty="0" err="1"/>
              <a:t>dolore</a:t>
            </a:r>
            <a:r>
              <a:rPr lang="en-US" dirty="0"/>
              <a:t> magna.</a:t>
            </a:r>
          </a:p>
          <a:p>
            <a:pPr lvl="1"/>
            <a:r>
              <a:rPr lang="en-US" dirty="0"/>
              <a:t>Second level</a:t>
            </a:r>
          </a:p>
        </p:txBody>
      </p:sp>
      <p:grpSp>
        <p:nvGrpSpPr>
          <p:cNvPr id="7" name="Group 6">
            <a:extLst>
              <a:ext uri="{FF2B5EF4-FFF2-40B4-BE49-F238E27FC236}">
                <a16:creationId xmlns:a16="http://schemas.microsoft.com/office/drawing/2014/main" id="{51C13B23-0164-1C4E-9E7A-3F1ECA7824F7}"/>
              </a:ext>
            </a:extLst>
          </p:cNvPr>
          <p:cNvGrpSpPr/>
          <p:nvPr userDrawn="1"/>
        </p:nvGrpSpPr>
        <p:grpSpPr>
          <a:xfrm>
            <a:off x="2327195" y="4606108"/>
            <a:ext cx="2293146" cy="1326143"/>
            <a:chOff x="7799133" y="1870745"/>
            <a:chExt cx="1010349" cy="584292"/>
          </a:xfrm>
          <a:solidFill>
            <a:srgbClr val="FF004C"/>
          </a:solidFill>
        </p:grpSpPr>
        <p:sp>
          <p:nvSpPr>
            <p:cNvPr id="11" name="Freeform 10">
              <a:extLst>
                <a:ext uri="{FF2B5EF4-FFF2-40B4-BE49-F238E27FC236}">
                  <a16:creationId xmlns:a16="http://schemas.microsoft.com/office/drawing/2014/main" id="{2F450B4C-241D-A544-BBEF-175E01D6A139}"/>
                </a:ext>
              </a:extLst>
            </p:cNvPr>
            <p:cNvSpPr/>
            <p:nvPr/>
          </p:nvSpPr>
          <p:spPr>
            <a:xfrm>
              <a:off x="7799260" y="1870745"/>
              <a:ext cx="749300" cy="247650"/>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49300" h="247650">
                  <a:moveTo>
                    <a:pt x="749871" y="248186"/>
                  </a:moveTo>
                  <a:lnTo>
                    <a:pt x="0" y="248186"/>
                  </a:lnTo>
                  <a:lnTo>
                    <a:pt x="0" y="192497"/>
                  </a:lnTo>
                  <a:lnTo>
                    <a:pt x="603885" y="192497"/>
                  </a:lnTo>
                  <a:cubicBezTo>
                    <a:pt x="546036" y="134140"/>
                    <a:pt x="492760" y="74768"/>
                    <a:pt x="457200" y="219"/>
                  </a:cubicBezTo>
                  <a:cubicBezTo>
                    <a:pt x="477583" y="219"/>
                    <a:pt x="496443" y="854"/>
                    <a:pt x="515239" y="219"/>
                  </a:cubicBezTo>
                  <a:cubicBezTo>
                    <a:pt x="524031" y="-1141"/>
                    <a:pt x="532543" y="3956"/>
                    <a:pt x="535495" y="12347"/>
                  </a:cubicBezTo>
                  <a:cubicBezTo>
                    <a:pt x="553057" y="45816"/>
                    <a:pt x="574730" y="76961"/>
                    <a:pt x="600011" y="105057"/>
                  </a:cubicBezTo>
                  <a:cubicBezTo>
                    <a:pt x="643639" y="155126"/>
                    <a:pt x="691855" y="201004"/>
                    <a:pt x="744030" y="242090"/>
                  </a:cubicBezTo>
                  <a:cubicBezTo>
                    <a:pt x="745808" y="243551"/>
                    <a:pt x="747585" y="245011"/>
                    <a:pt x="749236" y="246535"/>
                  </a:cubicBezTo>
                  <a:cubicBezTo>
                    <a:pt x="749554" y="246599"/>
                    <a:pt x="749554" y="247170"/>
                    <a:pt x="749871" y="248186"/>
                  </a:cubicBezTo>
                  <a:close/>
                </a:path>
              </a:pathLst>
            </a:custGeom>
            <a:grpFill/>
            <a:ln w="6350" cap="flat">
              <a:noFill/>
              <a:prstDash val="solid"/>
              <a:miter/>
            </a:ln>
          </p:spPr>
          <p:txBody>
            <a:bodyPr rtlCol="0" anchor="ctr"/>
            <a:lstStyle/>
            <a:p>
              <a:endParaRPr lang="en-GB"/>
            </a:p>
          </p:txBody>
        </p:sp>
        <p:sp>
          <p:nvSpPr>
            <p:cNvPr id="12" name="Freeform 11">
              <a:extLst>
                <a:ext uri="{FF2B5EF4-FFF2-40B4-BE49-F238E27FC236}">
                  <a16:creationId xmlns:a16="http://schemas.microsoft.com/office/drawing/2014/main" id="{9B9C1B07-7BAD-DD4F-97E1-2FD89B2D1C40}"/>
                </a:ext>
              </a:extLst>
            </p:cNvPr>
            <p:cNvSpPr/>
            <p:nvPr/>
          </p:nvSpPr>
          <p:spPr>
            <a:xfrm>
              <a:off x="7799133" y="2208657"/>
              <a:ext cx="749300" cy="241300"/>
            </a:xfrm>
            <a:custGeom>
              <a:avLst/>
              <a:gdLst>
                <a:gd name="connsiteX0" fmla="*/ 601091 w 749300"/>
                <a:gd name="connsiteY0" fmla="*/ 55689 h 241300"/>
                <a:gd name="connsiteX1" fmla="*/ 0 w 749300"/>
                <a:gd name="connsiteY1" fmla="*/ 55689 h 241300"/>
                <a:gd name="connsiteX2" fmla="*/ 0 w 749300"/>
                <a:gd name="connsiteY2" fmla="*/ 0 h 241300"/>
                <a:gd name="connsiteX3" fmla="*/ 751269 w 749300"/>
                <a:gd name="connsiteY3" fmla="*/ 0 h 241300"/>
                <a:gd name="connsiteX4" fmla="*/ 720598 w 749300"/>
                <a:gd name="connsiteY4" fmla="*/ 25845 h 241300"/>
                <a:gd name="connsiteX5" fmla="*/ 586550 w 749300"/>
                <a:gd name="connsiteY5" fmla="*/ 159893 h 241300"/>
                <a:gd name="connsiteX6" fmla="*/ 531813 w 749300"/>
                <a:gd name="connsiteY6" fmla="*/ 241871 h 241300"/>
                <a:gd name="connsiteX7" fmla="*/ 524701 w 749300"/>
                <a:gd name="connsiteY7" fmla="*/ 246824 h 241300"/>
                <a:gd name="connsiteX8" fmla="*/ 461835 w 749300"/>
                <a:gd name="connsiteY8" fmla="*/ 246824 h 241300"/>
                <a:gd name="connsiteX9" fmla="*/ 458216 w 749300"/>
                <a:gd name="connsiteY9" fmla="*/ 246317 h 241300"/>
                <a:gd name="connsiteX10" fmla="*/ 522478 w 749300"/>
                <a:gd name="connsiteY10" fmla="*/ 144717 h 241300"/>
                <a:gd name="connsiteX11" fmla="*/ 601091 w 749300"/>
                <a:gd name="connsiteY11" fmla="*/ 55689 h 2413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49300" h="241300">
                  <a:moveTo>
                    <a:pt x="601091" y="55689"/>
                  </a:moveTo>
                  <a:lnTo>
                    <a:pt x="0" y="55689"/>
                  </a:lnTo>
                  <a:lnTo>
                    <a:pt x="0" y="0"/>
                  </a:lnTo>
                  <a:lnTo>
                    <a:pt x="751269" y="0"/>
                  </a:lnTo>
                  <a:cubicBezTo>
                    <a:pt x="740220" y="9335"/>
                    <a:pt x="730377" y="17526"/>
                    <a:pt x="720598" y="25845"/>
                  </a:cubicBezTo>
                  <a:cubicBezTo>
                    <a:pt x="672008" y="66441"/>
                    <a:pt x="627146" y="111303"/>
                    <a:pt x="586550" y="159893"/>
                  </a:cubicBezTo>
                  <a:cubicBezTo>
                    <a:pt x="565442" y="185196"/>
                    <a:pt x="547093" y="212678"/>
                    <a:pt x="531813" y="241871"/>
                  </a:cubicBezTo>
                  <a:cubicBezTo>
                    <a:pt x="530328" y="244527"/>
                    <a:pt x="527706" y="246353"/>
                    <a:pt x="524701" y="246824"/>
                  </a:cubicBezTo>
                  <a:cubicBezTo>
                    <a:pt x="503746" y="247205"/>
                    <a:pt x="482791" y="246824"/>
                    <a:pt x="461835" y="246824"/>
                  </a:cubicBezTo>
                  <a:cubicBezTo>
                    <a:pt x="460621" y="246721"/>
                    <a:pt x="459412" y="246551"/>
                    <a:pt x="458216" y="246317"/>
                  </a:cubicBezTo>
                  <a:cubicBezTo>
                    <a:pt x="475005" y="209733"/>
                    <a:pt x="496619" y="175563"/>
                    <a:pt x="522478" y="144717"/>
                  </a:cubicBezTo>
                  <a:cubicBezTo>
                    <a:pt x="547751" y="114554"/>
                    <a:pt x="574802" y="85471"/>
                    <a:pt x="601091" y="55689"/>
                  </a:cubicBezTo>
                  <a:close/>
                </a:path>
              </a:pathLst>
            </a:custGeom>
            <a:grpFill/>
            <a:ln w="6350" cap="flat">
              <a:noFill/>
              <a:prstDash val="solid"/>
              <a:miter/>
            </a:ln>
          </p:spPr>
          <p:txBody>
            <a:bodyPr rtlCol="0" anchor="ctr"/>
            <a:lstStyle/>
            <a:p>
              <a:endParaRPr lang="en-GB"/>
            </a:p>
          </p:txBody>
        </p:sp>
        <p:sp>
          <p:nvSpPr>
            <p:cNvPr id="13" name="Freeform 12">
              <a:extLst>
                <a:ext uri="{FF2B5EF4-FFF2-40B4-BE49-F238E27FC236}">
                  <a16:creationId xmlns:a16="http://schemas.microsoft.com/office/drawing/2014/main" id="{17BA7C41-EA1C-2F4D-90C7-EC472AB85B8A}"/>
                </a:ext>
              </a:extLst>
            </p:cNvPr>
            <p:cNvSpPr/>
            <p:nvPr/>
          </p:nvSpPr>
          <p:spPr>
            <a:xfrm>
              <a:off x="8428482" y="1870837"/>
              <a:ext cx="381000" cy="584200"/>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grpSp>
      <p:sp>
        <p:nvSpPr>
          <p:cNvPr id="3" name="Rectangle 2"/>
          <p:cNvSpPr/>
          <p:nvPr userDrawn="1"/>
        </p:nvSpPr>
        <p:spPr>
          <a:xfrm>
            <a:off x="-11069" y="5042941"/>
            <a:ext cx="2506981" cy="126517"/>
          </a:xfrm>
          <a:prstGeom prst="rect">
            <a:avLst/>
          </a:prstGeom>
          <a:solidFill>
            <a:srgbClr val="FF004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Rectangle 13"/>
          <p:cNvSpPr/>
          <p:nvPr userDrawn="1"/>
        </p:nvSpPr>
        <p:spPr>
          <a:xfrm>
            <a:off x="0" y="5374222"/>
            <a:ext cx="2506981" cy="126000"/>
          </a:xfrm>
          <a:prstGeom prst="rect">
            <a:avLst/>
          </a:prstGeom>
          <a:solidFill>
            <a:srgbClr val="FF004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345788051"/>
      </p:ext>
    </p:extLst>
  </p:cSld>
  <p:clrMapOvr>
    <a:masterClrMapping/>
  </p:clrMapOvr>
  <p:extLst>
    <p:ext uri="{DCECCB84-F9BA-43D5-87BE-67443E8EF086}">
      <p15:sldGuideLst xmlns:p15="http://schemas.microsoft.com/office/powerpoint/2012/main">
        <p15:guide id="1" orient="horz" pos="845">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preserve="1" userDrawn="1">
  <p:cSld name="5_Text Slide A">
    <p:spTree>
      <p:nvGrpSpPr>
        <p:cNvPr id="1" name=""/>
        <p:cNvGrpSpPr/>
        <p:nvPr/>
      </p:nvGrpSpPr>
      <p:grpSpPr>
        <a:xfrm>
          <a:off x="0" y="0"/>
          <a:ext cx="0" cy="0"/>
          <a:chOff x="0" y="0"/>
          <a:chExt cx="0" cy="0"/>
        </a:xfrm>
      </p:grpSpPr>
      <p:grpSp>
        <p:nvGrpSpPr>
          <p:cNvPr id="15" name="Group 14"/>
          <p:cNvGrpSpPr/>
          <p:nvPr userDrawn="1"/>
        </p:nvGrpSpPr>
        <p:grpSpPr>
          <a:xfrm>
            <a:off x="-6058" y="3516217"/>
            <a:ext cx="5797612" cy="2396903"/>
            <a:chOff x="1320045" y="4580698"/>
            <a:chExt cx="3312434" cy="1370734"/>
          </a:xfrm>
          <a:solidFill>
            <a:srgbClr val="7E007C"/>
          </a:solidFill>
        </p:grpSpPr>
        <p:sp>
          <p:nvSpPr>
            <p:cNvPr id="16" name="Rectangle 15"/>
            <p:cNvSpPr/>
            <p:nvPr userDrawn="1"/>
          </p:nvSpPr>
          <p:spPr>
            <a:xfrm>
              <a:off x="1320045" y="5031740"/>
              <a:ext cx="1234104" cy="13320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7" name="Rectangle 16"/>
            <p:cNvSpPr/>
            <p:nvPr userDrawn="1"/>
          </p:nvSpPr>
          <p:spPr>
            <a:xfrm>
              <a:off x="1320046" y="5373431"/>
              <a:ext cx="1234104" cy="13320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18" name="Group 17">
              <a:extLst>
                <a:ext uri="{FF2B5EF4-FFF2-40B4-BE49-F238E27FC236}">
                  <a16:creationId xmlns:a16="http://schemas.microsoft.com/office/drawing/2014/main" id="{51C13B23-0164-1C4E-9E7A-3F1ECA7824F7}"/>
                </a:ext>
              </a:extLst>
            </p:cNvPr>
            <p:cNvGrpSpPr/>
            <p:nvPr userDrawn="1"/>
          </p:nvGrpSpPr>
          <p:grpSpPr>
            <a:xfrm>
              <a:off x="2227580" y="4580698"/>
              <a:ext cx="2404899" cy="1370734"/>
              <a:chOff x="7799133" y="1870745"/>
              <a:chExt cx="1010349" cy="584292"/>
            </a:xfrm>
            <a:grpFill/>
          </p:grpSpPr>
          <p:sp>
            <p:nvSpPr>
              <p:cNvPr id="19" name="Freeform 18">
                <a:extLst>
                  <a:ext uri="{FF2B5EF4-FFF2-40B4-BE49-F238E27FC236}">
                    <a16:creationId xmlns:a16="http://schemas.microsoft.com/office/drawing/2014/main" id="{2F450B4C-241D-A544-BBEF-175E01D6A139}"/>
                  </a:ext>
                </a:extLst>
              </p:cNvPr>
              <p:cNvSpPr/>
              <p:nvPr/>
            </p:nvSpPr>
            <p:spPr>
              <a:xfrm>
                <a:off x="7799260" y="1870745"/>
                <a:ext cx="749300" cy="247650"/>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49300" h="247650">
                    <a:moveTo>
                      <a:pt x="749871" y="248186"/>
                    </a:moveTo>
                    <a:lnTo>
                      <a:pt x="0" y="248186"/>
                    </a:lnTo>
                    <a:lnTo>
                      <a:pt x="0" y="192497"/>
                    </a:lnTo>
                    <a:lnTo>
                      <a:pt x="603885" y="192497"/>
                    </a:lnTo>
                    <a:cubicBezTo>
                      <a:pt x="546036" y="134140"/>
                      <a:pt x="492760" y="74768"/>
                      <a:pt x="457200" y="219"/>
                    </a:cubicBezTo>
                    <a:cubicBezTo>
                      <a:pt x="477583" y="219"/>
                      <a:pt x="496443" y="854"/>
                      <a:pt x="515239" y="219"/>
                    </a:cubicBezTo>
                    <a:cubicBezTo>
                      <a:pt x="524031" y="-1141"/>
                      <a:pt x="532543" y="3956"/>
                      <a:pt x="535495" y="12347"/>
                    </a:cubicBezTo>
                    <a:cubicBezTo>
                      <a:pt x="553057" y="45816"/>
                      <a:pt x="574730" y="76961"/>
                      <a:pt x="600011" y="105057"/>
                    </a:cubicBezTo>
                    <a:cubicBezTo>
                      <a:pt x="643639" y="155126"/>
                      <a:pt x="691855" y="201004"/>
                      <a:pt x="744030" y="242090"/>
                    </a:cubicBezTo>
                    <a:cubicBezTo>
                      <a:pt x="745808" y="243551"/>
                      <a:pt x="747585" y="245011"/>
                      <a:pt x="749236" y="246535"/>
                    </a:cubicBezTo>
                    <a:cubicBezTo>
                      <a:pt x="749554" y="246599"/>
                      <a:pt x="749554" y="247170"/>
                      <a:pt x="749871" y="248186"/>
                    </a:cubicBezTo>
                    <a:close/>
                  </a:path>
                </a:pathLst>
              </a:custGeom>
              <a:grpFill/>
              <a:ln w="6350" cap="flat">
                <a:noFill/>
                <a:prstDash val="solid"/>
                <a:miter/>
              </a:ln>
            </p:spPr>
            <p:txBody>
              <a:bodyPr rtlCol="0" anchor="ctr"/>
              <a:lstStyle/>
              <a:p>
                <a:endParaRPr lang="en-GB"/>
              </a:p>
            </p:txBody>
          </p:sp>
          <p:sp>
            <p:nvSpPr>
              <p:cNvPr id="20" name="Freeform 19">
                <a:extLst>
                  <a:ext uri="{FF2B5EF4-FFF2-40B4-BE49-F238E27FC236}">
                    <a16:creationId xmlns:a16="http://schemas.microsoft.com/office/drawing/2014/main" id="{9B9C1B07-7BAD-DD4F-97E1-2FD89B2D1C40}"/>
                  </a:ext>
                </a:extLst>
              </p:cNvPr>
              <p:cNvSpPr/>
              <p:nvPr/>
            </p:nvSpPr>
            <p:spPr>
              <a:xfrm>
                <a:off x="7799133" y="2208657"/>
                <a:ext cx="749300" cy="241300"/>
              </a:xfrm>
              <a:custGeom>
                <a:avLst/>
                <a:gdLst>
                  <a:gd name="connsiteX0" fmla="*/ 601091 w 749300"/>
                  <a:gd name="connsiteY0" fmla="*/ 55689 h 241300"/>
                  <a:gd name="connsiteX1" fmla="*/ 0 w 749300"/>
                  <a:gd name="connsiteY1" fmla="*/ 55689 h 241300"/>
                  <a:gd name="connsiteX2" fmla="*/ 0 w 749300"/>
                  <a:gd name="connsiteY2" fmla="*/ 0 h 241300"/>
                  <a:gd name="connsiteX3" fmla="*/ 751269 w 749300"/>
                  <a:gd name="connsiteY3" fmla="*/ 0 h 241300"/>
                  <a:gd name="connsiteX4" fmla="*/ 720598 w 749300"/>
                  <a:gd name="connsiteY4" fmla="*/ 25845 h 241300"/>
                  <a:gd name="connsiteX5" fmla="*/ 586550 w 749300"/>
                  <a:gd name="connsiteY5" fmla="*/ 159893 h 241300"/>
                  <a:gd name="connsiteX6" fmla="*/ 531813 w 749300"/>
                  <a:gd name="connsiteY6" fmla="*/ 241871 h 241300"/>
                  <a:gd name="connsiteX7" fmla="*/ 524701 w 749300"/>
                  <a:gd name="connsiteY7" fmla="*/ 246824 h 241300"/>
                  <a:gd name="connsiteX8" fmla="*/ 461835 w 749300"/>
                  <a:gd name="connsiteY8" fmla="*/ 246824 h 241300"/>
                  <a:gd name="connsiteX9" fmla="*/ 458216 w 749300"/>
                  <a:gd name="connsiteY9" fmla="*/ 246317 h 241300"/>
                  <a:gd name="connsiteX10" fmla="*/ 522478 w 749300"/>
                  <a:gd name="connsiteY10" fmla="*/ 144717 h 241300"/>
                  <a:gd name="connsiteX11" fmla="*/ 601091 w 749300"/>
                  <a:gd name="connsiteY11" fmla="*/ 55689 h 2413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49300" h="241300">
                    <a:moveTo>
                      <a:pt x="601091" y="55689"/>
                    </a:moveTo>
                    <a:lnTo>
                      <a:pt x="0" y="55689"/>
                    </a:lnTo>
                    <a:lnTo>
                      <a:pt x="0" y="0"/>
                    </a:lnTo>
                    <a:lnTo>
                      <a:pt x="751269" y="0"/>
                    </a:lnTo>
                    <a:cubicBezTo>
                      <a:pt x="740220" y="9335"/>
                      <a:pt x="730377" y="17526"/>
                      <a:pt x="720598" y="25845"/>
                    </a:cubicBezTo>
                    <a:cubicBezTo>
                      <a:pt x="672008" y="66441"/>
                      <a:pt x="627146" y="111303"/>
                      <a:pt x="586550" y="159893"/>
                    </a:cubicBezTo>
                    <a:cubicBezTo>
                      <a:pt x="565442" y="185196"/>
                      <a:pt x="547093" y="212678"/>
                      <a:pt x="531813" y="241871"/>
                    </a:cubicBezTo>
                    <a:cubicBezTo>
                      <a:pt x="530328" y="244527"/>
                      <a:pt x="527706" y="246353"/>
                      <a:pt x="524701" y="246824"/>
                    </a:cubicBezTo>
                    <a:cubicBezTo>
                      <a:pt x="503746" y="247205"/>
                      <a:pt x="482791" y="246824"/>
                      <a:pt x="461835" y="246824"/>
                    </a:cubicBezTo>
                    <a:cubicBezTo>
                      <a:pt x="460621" y="246721"/>
                      <a:pt x="459412" y="246551"/>
                      <a:pt x="458216" y="246317"/>
                    </a:cubicBezTo>
                    <a:cubicBezTo>
                      <a:pt x="475005" y="209733"/>
                      <a:pt x="496619" y="175563"/>
                      <a:pt x="522478" y="144717"/>
                    </a:cubicBezTo>
                    <a:cubicBezTo>
                      <a:pt x="547751" y="114554"/>
                      <a:pt x="574802" y="85471"/>
                      <a:pt x="601091" y="55689"/>
                    </a:cubicBezTo>
                    <a:close/>
                  </a:path>
                </a:pathLst>
              </a:custGeom>
              <a:grpFill/>
              <a:ln w="6350" cap="flat">
                <a:noFill/>
                <a:prstDash val="solid"/>
                <a:miter/>
              </a:ln>
            </p:spPr>
            <p:txBody>
              <a:bodyPr rtlCol="0" anchor="ctr"/>
              <a:lstStyle/>
              <a:p>
                <a:endParaRPr lang="en-GB"/>
              </a:p>
            </p:txBody>
          </p:sp>
          <p:sp>
            <p:nvSpPr>
              <p:cNvPr id="21" name="Freeform 20">
                <a:extLst>
                  <a:ext uri="{FF2B5EF4-FFF2-40B4-BE49-F238E27FC236}">
                    <a16:creationId xmlns:a16="http://schemas.microsoft.com/office/drawing/2014/main" id="{17BA7C41-EA1C-2F4D-90C7-EC472AB85B8A}"/>
                  </a:ext>
                </a:extLst>
              </p:cNvPr>
              <p:cNvSpPr/>
              <p:nvPr userDrawn="1"/>
            </p:nvSpPr>
            <p:spPr>
              <a:xfrm>
                <a:off x="8428482" y="1870837"/>
                <a:ext cx="381000" cy="584200"/>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grpSp>
      </p:grpSp>
      <p:sp>
        <p:nvSpPr>
          <p:cNvPr id="11" name="Text Placeholder 2"/>
          <p:cNvSpPr>
            <a:spLocks noGrp="1"/>
          </p:cNvSpPr>
          <p:nvPr>
            <p:ph type="body" sz="quarter" idx="10" hasCustomPrompt="1"/>
          </p:nvPr>
        </p:nvSpPr>
        <p:spPr>
          <a:xfrm>
            <a:off x="384784" y="1242034"/>
            <a:ext cx="3694112" cy="2917842"/>
          </a:xfrm>
        </p:spPr>
        <p:txBody>
          <a:bodyPr anchor="b"/>
          <a:lstStyle>
            <a:lvl1pPr marL="0" indent="0">
              <a:lnSpc>
                <a:spcPct val="100000"/>
              </a:lnSpc>
              <a:spcAft>
                <a:spcPts val="0"/>
              </a:spcAft>
              <a:buFont typeface="Arial" panose="020B0604020202020204" pitchFamily="34" charset="0"/>
              <a:buNone/>
              <a:defRPr sz="3600" cap="none" baseline="0">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a:t>
            </a:r>
            <a:br>
              <a:rPr lang="en-US" dirty="0"/>
            </a:br>
            <a:r>
              <a:rPr lang="en-US" dirty="0"/>
              <a:t>edit slide title</a:t>
            </a:r>
          </a:p>
        </p:txBody>
      </p:sp>
      <p:sp>
        <p:nvSpPr>
          <p:cNvPr id="12" name="Text Placeholder 4"/>
          <p:cNvSpPr>
            <a:spLocks noGrp="1"/>
          </p:cNvSpPr>
          <p:nvPr>
            <p:ph type="body" sz="quarter" idx="11" hasCustomPrompt="1"/>
          </p:nvPr>
        </p:nvSpPr>
        <p:spPr>
          <a:xfrm>
            <a:off x="6098146" y="579549"/>
            <a:ext cx="5718225" cy="5899039"/>
          </a:xfrm>
        </p:spPr>
        <p:txBody>
          <a:bodyPr/>
          <a:lstStyle>
            <a:lvl1pPr marL="0" indent="0">
              <a:buFont typeface="Arial" panose="020B0604020202020204" pitchFamily="34" charset="0"/>
              <a:buNone/>
              <a:defRPr sz="2000" b="0"/>
            </a:lvl1pPr>
            <a:lvl2pPr marL="180000" marR="0" indent="-180000" algn="l" defTabSz="914400" rtl="0" eaLnBrk="1" fontAlgn="auto" latinLnBrk="0" hangingPunct="1">
              <a:lnSpc>
                <a:spcPct val="100000"/>
              </a:lnSpc>
              <a:spcBef>
                <a:spcPts val="0"/>
              </a:spcBef>
              <a:spcAft>
                <a:spcPts val="1200"/>
              </a:spcAft>
              <a:buClrTx/>
              <a:buSzPct val="125000"/>
              <a:buFont typeface="Arial" panose="020B0604020202020204" pitchFamily="34" charset="0"/>
              <a:buChar char="•"/>
              <a:tabLst/>
              <a:defRPr sz="2000"/>
            </a:lvl2pPr>
            <a:lvl3pPr marL="180000" indent="-180000">
              <a:buFont typeface="Arial" panose="020B0604020202020204" pitchFamily="34" charset="0"/>
              <a:buChar char="•"/>
              <a:defRPr sz="2000"/>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a:p>
            <a:pPr lvl="1"/>
            <a:r>
              <a:rPr lang="en-US" dirty="0"/>
              <a:t>Second level</a:t>
            </a:r>
          </a:p>
          <a:p>
            <a:pPr lvl="2"/>
            <a:r>
              <a:rPr lang="en-GB" dirty="0"/>
              <a:t>Third level</a:t>
            </a:r>
          </a:p>
          <a:p>
            <a:pPr lvl="2"/>
            <a:r>
              <a:rPr lang="en-GB" dirty="0"/>
              <a:t>Fourth level</a:t>
            </a:r>
          </a:p>
          <a:p>
            <a:pPr lvl="2"/>
            <a:r>
              <a:rPr lang="en-GB" dirty="0"/>
              <a:t>Fifth level</a:t>
            </a:r>
          </a:p>
        </p:txBody>
      </p:sp>
    </p:spTree>
    <p:extLst>
      <p:ext uri="{BB962C8B-B14F-4D97-AF65-F5344CB8AC3E}">
        <p14:creationId xmlns:p14="http://schemas.microsoft.com/office/powerpoint/2010/main" val="1596148475"/>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2_Text and Image (half screen)">
    <p:bg>
      <p:bgPr>
        <a:solidFill>
          <a:schemeClr val="bg1"/>
        </a:solidFill>
        <a:effectLst/>
      </p:bgPr>
    </p:bg>
    <p:spTree>
      <p:nvGrpSpPr>
        <p:cNvPr id="1" name=""/>
        <p:cNvGrpSpPr/>
        <p:nvPr/>
      </p:nvGrpSpPr>
      <p:grpSpPr>
        <a:xfrm>
          <a:off x="0" y="0"/>
          <a:ext cx="0" cy="0"/>
          <a:chOff x="0" y="0"/>
          <a:chExt cx="0" cy="0"/>
        </a:xfrm>
      </p:grpSpPr>
      <p:sp>
        <p:nvSpPr>
          <p:cNvPr id="10" name="Text Placeholder 7"/>
          <p:cNvSpPr>
            <a:spLocks noGrp="1"/>
          </p:cNvSpPr>
          <p:nvPr>
            <p:ph type="body" sz="quarter" idx="11" hasCustomPrompt="1"/>
          </p:nvPr>
        </p:nvSpPr>
        <p:spPr>
          <a:xfrm>
            <a:off x="373063" y="1892635"/>
            <a:ext cx="6143484"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7" name="Picture Placeholder 4">
            <a:extLst>
              <a:ext uri="{FF2B5EF4-FFF2-40B4-BE49-F238E27FC236}">
                <a16:creationId xmlns:a16="http://schemas.microsoft.com/office/drawing/2014/main" id="{749837D3-F6DB-DB49-B987-A2004B0611D5}"/>
              </a:ext>
            </a:extLst>
          </p:cNvPr>
          <p:cNvSpPr>
            <a:spLocks noGrp="1"/>
          </p:cNvSpPr>
          <p:nvPr>
            <p:ph type="pic" sz="quarter" idx="13"/>
          </p:nvPr>
        </p:nvSpPr>
        <p:spPr>
          <a:xfrm>
            <a:off x="6967959" y="0"/>
            <a:ext cx="5224040" cy="6857999"/>
          </a:xfrm>
          <a:prstGeom prst="rect">
            <a:avLst/>
          </a:prstGeom>
        </p:spPr>
        <p:txBody>
          <a:bodyPr/>
          <a:lstStyle>
            <a:lvl1pPr marL="0" indent="0">
              <a:buNone/>
              <a:defRPr/>
            </a:lvl1pPr>
          </a:lstStyle>
          <a:p>
            <a:r>
              <a:rPr lang="en-US" dirty="0"/>
              <a:t>Click icon to add picture</a:t>
            </a:r>
          </a:p>
        </p:txBody>
      </p:sp>
      <p:sp>
        <p:nvSpPr>
          <p:cNvPr id="11" name="Text Placeholder 2"/>
          <p:cNvSpPr>
            <a:spLocks noGrp="1"/>
          </p:cNvSpPr>
          <p:nvPr>
            <p:ph type="body" sz="quarter" idx="12" hasCustomPrompt="1"/>
          </p:nvPr>
        </p:nvSpPr>
        <p:spPr>
          <a:xfrm>
            <a:off x="385650" y="1147572"/>
            <a:ext cx="5123903" cy="520262"/>
          </a:xfrm>
        </p:spPr>
        <p:txBody>
          <a:bodyPr/>
          <a:lstStyle>
            <a:lvl1pPr marL="0" indent="0">
              <a:lnSpc>
                <a:spcPct val="100000"/>
              </a:lnSpc>
              <a:spcAft>
                <a:spcPts val="0"/>
              </a:spcAft>
              <a:buFont typeface="Arial" panose="020B0604020202020204" pitchFamily="34" charset="0"/>
              <a:buNone/>
              <a:defRPr sz="3600" cap="none" baseline="0">
                <a:solidFill>
                  <a:srgbClr val="004050"/>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edit slide title</a:t>
            </a:r>
          </a:p>
        </p:txBody>
      </p:sp>
      <p:sp>
        <p:nvSpPr>
          <p:cNvPr id="5"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16" name="Freeform 15">
            <a:extLst>
              <a:ext uri="{FF2B5EF4-FFF2-40B4-BE49-F238E27FC236}">
                <a16:creationId xmlns:a16="http://schemas.microsoft.com/office/drawing/2014/main" id="{D44E23D4-CD16-B448-8F0A-11F5CE4FAB4C}"/>
              </a:ext>
            </a:extLst>
          </p:cNvPr>
          <p:cNvSpPr/>
          <p:nvPr userDrawn="1"/>
        </p:nvSpPr>
        <p:spPr>
          <a:xfrm>
            <a:off x="3229535" y="4488657"/>
            <a:ext cx="3729957" cy="2369343"/>
          </a:xfrm>
          <a:custGeom>
            <a:avLst/>
            <a:gdLst>
              <a:gd name="connsiteX0" fmla="*/ 117151 w 1009650"/>
              <a:gd name="connsiteY0" fmla="*/ 24275 h 641350"/>
              <a:gd name="connsiteX1" fmla="*/ 692 w 1009650"/>
              <a:gd name="connsiteY1" fmla="*/ 235603 h 641350"/>
              <a:gd name="connsiteX2" fmla="*/ 208781 w 1009650"/>
              <a:gd name="connsiteY2" fmla="*/ 429659 h 641350"/>
              <a:gd name="connsiteX3" fmla="*/ 350450 w 1009650"/>
              <a:gd name="connsiteY3" fmla="*/ 429659 h 641350"/>
              <a:gd name="connsiteX4" fmla="*/ 350450 w 1009650"/>
              <a:gd name="connsiteY4" fmla="*/ 641432 h 641350"/>
              <a:gd name="connsiteX5" fmla="*/ 428301 w 1009650"/>
              <a:gd name="connsiteY5" fmla="*/ 641432 h 641350"/>
              <a:gd name="connsiteX6" fmla="*/ 428301 w 1009650"/>
              <a:gd name="connsiteY6" fmla="*/ 430358 h 641350"/>
              <a:gd name="connsiteX7" fmla="*/ 777551 w 1009650"/>
              <a:gd name="connsiteY7" fmla="*/ 430358 h 641350"/>
              <a:gd name="connsiteX8" fmla="*/ 652519 w 1009650"/>
              <a:gd name="connsiteY8" fmla="*/ 640352 h 641350"/>
              <a:gd name="connsiteX9" fmla="*/ 698747 w 1009650"/>
              <a:gd name="connsiteY9" fmla="*/ 640352 h 641350"/>
              <a:gd name="connsiteX10" fmla="*/ 713225 w 1009650"/>
              <a:gd name="connsiteY10" fmla="*/ 633050 h 641350"/>
              <a:gd name="connsiteX11" fmla="*/ 864800 w 1009650"/>
              <a:gd name="connsiteY11" fmla="*/ 484206 h 641350"/>
              <a:gd name="connsiteX12" fmla="*/ 1004881 w 1009650"/>
              <a:gd name="connsiteY12" fmla="*/ 412641 h 641350"/>
              <a:gd name="connsiteX13" fmla="*/ 1011231 w 1009650"/>
              <a:gd name="connsiteY13" fmla="*/ 402608 h 641350"/>
              <a:gd name="connsiteX14" fmla="*/ 1011231 w 1009650"/>
              <a:gd name="connsiteY14" fmla="*/ 379685 h 641350"/>
              <a:gd name="connsiteX15" fmla="*/ 1003547 w 1009650"/>
              <a:gd name="connsiteY15" fmla="*/ 368826 h 641350"/>
              <a:gd name="connsiteX16" fmla="*/ 710241 w 1009650"/>
              <a:gd name="connsiteY16" fmla="*/ 145624 h 641350"/>
              <a:gd name="connsiteX17" fmla="*/ 705224 w 1009650"/>
              <a:gd name="connsiteY17" fmla="*/ 141687 h 641350"/>
              <a:gd name="connsiteX18" fmla="*/ 652138 w 1009650"/>
              <a:gd name="connsiteY18" fmla="*/ 141687 h 641350"/>
              <a:gd name="connsiteX19" fmla="*/ 777487 w 1009650"/>
              <a:gd name="connsiteY19" fmla="*/ 353078 h 641350"/>
              <a:gd name="connsiteX20" fmla="*/ 428237 w 1009650"/>
              <a:gd name="connsiteY20" fmla="*/ 353078 h 641350"/>
              <a:gd name="connsiteX21" fmla="*/ 428237 w 1009650"/>
              <a:gd name="connsiteY21" fmla="*/ 344887 h 641350"/>
              <a:gd name="connsiteX22" fmla="*/ 428237 w 1009650"/>
              <a:gd name="connsiteY22" fmla="*/ 210013 h 641350"/>
              <a:gd name="connsiteX23" fmla="*/ 422776 w 1009650"/>
              <a:gd name="connsiteY23" fmla="*/ 165563 h 641350"/>
              <a:gd name="connsiteX24" fmla="*/ 278060 w 1009650"/>
              <a:gd name="connsiteY24" fmla="*/ 11385 h 641350"/>
              <a:gd name="connsiteX25" fmla="*/ 117151 w 1009650"/>
              <a:gd name="connsiteY25" fmla="*/ 24275 h 641350"/>
              <a:gd name="connsiteX26" fmla="*/ 331654 w 1009650"/>
              <a:gd name="connsiteY26" fmla="*/ 145370 h 641350"/>
              <a:gd name="connsiteX27" fmla="*/ 350704 w 1009650"/>
              <a:gd name="connsiteY27" fmla="*/ 216045 h 641350"/>
              <a:gd name="connsiteX28" fmla="*/ 350704 w 1009650"/>
              <a:gd name="connsiteY28" fmla="*/ 343045 h 641350"/>
              <a:gd name="connsiteX29" fmla="*/ 350704 w 1009650"/>
              <a:gd name="connsiteY29" fmla="*/ 352634 h 641350"/>
              <a:gd name="connsiteX30" fmla="*/ 346513 w 1009650"/>
              <a:gd name="connsiteY30" fmla="*/ 353142 h 641350"/>
              <a:gd name="connsiteX31" fmla="*/ 208591 w 1009650"/>
              <a:gd name="connsiteY31" fmla="*/ 352697 h 641350"/>
              <a:gd name="connsiteX32" fmla="*/ 104069 w 1009650"/>
              <a:gd name="connsiteY32" fmla="*/ 297579 h 641350"/>
              <a:gd name="connsiteX33" fmla="*/ 190493 w 1009650"/>
              <a:gd name="connsiteY33" fmla="*/ 79457 h 641350"/>
              <a:gd name="connsiteX34" fmla="*/ 331654 w 1009650"/>
              <a:gd name="connsiteY34" fmla="*/ 145370 h 641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009650" h="641350">
                <a:moveTo>
                  <a:pt x="117151" y="24275"/>
                </a:moveTo>
                <a:cubicBezTo>
                  <a:pt x="34918" y="69741"/>
                  <a:pt x="-5912" y="140163"/>
                  <a:pt x="692" y="235603"/>
                </a:cubicBezTo>
                <a:cubicBezTo>
                  <a:pt x="7994" y="341013"/>
                  <a:pt x="103117" y="429659"/>
                  <a:pt x="208781" y="429659"/>
                </a:cubicBezTo>
                <a:lnTo>
                  <a:pt x="350450" y="429659"/>
                </a:lnTo>
                <a:lnTo>
                  <a:pt x="350450" y="641432"/>
                </a:lnTo>
                <a:lnTo>
                  <a:pt x="428301" y="641432"/>
                </a:lnTo>
                <a:lnTo>
                  <a:pt x="428301" y="430358"/>
                </a:lnTo>
                <a:lnTo>
                  <a:pt x="777551" y="430358"/>
                </a:lnTo>
                <a:cubicBezTo>
                  <a:pt x="722305" y="492842"/>
                  <a:pt x="679379" y="561231"/>
                  <a:pt x="652519" y="640352"/>
                </a:cubicBezTo>
                <a:cubicBezTo>
                  <a:pt x="668712" y="640352"/>
                  <a:pt x="683761" y="640352"/>
                  <a:pt x="698747" y="640352"/>
                </a:cubicBezTo>
                <a:cubicBezTo>
                  <a:pt x="704581" y="640933"/>
                  <a:pt x="710224" y="638086"/>
                  <a:pt x="713225" y="633050"/>
                </a:cubicBezTo>
                <a:cubicBezTo>
                  <a:pt x="754165" y="574534"/>
                  <a:pt x="805550" y="524075"/>
                  <a:pt x="864800" y="484206"/>
                </a:cubicBezTo>
                <a:cubicBezTo>
                  <a:pt x="908435" y="454786"/>
                  <a:pt x="955471" y="430757"/>
                  <a:pt x="1004881" y="412641"/>
                </a:cubicBezTo>
                <a:cubicBezTo>
                  <a:pt x="1009346" y="411541"/>
                  <a:pt x="1012148" y="407114"/>
                  <a:pt x="1011231" y="402608"/>
                </a:cubicBezTo>
                <a:cubicBezTo>
                  <a:pt x="1010723" y="394975"/>
                  <a:pt x="1010723" y="387317"/>
                  <a:pt x="1011231" y="379685"/>
                </a:cubicBezTo>
                <a:cubicBezTo>
                  <a:pt x="1011802" y="373335"/>
                  <a:pt x="1009135" y="370922"/>
                  <a:pt x="1003547" y="368826"/>
                </a:cubicBezTo>
                <a:cubicBezTo>
                  <a:pt x="883532" y="323741"/>
                  <a:pt x="784154" y="251351"/>
                  <a:pt x="710241" y="145624"/>
                </a:cubicBezTo>
                <a:cubicBezTo>
                  <a:pt x="709034" y="143909"/>
                  <a:pt x="706939" y="141750"/>
                  <a:pt x="705224" y="141687"/>
                </a:cubicBezTo>
                <a:cubicBezTo>
                  <a:pt x="687889" y="141687"/>
                  <a:pt x="670616" y="141687"/>
                  <a:pt x="652138" y="141687"/>
                </a:cubicBezTo>
                <a:cubicBezTo>
                  <a:pt x="678808" y="221506"/>
                  <a:pt x="721988" y="290213"/>
                  <a:pt x="777487" y="353078"/>
                </a:cubicBezTo>
                <a:lnTo>
                  <a:pt x="428237" y="353078"/>
                </a:lnTo>
                <a:lnTo>
                  <a:pt x="428237" y="344887"/>
                </a:lnTo>
                <a:cubicBezTo>
                  <a:pt x="428237" y="299929"/>
                  <a:pt x="428681" y="254971"/>
                  <a:pt x="428237" y="210013"/>
                </a:cubicBezTo>
                <a:cubicBezTo>
                  <a:pt x="428159" y="195034"/>
                  <a:pt x="426326" y="180115"/>
                  <a:pt x="422776" y="165563"/>
                </a:cubicBezTo>
                <a:cubicBezTo>
                  <a:pt x="402392" y="88283"/>
                  <a:pt x="353498" y="36150"/>
                  <a:pt x="278060" y="11385"/>
                </a:cubicBezTo>
                <a:cubicBezTo>
                  <a:pt x="223323" y="-6776"/>
                  <a:pt x="167760" y="-3728"/>
                  <a:pt x="117151" y="24275"/>
                </a:cubicBezTo>
                <a:close/>
                <a:moveTo>
                  <a:pt x="331654" y="145370"/>
                </a:moveTo>
                <a:cubicBezTo>
                  <a:pt x="344472" y="166690"/>
                  <a:pt x="351071" y="191171"/>
                  <a:pt x="350704" y="216045"/>
                </a:cubicBezTo>
                <a:cubicBezTo>
                  <a:pt x="350704" y="258463"/>
                  <a:pt x="350704" y="300818"/>
                  <a:pt x="350704" y="343045"/>
                </a:cubicBezTo>
                <a:lnTo>
                  <a:pt x="350704" y="352634"/>
                </a:lnTo>
                <a:cubicBezTo>
                  <a:pt x="349319" y="352892"/>
                  <a:pt x="347920" y="353061"/>
                  <a:pt x="346513" y="353142"/>
                </a:cubicBezTo>
                <a:cubicBezTo>
                  <a:pt x="300539" y="353142"/>
                  <a:pt x="254564" y="353142"/>
                  <a:pt x="208591" y="352697"/>
                </a:cubicBezTo>
                <a:cubicBezTo>
                  <a:pt x="164649" y="352062"/>
                  <a:pt x="129724" y="332123"/>
                  <a:pt x="104069" y="297579"/>
                </a:cubicBezTo>
                <a:cubicBezTo>
                  <a:pt x="38347" y="209187"/>
                  <a:pt x="96132" y="97173"/>
                  <a:pt x="190493" y="79457"/>
                </a:cubicBezTo>
                <a:cubicBezTo>
                  <a:pt x="246651" y="70112"/>
                  <a:pt x="302766" y="96313"/>
                  <a:pt x="331654" y="145370"/>
                </a:cubicBezTo>
                <a:close/>
              </a:path>
            </a:pathLst>
          </a:custGeom>
          <a:solidFill>
            <a:srgbClr val="7E007C"/>
          </a:solidFill>
          <a:ln w="6350" cap="flat">
            <a:noFill/>
            <a:prstDash val="solid"/>
            <a:miter/>
          </a:ln>
        </p:spPr>
        <p:txBody>
          <a:bodyPr rtlCol="0" anchor="ctr"/>
          <a:lstStyle/>
          <a:p>
            <a:endParaRPr lang="en-GB"/>
          </a:p>
        </p:txBody>
      </p:sp>
      <p:sp>
        <p:nvSpPr>
          <p:cNvPr id="8" name="Rectangle 7"/>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65464019"/>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preserve="1" userDrawn="1">
  <p:cSld name="3_Activity 1">
    <p:bg>
      <p:bgPr>
        <a:solidFill>
          <a:srgbClr val="7E007C"/>
        </a:solidFill>
        <a:effectLst/>
      </p:bgPr>
    </p:bg>
    <p:spTree>
      <p:nvGrpSpPr>
        <p:cNvPr id="1" name=""/>
        <p:cNvGrpSpPr/>
        <p:nvPr/>
      </p:nvGrpSpPr>
      <p:grpSpPr>
        <a:xfrm>
          <a:off x="0" y="0"/>
          <a:ext cx="0" cy="0"/>
          <a:chOff x="0" y="0"/>
          <a:chExt cx="0" cy="0"/>
        </a:xfrm>
      </p:grpSpPr>
      <p:sp>
        <p:nvSpPr>
          <p:cNvPr id="10" name="Freeform 9">
            <a:extLst>
              <a:ext uri="{FF2B5EF4-FFF2-40B4-BE49-F238E27FC236}">
                <a16:creationId xmlns:a16="http://schemas.microsoft.com/office/drawing/2014/main" id="{56887D20-DCD6-8E49-BF31-8F4C2FCCD421}"/>
              </a:ext>
            </a:extLst>
          </p:cNvPr>
          <p:cNvSpPr/>
          <p:nvPr userDrawn="1"/>
        </p:nvSpPr>
        <p:spPr>
          <a:xfrm>
            <a:off x="487005" y="518307"/>
            <a:ext cx="3525956" cy="4061544"/>
          </a:xfrm>
          <a:custGeom>
            <a:avLst/>
            <a:gdLst>
              <a:gd name="connsiteX0" fmla="*/ 1008895 w 1003300"/>
              <a:gd name="connsiteY0" fmla="*/ 731076 h 1155700"/>
              <a:gd name="connsiteX1" fmla="*/ 581921 w 1003300"/>
              <a:gd name="connsiteY1" fmla="*/ 1157986 h 1155700"/>
              <a:gd name="connsiteX2" fmla="*/ 581921 w 1003300"/>
              <a:gd name="connsiteY2" fmla="*/ 932371 h 1155700"/>
              <a:gd name="connsiteX3" fmla="*/ 565728 w 1003300"/>
              <a:gd name="connsiteY3" fmla="*/ 932371 h 1155700"/>
              <a:gd name="connsiteX4" fmla="*/ 485337 w 1003300"/>
              <a:gd name="connsiteY4" fmla="*/ 923163 h 1155700"/>
              <a:gd name="connsiteX5" fmla="*/ 405454 w 1003300"/>
              <a:gd name="connsiteY5" fmla="*/ 877824 h 1155700"/>
              <a:gd name="connsiteX6" fmla="*/ 306585 w 1003300"/>
              <a:gd name="connsiteY6" fmla="*/ 784035 h 1155700"/>
              <a:gd name="connsiteX7" fmla="*/ 114497 w 1003300"/>
              <a:gd name="connsiteY7" fmla="*/ 591312 h 1155700"/>
              <a:gd name="connsiteX8" fmla="*/ 29534 w 1003300"/>
              <a:gd name="connsiteY8" fmla="*/ 484251 h 1155700"/>
              <a:gd name="connsiteX9" fmla="*/ 7500 w 1003300"/>
              <a:gd name="connsiteY9" fmla="*/ 408051 h 1155700"/>
              <a:gd name="connsiteX10" fmla="*/ 452 w 1003300"/>
              <a:gd name="connsiteY10" fmla="*/ 282766 h 1155700"/>
              <a:gd name="connsiteX11" fmla="*/ 452 w 1003300"/>
              <a:gd name="connsiteY11" fmla="*/ 10668 h 1155700"/>
              <a:gd name="connsiteX12" fmla="*/ 452 w 1003300"/>
              <a:gd name="connsiteY12" fmla="*/ 1333 h 1155700"/>
              <a:gd name="connsiteX13" fmla="*/ 201937 w 1003300"/>
              <a:gd name="connsiteY13" fmla="*/ 203200 h 1155700"/>
              <a:gd name="connsiteX14" fmla="*/ 405137 w 1003300"/>
              <a:gd name="connsiteY14" fmla="*/ 0 h 1155700"/>
              <a:gd name="connsiteX15" fmla="*/ 405137 w 1003300"/>
              <a:gd name="connsiteY15" fmla="*/ 527876 h 1155700"/>
              <a:gd name="connsiteX16" fmla="*/ 573221 w 1003300"/>
              <a:gd name="connsiteY16" fmla="*/ 527876 h 1155700"/>
              <a:gd name="connsiteX17" fmla="*/ 581984 w 1003300"/>
              <a:gd name="connsiteY17" fmla="*/ 518732 h 1155700"/>
              <a:gd name="connsiteX18" fmla="*/ 581984 w 1003300"/>
              <a:gd name="connsiteY18" fmla="*/ 303975 h 1155700"/>
              <a:gd name="connsiteX19" fmla="*/ 1008895 w 1003300"/>
              <a:gd name="connsiteY19" fmla="*/ 731076 h 1155700"/>
              <a:gd name="connsiteX20" fmla="*/ 649929 w 1003300"/>
              <a:gd name="connsiteY20" fmla="*/ 864426 h 1155700"/>
              <a:gd name="connsiteX21" fmla="*/ 649929 w 1003300"/>
              <a:gd name="connsiteY21" fmla="*/ 991807 h 1155700"/>
              <a:gd name="connsiteX22" fmla="*/ 911359 w 1003300"/>
              <a:gd name="connsiteY22" fmla="*/ 730568 h 1155700"/>
              <a:gd name="connsiteX23" fmla="*/ 649231 w 1003300"/>
              <a:gd name="connsiteY23" fmla="*/ 468376 h 1155700"/>
              <a:gd name="connsiteX24" fmla="*/ 649231 w 1003300"/>
              <a:gd name="connsiteY24" fmla="*/ 595693 h 1155700"/>
              <a:gd name="connsiteX25" fmla="*/ 216732 w 1003300"/>
              <a:gd name="connsiteY25" fmla="*/ 595693 h 1155700"/>
              <a:gd name="connsiteX26" fmla="*/ 221558 w 1003300"/>
              <a:gd name="connsiteY26" fmla="*/ 601091 h 1155700"/>
              <a:gd name="connsiteX27" fmla="*/ 427870 w 1003300"/>
              <a:gd name="connsiteY27" fmla="*/ 807720 h 1155700"/>
              <a:gd name="connsiteX28" fmla="*/ 542170 w 1003300"/>
              <a:gd name="connsiteY28" fmla="*/ 862457 h 1155700"/>
              <a:gd name="connsiteX29" fmla="*/ 624720 w 1003300"/>
              <a:gd name="connsiteY29" fmla="*/ 864426 h 1155700"/>
              <a:gd name="connsiteX30" fmla="*/ 649929 w 1003300"/>
              <a:gd name="connsiteY30" fmla="*/ 864426 h 1155700"/>
              <a:gd name="connsiteX31" fmla="*/ 68523 w 1003300"/>
              <a:gd name="connsiteY31" fmla="*/ 162941 h 1155700"/>
              <a:gd name="connsiteX32" fmla="*/ 68142 w 1003300"/>
              <a:gd name="connsiteY32" fmla="*/ 168275 h 1155700"/>
              <a:gd name="connsiteX33" fmla="*/ 68460 w 1003300"/>
              <a:gd name="connsiteY33" fmla="*/ 339725 h 1155700"/>
              <a:gd name="connsiteX34" fmla="*/ 75318 w 1003300"/>
              <a:gd name="connsiteY34" fmla="*/ 411162 h 1155700"/>
              <a:gd name="connsiteX35" fmla="*/ 127325 w 1003300"/>
              <a:gd name="connsiteY35" fmla="*/ 494665 h 1155700"/>
              <a:gd name="connsiteX36" fmla="*/ 203207 w 1003300"/>
              <a:gd name="connsiteY36" fmla="*/ 521780 h 1155700"/>
              <a:gd name="connsiteX37" fmla="*/ 333889 w 1003300"/>
              <a:gd name="connsiteY37" fmla="*/ 527558 h 1155700"/>
              <a:gd name="connsiteX38" fmla="*/ 336937 w 1003300"/>
              <a:gd name="connsiteY38" fmla="*/ 526732 h 1155700"/>
              <a:gd name="connsiteX39" fmla="*/ 336938 w 1003300"/>
              <a:gd name="connsiteY39" fmla="*/ 162243 h 1155700"/>
              <a:gd name="connsiteX40" fmla="*/ 202508 w 1003300"/>
              <a:gd name="connsiteY40" fmla="*/ 295021 h 1155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1003300" h="1155700">
                <a:moveTo>
                  <a:pt x="1008895" y="731076"/>
                </a:moveTo>
                <a:lnTo>
                  <a:pt x="581921" y="1157986"/>
                </a:lnTo>
                <a:lnTo>
                  <a:pt x="581921" y="932371"/>
                </a:lnTo>
                <a:lnTo>
                  <a:pt x="565728" y="932371"/>
                </a:lnTo>
                <a:cubicBezTo>
                  <a:pt x="538636" y="932998"/>
                  <a:pt x="511586" y="929900"/>
                  <a:pt x="485337" y="923163"/>
                </a:cubicBezTo>
                <a:cubicBezTo>
                  <a:pt x="455495" y="914588"/>
                  <a:pt x="428116" y="899048"/>
                  <a:pt x="405454" y="877824"/>
                </a:cubicBezTo>
                <a:cubicBezTo>
                  <a:pt x="371736" y="847407"/>
                  <a:pt x="338843" y="815975"/>
                  <a:pt x="306585" y="784035"/>
                </a:cubicBezTo>
                <a:cubicBezTo>
                  <a:pt x="242111" y="720238"/>
                  <a:pt x="178082" y="655997"/>
                  <a:pt x="114497" y="591312"/>
                </a:cubicBezTo>
                <a:cubicBezTo>
                  <a:pt x="82430" y="558737"/>
                  <a:pt x="52140" y="524510"/>
                  <a:pt x="29534" y="484251"/>
                </a:cubicBezTo>
                <a:cubicBezTo>
                  <a:pt x="16810" y="460725"/>
                  <a:pt x="9295" y="434737"/>
                  <a:pt x="7500" y="408051"/>
                </a:cubicBezTo>
                <a:cubicBezTo>
                  <a:pt x="3944" y="366395"/>
                  <a:pt x="1150" y="324548"/>
                  <a:pt x="452" y="282766"/>
                </a:cubicBezTo>
                <a:cubicBezTo>
                  <a:pt x="-565" y="192087"/>
                  <a:pt x="452" y="101346"/>
                  <a:pt x="452" y="10668"/>
                </a:cubicBezTo>
                <a:lnTo>
                  <a:pt x="452" y="1333"/>
                </a:lnTo>
                <a:cubicBezTo>
                  <a:pt x="67952" y="68961"/>
                  <a:pt x="134817" y="135890"/>
                  <a:pt x="201937" y="203200"/>
                </a:cubicBezTo>
                <a:lnTo>
                  <a:pt x="405137" y="0"/>
                </a:lnTo>
                <a:lnTo>
                  <a:pt x="405137" y="527876"/>
                </a:lnTo>
                <a:cubicBezTo>
                  <a:pt x="408185" y="527876"/>
                  <a:pt x="519818" y="527876"/>
                  <a:pt x="573221" y="527876"/>
                </a:cubicBezTo>
                <a:cubicBezTo>
                  <a:pt x="580524" y="527876"/>
                  <a:pt x="581984" y="525463"/>
                  <a:pt x="581984" y="518732"/>
                </a:cubicBezTo>
                <a:cubicBezTo>
                  <a:pt x="581984" y="449516"/>
                  <a:pt x="581984" y="305435"/>
                  <a:pt x="581984" y="303975"/>
                </a:cubicBezTo>
                <a:cubicBezTo>
                  <a:pt x="580778" y="304292"/>
                  <a:pt x="1010038" y="732028"/>
                  <a:pt x="1008895" y="731076"/>
                </a:cubicBezTo>
                <a:close/>
                <a:moveTo>
                  <a:pt x="649929" y="864426"/>
                </a:moveTo>
                <a:lnTo>
                  <a:pt x="649929" y="991807"/>
                </a:lnTo>
                <a:cubicBezTo>
                  <a:pt x="737601" y="904092"/>
                  <a:pt x="824745" y="817012"/>
                  <a:pt x="911359" y="730568"/>
                </a:cubicBezTo>
                <a:lnTo>
                  <a:pt x="649231" y="468376"/>
                </a:lnTo>
                <a:lnTo>
                  <a:pt x="649231" y="595693"/>
                </a:lnTo>
                <a:lnTo>
                  <a:pt x="216732" y="595693"/>
                </a:lnTo>
                <a:cubicBezTo>
                  <a:pt x="218955" y="598170"/>
                  <a:pt x="220162" y="599757"/>
                  <a:pt x="221558" y="601091"/>
                </a:cubicBezTo>
                <a:cubicBezTo>
                  <a:pt x="290265" y="669967"/>
                  <a:pt x="359036" y="738844"/>
                  <a:pt x="427870" y="807720"/>
                </a:cubicBezTo>
                <a:cubicBezTo>
                  <a:pt x="459620" y="839470"/>
                  <a:pt x="496894" y="859473"/>
                  <a:pt x="542170" y="862457"/>
                </a:cubicBezTo>
                <a:cubicBezTo>
                  <a:pt x="569665" y="864235"/>
                  <a:pt x="597288" y="863854"/>
                  <a:pt x="624720" y="864426"/>
                </a:cubicBezTo>
                <a:cubicBezTo>
                  <a:pt x="632721" y="864553"/>
                  <a:pt x="640404" y="864426"/>
                  <a:pt x="649929" y="864426"/>
                </a:cubicBezTo>
                <a:close/>
                <a:moveTo>
                  <a:pt x="68523" y="162941"/>
                </a:moveTo>
                <a:cubicBezTo>
                  <a:pt x="68523" y="164402"/>
                  <a:pt x="68142" y="166370"/>
                  <a:pt x="68142" y="168275"/>
                </a:cubicBezTo>
                <a:cubicBezTo>
                  <a:pt x="68142" y="225425"/>
                  <a:pt x="67507" y="282575"/>
                  <a:pt x="68460" y="339725"/>
                </a:cubicBezTo>
                <a:cubicBezTo>
                  <a:pt x="68770" y="363686"/>
                  <a:pt x="71064" y="387580"/>
                  <a:pt x="75318" y="411162"/>
                </a:cubicBezTo>
                <a:cubicBezTo>
                  <a:pt x="81668" y="445326"/>
                  <a:pt x="97289" y="474662"/>
                  <a:pt x="127325" y="494665"/>
                </a:cubicBezTo>
                <a:cubicBezTo>
                  <a:pt x="150463" y="508873"/>
                  <a:pt x="176305" y="518107"/>
                  <a:pt x="203207" y="521780"/>
                </a:cubicBezTo>
                <a:cubicBezTo>
                  <a:pt x="246514" y="529273"/>
                  <a:pt x="290265" y="527621"/>
                  <a:pt x="333889" y="527558"/>
                </a:cubicBezTo>
                <a:cubicBezTo>
                  <a:pt x="334936" y="527411"/>
                  <a:pt x="335960" y="527133"/>
                  <a:pt x="336937" y="526732"/>
                </a:cubicBezTo>
                <a:lnTo>
                  <a:pt x="336938" y="162243"/>
                </a:lnTo>
                <a:lnTo>
                  <a:pt x="202508" y="295021"/>
                </a:lnTo>
                <a:close/>
              </a:path>
            </a:pathLst>
          </a:custGeom>
          <a:solidFill>
            <a:schemeClr val="bg1"/>
          </a:solidFill>
          <a:ln w="6350" cap="flat">
            <a:noFill/>
            <a:prstDash val="solid"/>
            <a:miter/>
          </a:ln>
        </p:spPr>
        <p:txBody>
          <a:bodyPr rtlCol="0" anchor="ctr"/>
          <a:lstStyle/>
          <a:p>
            <a:endParaRPr lang="en-GB">
              <a:solidFill>
                <a:schemeClr val="bg1"/>
              </a:solidFill>
            </a:endParaRPr>
          </a:p>
        </p:txBody>
      </p:sp>
      <p:sp>
        <p:nvSpPr>
          <p:cNvPr id="7"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4327302" y="344971"/>
            <a:ext cx="7475232" cy="2858874"/>
          </a:xfrm>
        </p:spPr>
        <p:txBody>
          <a:bodyPr anchor="b" anchorCtr="0">
            <a:noAutofit/>
          </a:bodyPr>
          <a:lstStyle>
            <a:lvl1pPr algn="l">
              <a:lnSpc>
                <a:spcPct val="100000"/>
              </a:lnSpc>
              <a:defRPr sz="3600" baseline="0">
                <a:solidFill>
                  <a:schemeClr val="bg1"/>
                </a:solidFill>
              </a:defRPr>
            </a:lvl1pPr>
          </a:lstStyle>
          <a:p>
            <a:br>
              <a:rPr lang="en-US" noProof="0" dirty="0"/>
            </a:br>
            <a:br>
              <a:rPr lang="en-US" noProof="0" dirty="0"/>
            </a:br>
            <a:r>
              <a:rPr lang="en-US" noProof="0" dirty="0"/>
              <a:t>ACTIVITY: </a:t>
            </a:r>
            <a:br>
              <a:rPr lang="en-US" noProof="0" dirty="0"/>
            </a:br>
            <a:r>
              <a:rPr lang="en-US" noProof="0" dirty="0"/>
              <a:t>CLICK TO EDIT TITLE</a:t>
            </a:r>
            <a:endParaRPr lang="en-GB" noProof="0" dirty="0"/>
          </a:p>
        </p:txBody>
      </p:sp>
      <p:sp>
        <p:nvSpPr>
          <p:cNvPr id="8" name="Text Placeholder 3"/>
          <p:cNvSpPr>
            <a:spLocks noGrp="1"/>
          </p:cNvSpPr>
          <p:nvPr>
            <p:ph type="body" sz="quarter" idx="10" hasCustomPrompt="1"/>
          </p:nvPr>
        </p:nvSpPr>
        <p:spPr>
          <a:xfrm>
            <a:off x="4327303" y="3525004"/>
            <a:ext cx="7475230" cy="2791976"/>
          </a:xfrm>
        </p:spPr>
        <p:txBody>
          <a:bodyPr/>
          <a:lstStyle>
            <a:lvl1pPr>
              <a:lnSpc>
                <a:spcPct val="100000"/>
              </a:lnSpc>
              <a:defRPr b="0" baseline="0">
                <a:solidFill>
                  <a:schemeClr val="bg1"/>
                </a:solidFill>
              </a:defRPr>
            </a:lvl1pPr>
          </a:lstStyle>
          <a:p>
            <a:pPr lvl="0"/>
            <a:r>
              <a:rPr lang="en-US" dirty="0"/>
              <a:t>Click to edit instructions</a:t>
            </a:r>
          </a:p>
        </p:txBody>
      </p:sp>
    </p:spTree>
    <p:extLst>
      <p:ext uri="{BB962C8B-B14F-4D97-AF65-F5344CB8AC3E}">
        <p14:creationId xmlns:p14="http://schemas.microsoft.com/office/powerpoint/2010/main" val="3175680889"/>
      </p:ext>
    </p:extLst>
  </p:cSld>
  <p:clrMapOvr>
    <a:masterClrMapping/>
  </p:clrMapOvr>
  <p:extLst>
    <p:ext uri="{DCECCB84-F9BA-43D5-87BE-67443E8EF086}">
      <p15:sldGuideLst xmlns:p15="http://schemas.microsoft.com/office/powerpoint/2012/main">
        <p15:guide id="1" pos="3840">
          <p15:clr>
            <a:srgbClr val="FBAE40"/>
          </p15:clr>
        </p15:guide>
        <p15:guide id="2" orient="horz" pos="1457">
          <p15:clr>
            <a:srgbClr val="FBAE40"/>
          </p15:clr>
        </p15:guide>
        <p15:guide id="3" orient="horz" pos="3634">
          <p15:clr>
            <a:srgbClr val="FBAE40"/>
          </p15:clr>
        </p15:guide>
      </p15:sldGuideLst>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7" name="Title Placeholder 1">
            <a:extLst>
              <a:ext uri="{FF2B5EF4-FFF2-40B4-BE49-F238E27FC236}">
                <a16:creationId xmlns:a16="http://schemas.microsoft.com/office/drawing/2014/main" id="{71FB68A7-A656-A348-AE42-02B5F30E1E55}"/>
              </a:ext>
            </a:extLst>
          </p:cNvPr>
          <p:cNvSpPr>
            <a:spLocks noGrp="1"/>
          </p:cNvSpPr>
          <p:nvPr>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
        <p:nvSpPr>
          <p:cNvPr id="8" name="Text Placeholder 2">
            <a:extLst>
              <a:ext uri="{FF2B5EF4-FFF2-40B4-BE49-F238E27FC236}">
                <a16:creationId xmlns:a16="http://schemas.microsoft.com/office/drawing/2014/main" id="{B623AAC1-38C0-EC41-AF66-7EC76ACCB83E}"/>
              </a:ext>
            </a:extLst>
          </p:cNvPr>
          <p:cNvSpPr>
            <a:spLocks noGrp="1"/>
          </p:cNvSpPr>
          <p:nvPr>
            <p:ph idx="1"/>
          </p:nvPr>
        </p:nvSpPr>
        <p:spPr>
          <a:xfrm>
            <a:off x="341272" y="1368256"/>
            <a:ext cx="11516239" cy="4955354"/>
          </a:xfrm>
          <a:prstGeom prst="rect">
            <a:avLst/>
          </a:prstGeom>
        </p:spPr>
        <p:txBody>
          <a:bodyPr vert="horz" lIns="0" tIns="0" rIns="0" bIns="0" rtlCol="0" anchor="t" anchorCtr="0">
            <a:noAutofit/>
          </a:bodyPr>
          <a:lstStyle>
            <a:lvl2pPr marL="355600" indent="-266700">
              <a:buFont typeface="Arial" panose="020B0604020202020204" pitchFamily="34" charset="0"/>
              <a:buChar char="•"/>
              <a:defRPr/>
            </a:lvl2pPr>
            <a:lvl3pPr marL="355600" indent="-266700">
              <a:buFont typeface="Arial" panose="020B0604020202020204" pitchFamily="34" charset="0"/>
              <a:buChar char="•"/>
              <a:defRPr/>
            </a:lvl3pPr>
            <a:lvl4pPr marL="355600" indent="-266700">
              <a:buFont typeface="Arial" panose="020B0604020202020204" pitchFamily="34" charset="0"/>
              <a:buChar char="•"/>
              <a:defRPr/>
            </a:lvl4pPr>
            <a:lvl5pPr marL="355600" indent="-266700">
              <a:buFont typeface="Arial" panose="020B0604020202020204" pitchFamily="34" charset="0"/>
              <a:buChar char="•"/>
              <a:defRPr/>
            </a:lvl5pPr>
          </a:lstStyle>
          <a:p>
            <a:pPr lvl="0"/>
            <a:r>
              <a:rPr lang="en-US" dirty="0"/>
              <a:t>Edit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Tree>
    <p:extLst>
      <p:ext uri="{BB962C8B-B14F-4D97-AF65-F5344CB8AC3E}">
        <p14:creationId xmlns:p14="http://schemas.microsoft.com/office/powerpoint/2010/main" val="3212588995"/>
      </p:ext>
    </p:extLst>
  </p:cSld>
  <p:clrMapOvr>
    <a:masterClrMapping/>
  </p:clrMapOvr>
  <p:extLst>
    <p:ext uri="{DCECCB84-F9BA-43D5-87BE-67443E8EF086}">
      <p15:sldGuideLst xmlns:p15="http://schemas.microsoft.com/office/powerpoint/2012/main">
        <p15:guide id="1" orient="horz" pos="777" userDrawn="1">
          <p15:clr>
            <a:srgbClr val="FBAE40"/>
          </p15:clr>
        </p15:guide>
        <p15:guide id="2" pos="3840" userDrawn="1">
          <p15:clr>
            <a:srgbClr val="FBAE40"/>
          </p15:clr>
        </p15:guide>
        <p15:guide id="3" orient="horz" pos="2160" userDrawn="1">
          <p15:clr>
            <a:srgbClr val="FBAE40"/>
          </p15:clr>
        </p15:guide>
        <p15:guide id="4" orient="horz" pos="2260" userDrawn="1">
          <p15:clr>
            <a:srgbClr val="FBAE40"/>
          </p15:clr>
        </p15:guide>
        <p15:guide id="5" pos="3940" userDrawn="1">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Title and image">
    <p:spTree>
      <p:nvGrpSpPr>
        <p:cNvPr id="1" name=""/>
        <p:cNvGrpSpPr/>
        <p:nvPr/>
      </p:nvGrpSpPr>
      <p:grpSpPr>
        <a:xfrm>
          <a:off x="0" y="0"/>
          <a:ext cx="0" cy="0"/>
          <a:chOff x="0" y="0"/>
          <a:chExt cx="0" cy="0"/>
        </a:xfrm>
      </p:grpSpPr>
      <p:sp>
        <p:nvSpPr>
          <p:cNvPr id="3"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2" name="Rectangle 1"/>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 name="Title Placeholder 1">
            <a:extLst>
              <a:ext uri="{FF2B5EF4-FFF2-40B4-BE49-F238E27FC236}">
                <a16:creationId xmlns:a16="http://schemas.microsoft.com/office/drawing/2014/main" id="{71FB68A7-A656-A348-AE42-02B5F30E1E55}"/>
              </a:ext>
            </a:extLst>
          </p:cNvPr>
          <p:cNvSpPr>
            <a:spLocks noGrp="1"/>
          </p:cNvSpPr>
          <p:nvPr>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Tree>
    <p:extLst>
      <p:ext uri="{BB962C8B-B14F-4D97-AF65-F5344CB8AC3E}">
        <p14:creationId xmlns:p14="http://schemas.microsoft.com/office/powerpoint/2010/main" val="3915446001"/>
      </p:ext>
    </p:extLst>
  </p:cSld>
  <p:clrMapOvr>
    <a:masterClrMapping/>
  </p:clrMapOvr>
  <p:extLst>
    <p:ext uri="{DCECCB84-F9BA-43D5-87BE-67443E8EF086}">
      <p15:sldGuideLst xmlns:p15="http://schemas.microsoft.com/office/powerpoint/2012/main">
        <p15:guide id="1" orient="horz" pos="777">
          <p15:clr>
            <a:srgbClr val="FBAE40"/>
          </p15:clr>
        </p15:guide>
        <p15:guide id="2" pos="3840" userDrawn="1">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itle, icons and text">
    <p:spTree>
      <p:nvGrpSpPr>
        <p:cNvPr id="1" name=""/>
        <p:cNvGrpSpPr/>
        <p:nvPr/>
      </p:nvGrpSpPr>
      <p:grpSpPr>
        <a:xfrm>
          <a:off x="0" y="0"/>
          <a:ext cx="0" cy="0"/>
          <a:chOff x="0" y="0"/>
          <a:chExt cx="0" cy="0"/>
        </a:xfrm>
      </p:grpSpPr>
      <p:sp>
        <p:nvSpPr>
          <p:cNvPr id="3" name="Text Placeholder 4"/>
          <p:cNvSpPr>
            <a:spLocks noGrp="1"/>
          </p:cNvSpPr>
          <p:nvPr>
            <p:ph type="body" sz="quarter" idx="15" hasCustomPrompt="1"/>
          </p:nvPr>
        </p:nvSpPr>
        <p:spPr>
          <a:xfrm>
            <a:off x="1059427" y="3673998"/>
            <a:ext cx="2124159" cy="2749952"/>
          </a:xfrm>
        </p:spPr>
        <p:txBody>
          <a:bodyPr/>
          <a:lstStyle>
            <a:lvl1pPr marL="0" indent="0">
              <a:lnSpc>
                <a:spcPct val="100000"/>
              </a:lnSpc>
              <a:buFont typeface="Arial" panose="020B0604020202020204" pitchFamily="34" charset="0"/>
              <a:buNone/>
              <a:defRPr sz="2000" b="0"/>
            </a:lvl1pPr>
            <a:lvl2pPr marL="0" indent="0">
              <a:buFont typeface="Arial" panose="020B0604020202020204" pitchFamily="34" charset="0"/>
              <a:buNone/>
              <a:defRPr sz="18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p:txBody>
      </p:sp>
      <p:sp>
        <p:nvSpPr>
          <p:cNvPr id="4" name="Text Placeholder 4"/>
          <p:cNvSpPr>
            <a:spLocks noGrp="1"/>
          </p:cNvSpPr>
          <p:nvPr>
            <p:ph type="body" sz="quarter" idx="16" hasCustomPrompt="1"/>
          </p:nvPr>
        </p:nvSpPr>
        <p:spPr>
          <a:xfrm>
            <a:off x="3639645" y="3673998"/>
            <a:ext cx="2068065" cy="2749952"/>
          </a:xfrm>
        </p:spPr>
        <p:txBody>
          <a:bodyPr/>
          <a:lstStyle>
            <a:lvl1pPr marL="0" indent="0">
              <a:lnSpc>
                <a:spcPct val="100000"/>
              </a:lnSpc>
              <a:buFont typeface="Arial" panose="020B0604020202020204" pitchFamily="34" charset="0"/>
              <a:buNone/>
              <a:defRPr sz="2000" b="0"/>
            </a:lvl1pPr>
            <a:lvl2pPr marL="180000" indent="-180000">
              <a:buFont typeface="Arial" panose="020B0604020202020204" pitchFamily="34" charset="0"/>
              <a:buChar char="•"/>
              <a:defRPr sz="18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p:txBody>
      </p:sp>
      <p:sp>
        <p:nvSpPr>
          <p:cNvPr id="6" name="Text Placeholder 4"/>
          <p:cNvSpPr>
            <a:spLocks noGrp="1"/>
          </p:cNvSpPr>
          <p:nvPr>
            <p:ph type="body" sz="quarter" idx="17" hasCustomPrompt="1"/>
          </p:nvPr>
        </p:nvSpPr>
        <p:spPr>
          <a:xfrm>
            <a:off x="6149996" y="3673998"/>
            <a:ext cx="2130523" cy="2749952"/>
          </a:xfrm>
        </p:spPr>
        <p:txBody>
          <a:bodyPr/>
          <a:lstStyle>
            <a:lvl1pPr marL="0" indent="0">
              <a:lnSpc>
                <a:spcPct val="100000"/>
              </a:lnSpc>
              <a:buFont typeface="Arial" panose="020B0604020202020204" pitchFamily="34" charset="0"/>
              <a:buNone/>
              <a:defRPr sz="2000" b="0"/>
            </a:lvl1pPr>
            <a:lvl2pPr marL="180000" indent="-180000">
              <a:buFont typeface="Arial" panose="020B0604020202020204" pitchFamily="34" charset="0"/>
              <a:buChar char="•"/>
              <a:defRPr sz="18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p:txBody>
      </p:sp>
      <p:sp>
        <p:nvSpPr>
          <p:cNvPr id="7" name="Picture Placeholder 21"/>
          <p:cNvSpPr>
            <a:spLocks noGrp="1"/>
          </p:cNvSpPr>
          <p:nvPr>
            <p:ph type="pic" sz="quarter" idx="18" hasCustomPrompt="1"/>
          </p:nvPr>
        </p:nvSpPr>
        <p:spPr>
          <a:xfrm>
            <a:off x="1059428" y="1993484"/>
            <a:ext cx="1437932" cy="1437930"/>
          </a:xfrm>
        </p:spPr>
        <p:txBody>
          <a:bodyPr/>
          <a:lstStyle>
            <a:lvl1pPr marL="0" indent="0">
              <a:buNone/>
              <a:defRPr/>
            </a:lvl1pPr>
          </a:lstStyle>
          <a:p>
            <a:r>
              <a:rPr lang="en-GB" dirty="0"/>
              <a:t>icon</a:t>
            </a:r>
          </a:p>
        </p:txBody>
      </p:sp>
      <p:sp>
        <p:nvSpPr>
          <p:cNvPr id="8" name="Picture Placeholder 21"/>
          <p:cNvSpPr>
            <a:spLocks noGrp="1"/>
          </p:cNvSpPr>
          <p:nvPr>
            <p:ph type="pic" sz="quarter" idx="19" hasCustomPrompt="1"/>
          </p:nvPr>
        </p:nvSpPr>
        <p:spPr>
          <a:xfrm>
            <a:off x="3639646" y="1986408"/>
            <a:ext cx="1437932" cy="1437930"/>
          </a:xfrm>
        </p:spPr>
        <p:txBody>
          <a:bodyPr/>
          <a:lstStyle>
            <a:lvl1pPr marL="0" indent="0">
              <a:buNone/>
              <a:defRPr/>
            </a:lvl1pPr>
          </a:lstStyle>
          <a:p>
            <a:r>
              <a:rPr lang="en-GB" dirty="0"/>
              <a:t>icon</a:t>
            </a:r>
          </a:p>
        </p:txBody>
      </p:sp>
      <p:sp>
        <p:nvSpPr>
          <p:cNvPr id="9" name="Picture Placeholder 21"/>
          <p:cNvSpPr>
            <a:spLocks noGrp="1"/>
          </p:cNvSpPr>
          <p:nvPr>
            <p:ph type="pic" sz="quarter" idx="20" hasCustomPrompt="1"/>
          </p:nvPr>
        </p:nvSpPr>
        <p:spPr>
          <a:xfrm>
            <a:off x="6149997" y="1993484"/>
            <a:ext cx="1437932" cy="1437930"/>
          </a:xfrm>
        </p:spPr>
        <p:txBody>
          <a:bodyPr/>
          <a:lstStyle>
            <a:lvl1pPr marL="0" indent="0">
              <a:buNone/>
              <a:defRPr/>
            </a:lvl1pPr>
          </a:lstStyle>
          <a:p>
            <a:r>
              <a:rPr lang="en-GB" dirty="0"/>
              <a:t>icon</a:t>
            </a:r>
          </a:p>
        </p:txBody>
      </p:sp>
      <p:sp>
        <p:nvSpPr>
          <p:cNvPr id="10" name="Text Placeholder 4"/>
          <p:cNvSpPr>
            <a:spLocks noGrp="1"/>
          </p:cNvSpPr>
          <p:nvPr>
            <p:ph type="body" sz="quarter" idx="21" hasCustomPrompt="1"/>
          </p:nvPr>
        </p:nvSpPr>
        <p:spPr>
          <a:xfrm>
            <a:off x="8637070" y="3688989"/>
            <a:ext cx="2183449" cy="2749952"/>
          </a:xfrm>
        </p:spPr>
        <p:txBody>
          <a:bodyPr/>
          <a:lstStyle>
            <a:lvl1pPr marL="0" indent="0">
              <a:lnSpc>
                <a:spcPct val="100000"/>
              </a:lnSpc>
              <a:buFont typeface="Arial" panose="020B0604020202020204" pitchFamily="34" charset="0"/>
              <a:buNone/>
              <a:defRPr sz="2000" b="0"/>
            </a:lvl1pPr>
            <a:lvl2pPr marL="180000" indent="-180000">
              <a:buFont typeface="Arial" panose="020B0604020202020204" pitchFamily="34" charset="0"/>
              <a:buChar char="•"/>
              <a:defRPr sz="18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p:txBody>
      </p:sp>
      <p:sp>
        <p:nvSpPr>
          <p:cNvPr id="11" name="Picture Placeholder 21"/>
          <p:cNvSpPr>
            <a:spLocks noGrp="1"/>
          </p:cNvSpPr>
          <p:nvPr>
            <p:ph type="pic" sz="quarter" idx="22" hasCustomPrompt="1"/>
          </p:nvPr>
        </p:nvSpPr>
        <p:spPr>
          <a:xfrm>
            <a:off x="8637071" y="2008475"/>
            <a:ext cx="1437932" cy="1437930"/>
          </a:xfrm>
        </p:spPr>
        <p:txBody>
          <a:bodyPr/>
          <a:lstStyle>
            <a:lvl1pPr marL="0" indent="0">
              <a:buNone/>
              <a:defRPr/>
            </a:lvl1pPr>
          </a:lstStyle>
          <a:p>
            <a:r>
              <a:rPr lang="en-GB" dirty="0"/>
              <a:t>icon</a:t>
            </a:r>
          </a:p>
        </p:txBody>
      </p:sp>
      <p:sp>
        <p:nvSpPr>
          <p:cNvPr id="12"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13" name="Rectangle 12"/>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Title Placeholder 1">
            <a:extLst>
              <a:ext uri="{FF2B5EF4-FFF2-40B4-BE49-F238E27FC236}">
                <a16:creationId xmlns:a16="http://schemas.microsoft.com/office/drawing/2014/main" id="{71FB68A7-A656-A348-AE42-02B5F30E1E55}"/>
              </a:ext>
            </a:extLst>
          </p:cNvPr>
          <p:cNvSpPr>
            <a:spLocks noGrp="1"/>
          </p:cNvSpPr>
          <p:nvPr>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Tree>
    <p:extLst>
      <p:ext uri="{BB962C8B-B14F-4D97-AF65-F5344CB8AC3E}">
        <p14:creationId xmlns:p14="http://schemas.microsoft.com/office/powerpoint/2010/main" val="4138968323"/>
      </p:ext>
    </p:extLst>
  </p:cSld>
  <p:clrMapOvr>
    <a:masterClrMapping/>
  </p:clrMapOvr>
  <p:extLst>
    <p:ext uri="{DCECCB84-F9BA-43D5-87BE-67443E8EF086}">
      <p15:sldGuideLst xmlns:p15="http://schemas.microsoft.com/office/powerpoint/2012/main">
        <p15:guide id="1" orient="horz" pos="777">
          <p15:clr>
            <a:srgbClr val="FBAE40"/>
          </p15:clr>
        </p15:guide>
        <p15:guide id="2" pos="3840">
          <p15:clr>
            <a:srgbClr val="FBAE40"/>
          </p15:clr>
        </p15:guide>
      </p15:sldGuideLst>
    </p:ext>
  </p:extLst>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Four text blocks">
    <p:spTree>
      <p:nvGrpSpPr>
        <p:cNvPr id="1" name=""/>
        <p:cNvGrpSpPr/>
        <p:nvPr/>
      </p:nvGrpSpPr>
      <p:grpSpPr>
        <a:xfrm>
          <a:off x="0" y="0"/>
          <a:ext cx="0" cy="0"/>
          <a:chOff x="0" y="0"/>
          <a:chExt cx="0" cy="0"/>
        </a:xfrm>
      </p:grpSpPr>
      <p:sp>
        <p:nvSpPr>
          <p:cNvPr id="10" name="Text Placeholder 7"/>
          <p:cNvSpPr>
            <a:spLocks noGrp="1"/>
          </p:cNvSpPr>
          <p:nvPr>
            <p:ph type="body" sz="quarter" idx="11" hasCustomPrompt="1"/>
          </p:nvPr>
        </p:nvSpPr>
        <p:spPr>
          <a:xfrm>
            <a:off x="1065907" y="1986354"/>
            <a:ext cx="2153905"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5" name="Text Placeholder 7"/>
          <p:cNvSpPr>
            <a:spLocks noGrp="1"/>
          </p:cNvSpPr>
          <p:nvPr>
            <p:ph type="body" sz="quarter" idx="13" hasCustomPrompt="1"/>
          </p:nvPr>
        </p:nvSpPr>
        <p:spPr>
          <a:xfrm>
            <a:off x="3511826" y="1986354"/>
            <a:ext cx="2153905"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6" name="Text Placeholder 7"/>
          <p:cNvSpPr>
            <a:spLocks noGrp="1"/>
          </p:cNvSpPr>
          <p:nvPr>
            <p:ph type="body" sz="quarter" idx="14" hasCustomPrompt="1"/>
          </p:nvPr>
        </p:nvSpPr>
        <p:spPr>
          <a:xfrm>
            <a:off x="5957745" y="1986353"/>
            <a:ext cx="2153905"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7" name="Text Placeholder 7"/>
          <p:cNvSpPr>
            <a:spLocks noGrp="1"/>
          </p:cNvSpPr>
          <p:nvPr>
            <p:ph type="body" sz="quarter" idx="15" hasCustomPrompt="1"/>
          </p:nvPr>
        </p:nvSpPr>
        <p:spPr>
          <a:xfrm>
            <a:off x="8403664" y="1986352"/>
            <a:ext cx="2153905"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8"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9" name="Rectangle 8"/>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Title Placeholder 1">
            <a:extLst>
              <a:ext uri="{FF2B5EF4-FFF2-40B4-BE49-F238E27FC236}">
                <a16:creationId xmlns:a16="http://schemas.microsoft.com/office/drawing/2014/main" id="{71FB68A7-A656-A348-AE42-02B5F30E1E55}"/>
              </a:ext>
            </a:extLst>
          </p:cNvPr>
          <p:cNvSpPr>
            <a:spLocks noGrp="1"/>
          </p:cNvSpPr>
          <p:nvPr>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Tree>
    <p:extLst>
      <p:ext uri="{BB962C8B-B14F-4D97-AF65-F5344CB8AC3E}">
        <p14:creationId xmlns:p14="http://schemas.microsoft.com/office/powerpoint/2010/main" val="1127195669"/>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wo Text Blocks">
    <p:spTree>
      <p:nvGrpSpPr>
        <p:cNvPr id="1" name=""/>
        <p:cNvGrpSpPr/>
        <p:nvPr/>
      </p:nvGrpSpPr>
      <p:grpSpPr>
        <a:xfrm>
          <a:off x="0" y="0"/>
          <a:ext cx="0" cy="0"/>
          <a:chOff x="0" y="0"/>
          <a:chExt cx="0" cy="0"/>
        </a:xfrm>
      </p:grpSpPr>
      <p:sp>
        <p:nvSpPr>
          <p:cNvPr id="10" name="Text Placeholder 7"/>
          <p:cNvSpPr>
            <a:spLocks noGrp="1"/>
          </p:cNvSpPr>
          <p:nvPr>
            <p:ph type="body" sz="quarter" idx="11" hasCustomPrompt="1"/>
          </p:nvPr>
        </p:nvSpPr>
        <p:spPr>
          <a:xfrm>
            <a:off x="5915467" y="1992793"/>
            <a:ext cx="4646004"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lang="en-US" sz="2000" b="0" i="0" kern="1200" dirty="0">
                <a:solidFill>
                  <a:schemeClr val="tx1"/>
                </a:solidFill>
                <a:latin typeface="Montserrat" pitchFamily="2" charset="77"/>
                <a:ea typeface="+mn-ea"/>
                <a:cs typeface="+mn-cs"/>
              </a:defRPr>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marL="342900" lvl="1" indent="-342900" algn="l" defTabSz="914400" rtl="0" eaLnBrk="1" latinLnBrk="0" hangingPunct="1">
              <a:lnSpc>
                <a:spcPct val="100000"/>
              </a:lnSpc>
              <a:spcBef>
                <a:spcPts val="0"/>
              </a:spcBef>
              <a:spcAft>
                <a:spcPts val="650"/>
              </a:spcAft>
              <a:buSzPct val="115000"/>
              <a:buFont typeface="Arial" panose="020B0604020202020204" pitchFamily="34" charset="0"/>
              <a:buChar char="•"/>
              <a:tabLst/>
            </a:pPr>
            <a:r>
              <a:rPr lang="en-US" dirty="0"/>
              <a:t>Second level</a:t>
            </a:r>
          </a:p>
          <a:p>
            <a:pPr marL="342900" lvl="1" indent="-342900" algn="l" defTabSz="914400" rtl="0" eaLnBrk="1" latinLnBrk="0" hangingPunct="1">
              <a:lnSpc>
                <a:spcPct val="100000"/>
              </a:lnSpc>
              <a:spcBef>
                <a:spcPts val="0"/>
              </a:spcBef>
              <a:spcAft>
                <a:spcPts val="650"/>
              </a:spcAft>
              <a:buSzPct val="115000"/>
              <a:buFont typeface="Arial" panose="020B0604020202020204" pitchFamily="34" charset="0"/>
              <a:buChar char="•"/>
              <a:tabLst/>
            </a:pPr>
            <a:r>
              <a:rPr lang="en-US" dirty="0"/>
              <a:t>Third level</a:t>
            </a:r>
          </a:p>
          <a:p>
            <a:pPr marL="342900" lvl="1" indent="-342900" algn="l" defTabSz="914400" rtl="0" eaLnBrk="1" latinLnBrk="0" hangingPunct="1">
              <a:lnSpc>
                <a:spcPct val="100000"/>
              </a:lnSpc>
              <a:spcBef>
                <a:spcPts val="0"/>
              </a:spcBef>
              <a:spcAft>
                <a:spcPts val="650"/>
              </a:spcAft>
              <a:buSzPct val="115000"/>
              <a:buFont typeface="Arial" panose="020B0604020202020204" pitchFamily="34" charset="0"/>
              <a:buChar char="•"/>
              <a:tabLst/>
            </a:pPr>
            <a:r>
              <a:rPr lang="en-US" dirty="0"/>
              <a:t>Fourth level</a:t>
            </a:r>
          </a:p>
          <a:p>
            <a:pPr marL="342900" lvl="1" indent="-342900" algn="l" defTabSz="914400" rtl="0" eaLnBrk="1" latinLnBrk="0" hangingPunct="1">
              <a:lnSpc>
                <a:spcPct val="100000"/>
              </a:lnSpc>
              <a:spcBef>
                <a:spcPts val="0"/>
              </a:spcBef>
              <a:spcAft>
                <a:spcPts val="650"/>
              </a:spcAft>
              <a:buSzPct val="115000"/>
              <a:buFont typeface="Arial" panose="020B0604020202020204" pitchFamily="34" charset="0"/>
              <a:buChar char="•"/>
              <a:tabLst/>
            </a:pPr>
            <a:r>
              <a:rPr lang="en-US" dirty="0"/>
              <a:t>Fifth level</a:t>
            </a:r>
          </a:p>
        </p:txBody>
      </p:sp>
      <p:sp>
        <p:nvSpPr>
          <p:cNvPr id="5" name="Text Placeholder 7"/>
          <p:cNvSpPr>
            <a:spLocks noGrp="1"/>
          </p:cNvSpPr>
          <p:nvPr>
            <p:ph type="body" sz="quarter" idx="13" hasCustomPrompt="1"/>
          </p:nvPr>
        </p:nvSpPr>
        <p:spPr>
          <a:xfrm>
            <a:off x="1069809" y="1992792"/>
            <a:ext cx="4646004" cy="4376323"/>
          </a:xfrm>
        </p:spPr>
        <p:txBody>
          <a:bodyPr/>
          <a:lstStyle>
            <a:lvl1pPr marL="0" indent="0">
              <a:lnSpc>
                <a:spcPct val="100000"/>
              </a:lnSpc>
              <a:buFont typeface="Arial" panose="020B0604020202020204" pitchFamily="34" charset="0"/>
              <a:buNone/>
              <a:defRPr sz="2000" b="0"/>
            </a:lvl1pPr>
            <a:lvl2pPr marL="342900" indent="-342900" algn="l" defTabSz="914400" rtl="0" eaLnBrk="1" latinLnBrk="0" hangingPunct="1">
              <a:lnSpc>
                <a:spcPct val="100000"/>
              </a:lnSpc>
              <a:spcBef>
                <a:spcPts val="0"/>
              </a:spcBef>
              <a:spcAft>
                <a:spcPts val="650"/>
              </a:spcAft>
              <a:buSzPct val="115000"/>
              <a:buFont typeface="Arial" panose="020B0604020202020204" pitchFamily="34" charset="0"/>
              <a:buChar char="•"/>
              <a:defRPr lang="en-US" sz="2000" b="0" i="0" kern="1200" dirty="0">
                <a:solidFill>
                  <a:schemeClr val="tx1"/>
                </a:solidFill>
                <a:latin typeface="Montserrat" pitchFamily="2" charset="77"/>
                <a:ea typeface="+mn-ea"/>
                <a:cs typeface="+mn-cs"/>
              </a:defRPr>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6"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7" name="Rectangle 6"/>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Title Placeholder 1">
            <a:extLst>
              <a:ext uri="{FF2B5EF4-FFF2-40B4-BE49-F238E27FC236}">
                <a16:creationId xmlns:a16="http://schemas.microsoft.com/office/drawing/2014/main" id="{71FB68A7-A656-A348-AE42-02B5F30E1E55}"/>
              </a:ext>
            </a:extLst>
          </p:cNvPr>
          <p:cNvSpPr>
            <a:spLocks noGrp="1"/>
          </p:cNvSpPr>
          <p:nvPr>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Tree>
    <p:extLst>
      <p:ext uri="{BB962C8B-B14F-4D97-AF65-F5344CB8AC3E}">
        <p14:creationId xmlns:p14="http://schemas.microsoft.com/office/powerpoint/2010/main" val="2636117753"/>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Two Image and Text">
    <p:spTree>
      <p:nvGrpSpPr>
        <p:cNvPr id="1" name=""/>
        <p:cNvGrpSpPr/>
        <p:nvPr/>
      </p:nvGrpSpPr>
      <p:grpSpPr>
        <a:xfrm>
          <a:off x="0" y="0"/>
          <a:ext cx="0" cy="0"/>
          <a:chOff x="0" y="0"/>
          <a:chExt cx="0" cy="0"/>
        </a:xfrm>
      </p:grpSpPr>
      <p:sp>
        <p:nvSpPr>
          <p:cNvPr id="9" name="Text Placeholder 7"/>
          <p:cNvSpPr>
            <a:spLocks noGrp="1"/>
          </p:cNvSpPr>
          <p:nvPr>
            <p:ph type="body" sz="quarter" idx="17" hasCustomPrompt="1"/>
          </p:nvPr>
        </p:nvSpPr>
        <p:spPr>
          <a:xfrm>
            <a:off x="1080209" y="4307356"/>
            <a:ext cx="4646004" cy="2072171"/>
          </a:xfrm>
        </p:spPr>
        <p:txBody>
          <a:bodyPr/>
          <a:lstStyle>
            <a:lvl1pPr marL="0" indent="0">
              <a:lnSpc>
                <a:spcPct val="100000"/>
              </a:lnSpc>
              <a:buFont typeface="Arial" panose="020B0604020202020204" pitchFamily="34" charset="0"/>
              <a:buNone/>
              <a:defRPr sz="2000" b="0"/>
            </a:lvl1pPr>
            <a:lvl2pPr marL="171450" indent="-171450">
              <a:buFont typeface="Arial" panose="020B0604020202020204" pitchFamily="34" charset="0"/>
              <a:buChar char="•"/>
              <a:defRPr sz="1800"/>
            </a:lvl2pPr>
            <a:lvl3pPr marL="0" indent="0">
              <a:buNone/>
              <a:defRPr sz="1800"/>
            </a:lvl3pPr>
            <a:lvl4pPr>
              <a:defRPr sz="1800"/>
            </a:lvl4pPr>
            <a:lvl5pPr>
              <a:defRPr sz="1800"/>
            </a:lvl5pPr>
          </a:lstStyle>
          <a:p>
            <a:pPr lvl="0"/>
            <a:r>
              <a:rPr lang="en-US" dirty="0"/>
              <a:t>Edit text</a:t>
            </a:r>
          </a:p>
        </p:txBody>
      </p:sp>
      <p:sp>
        <p:nvSpPr>
          <p:cNvPr id="7" name="Picture Placeholder 4">
            <a:extLst>
              <a:ext uri="{FF2B5EF4-FFF2-40B4-BE49-F238E27FC236}">
                <a16:creationId xmlns:a16="http://schemas.microsoft.com/office/drawing/2014/main" id="{749837D3-F6DB-DB49-B987-A2004B0611D5}"/>
              </a:ext>
            </a:extLst>
          </p:cNvPr>
          <p:cNvSpPr>
            <a:spLocks noGrp="1"/>
          </p:cNvSpPr>
          <p:nvPr>
            <p:ph type="pic" sz="quarter" idx="13"/>
          </p:nvPr>
        </p:nvSpPr>
        <p:spPr>
          <a:xfrm>
            <a:off x="1080209" y="2003204"/>
            <a:ext cx="4645958" cy="2072171"/>
          </a:xfrm>
          <a:prstGeom prst="rect">
            <a:avLst/>
          </a:prstGeom>
        </p:spPr>
        <p:txBody>
          <a:bodyPr/>
          <a:lstStyle>
            <a:lvl1pPr marL="0" indent="0">
              <a:buNone/>
              <a:defRPr baseline="0"/>
            </a:lvl1pPr>
          </a:lstStyle>
          <a:p>
            <a:r>
              <a:rPr lang="en-US"/>
              <a:t>Click icon to add picture</a:t>
            </a:r>
            <a:endParaRPr lang="en-US" dirty="0"/>
          </a:p>
        </p:txBody>
      </p:sp>
      <p:sp>
        <p:nvSpPr>
          <p:cNvPr id="5" name="Picture Placeholder 4">
            <a:extLst>
              <a:ext uri="{FF2B5EF4-FFF2-40B4-BE49-F238E27FC236}">
                <a16:creationId xmlns:a16="http://schemas.microsoft.com/office/drawing/2014/main" id="{749837D3-F6DB-DB49-B987-A2004B0611D5}"/>
              </a:ext>
            </a:extLst>
          </p:cNvPr>
          <p:cNvSpPr>
            <a:spLocks noGrp="1"/>
          </p:cNvSpPr>
          <p:nvPr>
            <p:ph type="pic" sz="quarter" idx="14"/>
          </p:nvPr>
        </p:nvSpPr>
        <p:spPr>
          <a:xfrm>
            <a:off x="5925914" y="2003203"/>
            <a:ext cx="4645958" cy="2072171"/>
          </a:xfrm>
          <a:prstGeom prst="rect">
            <a:avLst/>
          </a:prstGeom>
        </p:spPr>
        <p:txBody>
          <a:bodyPr/>
          <a:lstStyle>
            <a:lvl1pPr marL="0" indent="0">
              <a:buNone/>
              <a:defRPr baseline="0"/>
            </a:lvl1pPr>
          </a:lstStyle>
          <a:p>
            <a:r>
              <a:rPr lang="en-US"/>
              <a:t>Click icon to add picture</a:t>
            </a:r>
            <a:endParaRPr lang="en-US" dirty="0"/>
          </a:p>
        </p:txBody>
      </p:sp>
      <p:sp>
        <p:nvSpPr>
          <p:cNvPr id="8" name="Text Placeholder 7"/>
          <p:cNvSpPr>
            <a:spLocks noGrp="1"/>
          </p:cNvSpPr>
          <p:nvPr>
            <p:ph type="body" sz="quarter" idx="11" hasCustomPrompt="1"/>
          </p:nvPr>
        </p:nvSpPr>
        <p:spPr>
          <a:xfrm>
            <a:off x="5925868" y="4307356"/>
            <a:ext cx="4646004" cy="2072171"/>
          </a:xfrm>
        </p:spPr>
        <p:txBody>
          <a:bodyPr/>
          <a:lstStyle>
            <a:lvl1pPr marL="0" indent="0">
              <a:lnSpc>
                <a:spcPct val="100000"/>
              </a:lnSpc>
              <a:buFont typeface="Arial" panose="020B0604020202020204" pitchFamily="34" charset="0"/>
              <a:buNone/>
              <a:defRPr sz="2000" b="0"/>
            </a:lvl1pPr>
            <a:lvl2pPr marL="171450" indent="-171450">
              <a:buFont typeface="Arial" panose="020B0604020202020204" pitchFamily="34" charset="0"/>
              <a:buChar char="•"/>
              <a:defRPr/>
            </a:lvl2pPr>
          </a:lstStyle>
          <a:p>
            <a:pPr lvl="0"/>
            <a:r>
              <a:rPr lang="en-US" dirty="0"/>
              <a:t>Edit text</a:t>
            </a:r>
          </a:p>
        </p:txBody>
      </p:sp>
      <p:sp>
        <p:nvSpPr>
          <p:cNvPr id="10"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12" name="Rectangle 11"/>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Title Placeholder 1">
            <a:extLst>
              <a:ext uri="{FF2B5EF4-FFF2-40B4-BE49-F238E27FC236}">
                <a16:creationId xmlns:a16="http://schemas.microsoft.com/office/drawing/2014/main" id="{71FB68A7-A656-A348-AE42-02B5F30E1E55}"/>
              </a:ext>
            </a:extLst>
          </p:cNvPr>
          <p:cNvSpPr>
            <a:spLocks noGrp="1"/>
          </p:cNvSpPr>
          <p:nvPr>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Tree>
    <p:extLst>
      <p:ext uri="{BB962C8B-B14F-4D97-AF65-F5344CB8AC3E}">
        <p14:creationId xmlns:p14="http://schemas.microsoft.com/office/powerpoint/2010/main" val="1162594457"/>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2"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3" name="Rectangle 2"/>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287913539"/>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35.xml><?xml version="1.0" encoding="utf-8"?>
<p:sldLayout xmlns:a="http://schemas.openxmlformats.org/drawingml/2006/main" xmlns:r="http://schemas.openxmlformats.org/officeDocument/2006/relationships" xmlns:p="http://schemas.openxmlformats.org/presentationml/2006/main" showMasterSp="0" preserve="1" userDrawn="1">
  <p:cSld name="1_Hope you enjoyed">
    <p:bg>
      <p:bgPr>
        <a:solidFill>
          <a:srgbClr val="09EDB8"/>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5300" y="2311970"/>
            <a:ext cx="3138017" cy="1908338"/>
          </a:xfrm>
        </p:spPr>
        <p:txBody>
          <a:bodyPr anchor="b" anchorCtr="0">
            <a:noAutofit/>
          </a:bodyPr>
          <a:lstStyle>
            <a:lvl1pPr algn="l">
              <a:lnSpc>
                <a:spcPct val="100000"/>
              </a:lnSpc>
              <a:defRPr sz="3600" baseline="0"/>
            </a:lvl1pPr>
          </a:lstStyle>
          <a:p>
            <a:r>
              <a:rPr lang="en-US" noProof="0" dirty="0"/>
              <a:t>THANK YOU</a:t>
            </a:r>
            <a:endParaRPr lang="en-GB" noProof="0" dirty="0"/>
          </a:p>
        </p:txBody>
      </p:sp>
      <p:pic>
        <p:nvPicPr>
          <p:cNvPr id="6" name="Graphic 29">
            <a:extLst>
              <a:ext uri="{FF2B5EF4-FFF2-40B4-BE49-F238E27FC236}">
                <a16:creationId xmlns:a16="http://schemas.microsoft.com/office/drawing/2014/main" id="{572E6A4A-143B-E94B-A1BF-29C50E635AE7}"/>
              </a:ext>
            </a:extLst>
          </p:cNvPr>
          <p:cNvPicPr>
            <a:picLocks noChangeAspect="1"/>
          </p:cNvPicPr>
          <p:nvPr userDrawn="1"/>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80900" y="302477"/>
            <a:ext cx="2643023" cy="1610367"/>
          </a:xfrm>
          <a:prstGeom prst="rect">
            <a:avLst/>
          </a:prstGeom>
        </p:spPr>
      </p:pic>
      <p:sp>
        <p:nvSpPr>
          <p:cNvPr id="8" name="Text Placeholder 6"/>
          <p:cNvSpPr>
            <a:spLocks noGrp="1"/>
          </p:cNvSpPr>
          <p:nvPr>
            <p:ph type="body" sz="quarter" idx="12" hasCustomPrompt="1"/>
          </p:nvPr>
        </p:nvSpPr>
        <p:spPr>
          <a:xfrm>
            <a:off x="385301" y="5306004"/>
            <a:ext cx="4269826" cy="1186921"/>
          </a:xfrm>
        </p:spPr>
        <p:txBody>
          <a:bodyPr/>
          <a:lstStyle>
            <a:lvl1pPr marL="0" marR="0" indent="0" algn="l" defTabSz="914400" rtl="0" eaLnBrk="1" fontAlgn="auto" latinLnBrk="0" hangingPunct="1">
              <a:lnSpc>
                <a:spcPct val="100000"/>
              </a:lnSpc>
              <a:spcBef>
                <a:spcPts val="0"/>
              </a:spcBef>
              <a:spcAft>
                <a:spcPts val="0"/>
              </a:spcAft>
              <a:buClrTx/>
              <a:buSzPct val="115000"/>
              <a:buFontTx/>
              <a:buNone/>
              <a:tabLst/>
              <a:defRPr b="0" baseline="0"/>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Hope you enjoyed this learning journey.</a:t>
            </a:r>
          </a:p>
        </p:txBody>
      </p:sp>
      <p:grpSp>
        <p:nvGrpSpPr>
          <p:cNvPr id="7" name="Group 6"/>
          <p:cNvGrpSpPr/>
          <p:nvPr userDrawn="1"/>
        </p:nvGrpSpPr>
        <p:grpSpPr>
          <a:xfrm>
            <a:off x="-1" y="3516594"/>
            <a:ext cx="7016814" cy="2396903"/>
            <a:chOff x="623461" y="4580698"/>
            <a:chExt cx="4009018" cy="1370734"/>
          </a:xfrm>
          <a:solidFill>
            <a:srgbClr val="004050"/>
          </a:solidFill>
        </p:grpSpPr>
        <p:sp>
          <p:nvSpPr>
            <p:cNvPr id="9" name="Rectangle 8"/>
            <p:cNvSpPr/>
            <p:nvPr userDrawn="1"/>
          </p:nvSpPr>
          <p:spPr>
            <a:xfrm>
              <a:off x="623462" y="5031740"/>
              <a:ext cx="1930687" cy="13320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Rectangle 9"/>
            <p:cNvSpPr/>
            <p:nvPr userDrawn="1"/>
          </p:nvSpPr>
          <p:spPr>
            <a:xfrm>
              <a:off x="623461" y="5373431"/>
              <a:ext cx="1930689" cy="13320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11" name="Group 10">
              <a:extLst>
                <a:ext uri="{FF2B5EF4-FFF2-40B4-BE49-F238E27FC236}">
                  <a16:creationId xmlns:a16="http://schemas.microsoft.com/office/drawing/2014/main" id="{51C13B23-0164-1C4E-9E7A-3F1ECA7824F7}"/>
                </a:ext>
              </a:extLst>
            </p:cNvPr>
            <p:cNvGrpSpPr/>
            <p:nvPr userDrawn="1"/>
          </p:nvGrpSpPr>
          <p:grpSpPr>
            <a:xfrm>
              <a:off x="2227580" y="4580698"/>
              <a:ext cx="2404899" cy="1370734"/>
              <a:chOff x="7799133" y="1870745"/>
              <a:chExt cx="1010349" cy="584292"/>
            </a:xfrm>
            <a:grpFill/>
          </p:grpSpPr>
          <p:sp>
            <p:nvSpPr>
              <p:cNvPr id="12" name="Freeform 11">
                <a:extLst>
                  <a:ext uri="{FF2B5EF4-FFF2-40B4-BE49-F238E27FC236}">
                    <a16:creationId xmlns:a16="http://schemas.microsoft.com/office/drawing/2014/main" id="{2F450B4C-241D-A544-BBEF-175E01D6A139}"/>
                  </a:ext>
                </a:extLst>
              </p:cNvPr>
              <p:cNvSpPr/>
              <p:nvPr/>
            </p:nvSpPr>
            <p:spPr>
              <a:xfrm>
                <a:off x="7799260" y="1870745"/>
                <a:ext cx="749300" cy="247650"/>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49300" h="247650">
                    <a:moveTo>
                      <a:pt x="749871" y="248186"/>
                    </a:moveTo>
                    <a:lnTo>
                      <a:pt x="0" y="248186"/>
                    </a:lnTo>
                    <a:lnTo>
                      <a:pt x="0" y="192497"/>
                    </a:lnTo>
                    <a:lnTo>
                      <a:pt x="603885" y="192497"/>
                    </a:lnTo>
                    <a:cubicBezTo>
                      <a:pt x="546036" y="134140"/>
                      <a:pt x="492760" y="74768"/>
                      <a:pt x="457200" y="219"/>
                    </a:cubicBezTo>
                    <a:cubicBezTo>
                      <a:pt x="477583" y="219"/>
                      <a:pt x="496443" y="854"/>
                      <a:pt x="515239" y="219"/>
                    </a:cubicBezTo>
                    <a:cubicBezTo>
                      <a:pt x="524031" y="-1141"/>
                      <a:pt x="532543" y="3956"/>
                      <a:pt x="535495" y="12347"/>
                    </a:cubicBezTo>
                    <a:cubicBezTo>
                      <a:pt x="553057" y="45816"/>
                      <a:pt x="574730" y="76961"/>
                      <a:pt x="600011" y="105057"/>
                    </a:cubicBezTo>
                    <a:cubicBezTo>
                      <a:pt x="643639" y="155126"/>
                      <a:pt x="691855" y="201004"/>
                      <a:pt x="744030" y="242090"/>
                    </a:cubicBezTo>
                    <a:cubicBezTo>
                      <a:pt x="745808" y="243551"/>
                      <a:pt x="747585" y="245011"/>
                      <a:pt x="749236" y="246535"/>
                    </a:cubicBezTo>
                    <a:cubicBezTo>
                      <a:pt x="749554" y="246599"/>
                      <a:pt x="749554" y="247170"/>
                      <a:pt x="749871" y="248186"/>
                    </a:cubicBezTo>
                    <a:close/>
                  </a:path>
                </a:pathLst>
              </a:custGeom>
              <a:grpFill/>
              <a:ln w="6350" cap="flat">
                <a:noFill/>
                <a:prstDash val="solid"/>
                <a:miter/>
              </a:ln>
            </p:spPr>
            <p:txBody>
              <a:bodyPr rtlCol="0" anchor="ctr"/>
              <a:lstStyle/>
              <a:p>
                <a:endParaRPr lang="en-GB"/>
              </a:p>
            </p:txBody>
          </p:sp>
          <p:sp>
            <p:nvSpPr>
              <p:cNvPr id="13" name="Freeform 12">
                <a:extLst>
                  <a:ext uri="{FF2B5EF4-FFF2-40B4-BE49-F238E27FC236}">
                    <a16:creationId xmlns:a16="http://schemas.microsoft.com/office/drawing/2014/main" id="{9B9C1B07-7BAD-DD4F-97E1-2FD89B2D1C40}"/>
                  </a:ext>
                </a:extLst>
              </p:cNvPr>
              <p:cNvSpPr/>
              <p:nvPr/>
            </p:nvSpPr>
            <p:spPr>
              <a:xfrm>
                <a:off x="7799133" y="2208657"/>
                <a:ext cx="749300" cy="241300"/>
              </a:xfrm>
              <a:custGeom>
                <a:avLst/>
                <a:gdLst>
                  <a:gd name="connsiteX0" fmla="*/ 601091 w 749300"/>
                  <a:gd name="connsiteY0" fmla="*/ 55689 h 241300"/>
                  <a:gd name="connsiteX1" fmla="*/ 0 w 749300"/>
                  <a:gd name="connsiteY1" fmla="*/ 55689 h 241300"/>
                  <a:gd name="connsiteX2" fmla="*/ 0 w 749300"/>
                  <a:gd name="connsiteY2" fmla="*/ 0 h 241300"/>
                  <a:gd name="connsiteX3" fmla="*/ 751269 w 749300"/>
                  <a:gd name="connsiteY3" fmla="*/ 0 h 241300"/>
                  <a:gd name="connsiteX4" fmla="*/ 720598 w 749300"/>
                  <a:gd name="connsiteY4" fmla="*/ 25845 h 241300"/>
                  <a:gd name="connsiteX5" fmla="*/ 586550 w 749300"/>
                  <a:gd name="connsiteY5" fmla="*/ 159893 h 241300"/>
                  <a:gd name="connsiteX6" fmla="*/ 531813 w 749300"/>
                  <a:gd name="connsiteY6" fmla="*/ 241871 h 241300"/>
                  <a:gd name="connsiteX7" fmla="*/ 524701 w 749300"/>
                  <a:gd name="connsiteY7" fmla="*/ 246824 h 241300"/>
                  <a:gd name="connsiteX8" fmla="*/ 461835 w 749300"/>
                  <a:gd name="connsiteY8" fmla="*/ 246824 h 241300"/>
                  <a:gd name="connsiteX9" fmla="*/ 458216 w 749300"/>
                  <a:gd name="connsiteY9" fmla="*/ 246317 h 241300"/>
                  <a:gd name="connsiteX10" fmla="*/ 522478 w 749300"/>
                  <a:gd name="connsiteY10" fmla="*/ 144717 h 241300"/>
                  <a:gd name="connsiteX11" fmla="*/ 601091 w 749300"/>
                  <a:gd name="connsiteY11" fmla="*/ 55689 h 2413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49300" h="241300">
                    <a:moveTo>
                      <a:pt x="601091" y="55689"/>
                    </a:moveTo>
                    <a:lnTo>
                      <a:pt x="0" y="55689"/>
                    </a:lnTo>
                    <a:lnTo>
                      <a:pt x="0" y="0"/>
                    </a:lnTo>
                    <a:lnTo>
                      <a:pt x="751269" y="0"/>
                    </a:lnTo>
                    <a:cubicBezTo>
                      <a:pt x="740220" y="9335"/>
                      <a:pt x="730377" y="17526"/>
                      <a:pt x="720598" y="25845"/>
                    </a:cubicBezTo>
                    <a:cubicBezTo>
                      <a:pt x="672008" y="66441"/>
                      <a:pt x="627146" y="111303"/>
                      <a:pt x="586550" y="159893"/>
                    </a:cubicBezTo>
                    <a:cubicBezTo>
                      <a:pt x="565442" y="185196"/>
                      <a:pt x="547093" y="212678"/>
                      <a:pt x="531813" y="241871"/>
                    </a:cubicBezTo>
                    <a:cubicBezTo>
                      <a:pt x="530328" y="244527"/>
                      <a:pt x="527706" y="246353"/>
                      <a:pt x="524701" y="246824"/>
                    </a:cubicBezTo>
                    <a:cubicBezTo>
                      <a:pt x="503746" y="247205"/>
                      <a:pt x="482791" y="246824"/>
                      <a:pt x="461835" y="246824"/>
                    </a:cubicBezTo>
                    <a:cubicBezTo>
                      <a:pt x="460621" y="246721"/>
                      <a:pt x="459412" y="246551"/>
                      <a:pt x="458216" y="246317"/>
                    </a:cubicBezTo>
                    <a:cubicBezTo>
                      <a:pt x="475005" y="209733"/>
                      <a:pt x="496619" y="175563"/>
                      <a:pt x="522478" y="144717"/>
                    </a:cubicBezTo>
                    <a:cubicBezTo>
                      <a:pt x="547751" y="114554"/>
                      <a:pt x="574802" y="85471"/>
                      <a:pt x="601091" y="55689"/>
                    </a:cubicBezTo>
                    <a:close/>
                  </a:path>
                </a:pathLst>
              </a:custGeom>
              <a:grpFill/>
              <a:ln w="6350" cap="flat">
                <a:noFill/>
                <a:prstDash val="solid"/>
                <a:miter/>
              </a:ln>
            </p:spPr>
            <p:txBody>
              <a:bodyPr rtlCol="0" anchor="ctr"/>
              <a:lstStyle/>
              <a:p>
                <a:endParaRPr lang="en-GB"/>
              </a:p>
            </p:txBody>
          </p:sp>
          <p:sp>
            <p:nvSpPr>
              <p:cNvPr id="14" name="Freeform 13">
                <a:extLst>
                  <a:ext uri="{FF2B5EF4-FFF2-40B4-BE49-F238E27FC236}">
                    <a16:creationId xmlns:a16="http://schemas.microsoft.com/office/drawing/2014/main" id="{17BA7C41-EA1C-2F4D-90C7-EC472AB85B8A}"/>
                  </a:ext>
                </a:extLst>
              </p:cNvPr>
              <p:cNvSpPr/>
              <p:nvPr userDrawn="1"/>
            </p:nvSpPr>
            <p:spPr>
              <a:xfrm>
                <a:off x="8428482" y="1870837"/>
                <a:ext cx="381000" cy="584200"/>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grpSp>
      </p:grpSp>
    </p:spTree>
    <p:extLst>
      <p:ext uri="{BB962C8B-B14F-4D97-AF65-F5344CB8AC3E}">
        <p14:creationId xmlns:p14="http://schemas.microsoft.com/office/powerpoint/2010/main" val="1887849664"/>
      </p:ext>
    </p:extLst>
  </p:cSld>
  <p:clrMapOvr>
    <a:masterClrMapping/>
  </p:clrMapOvr>
  <p:extLst>
    <p:ext uri="{DCECCB84-F9BA-43D5-87BE-67443E8EF086}">
      <p15:sldGuideLst xmlns:p15="http://schemas.microsoft.com/office/powerpoint/2012/main">
        <p15:guide id="1" orient="horz" pos="3634">
          <p15:clr>
            <a:srgbClr val="FBAE40"/>
          </p15:clr>
        </p15:guide>
      </p15:sldGuideLst>
    </p:ext>
  </p:extLst>
</p:sldLayout>
</file>

<file path=ppt/slideLayouts/slideLayout36.xml><?xml version="1.0" encoding="utf-8"?>
<p:sldLayout xmlns:a="http://schemas.openxmlformats.org/drawingml/2006/main" xmlns:r="http://schemas.openxmlformats.org/officeDocument/2006/relationships" xmlns:p="http://schemas.openxmlformats.org/presentationml/2006/main" type="titleOnly">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GB"/>
          </a:p>
        </p:txBody>
      </p:sp>
    </p:spTree>
    <p:extLst>
      <p:ext uri="{BB962C8B-B14F-4D97-AF65-F5344CB8AC3E}">
        <p14:creationId xmlns:p14="http://schemas.microsoft.com/office/powerpoint/2010/main" val="2258045179"/>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type="title">
  <p:cSld name="Purple_divider">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AB0B8D50-2C63-2F2E-599F-E921BF1F757F}"/>
              </a:ext>
              <a:ext uri="{C183D7F6-B498-43B3-948B-1728B52AA6E4}">
                <adec:decorative xmlns:adec="http://schemas.microsoft.com/office/drawing/2017/decorative" val="1"/>
              </a:ext>
            </a:extLst>
          </p:cNvPr>
          <p:cNvPicPr>
            <a:picLocks noChangeAspect="1"/>
          </p:cNvPicPr>
          <p:nvPr userDrawn="1"/>
        </p:nvPicPr>
        <p:blipFill>
          <a:blip r:embed="rId3"/>
          <a:stretch>
            <a:fillRect/>
          </a:stretch>
        </p:blipFill>
        <p:spPr>
          <a:xfrm>
            <a:off x="0" y="898802"/>
            <a:ext cx="8062294" cy="1684800"/>
          </a:xfrm>
          <a:prstGeom prst="rect">
            <a:avLst/>
          </a:prstGeom>
        </p:spPr>
      </p:pic>
      <p:sp>
        <p:nvSpPr>
          <p:cNvPr id="2" name="Title 1">
            <a:extLst>
              <a:ext uri="{FF2B5EF4-FFF2-40B4-BE49-F238E27FC236}">
                <a16:creationId xmlns:a16="http://schemas.microsoft.com/office/drawing/2014/main" id="{909D855A-1A49-ADBE-89C8-65ECAFD2AAB3}"/>
              </a:ext>
            </a:extLst>
          </p:cNvPr>
          <p:cNvSpPr>
            <a:spLocks noGrp="1"/>
          </p:cNvSpPr>
          <p:nvPr>
            <p:ph type="ctrTitle"/>
          </p:nvPr>
        </p:nvSpPr>
        <p:spPr>
          <a:xfrm>
            <a:off x="473406" y="1118152"/>
            <a:ext cx="6777996" cy="1247916"/>
          </a:xfrm>
          <a:prstGeom prst="rect">
            <a:avLst/>
          </a:prstGeom>
          <a:ln>
            <a:noFill/>
          </a:ln>
        </p:spPr>
        <p:txBody>
          <a:bodyPr lIns="0" rIns="0" anchor="ctr"/>
          <a:lstStyle>
            <a:lvl1pPr algn="l">
              <a:lnSpc>
                <a:spcPct val="100000"/>
              </a:lnSpc>
              <a:defRPr sz="3600">
                <a:solidFill>
                  <a:schemeClr val="tx1"/>
                </a:solidFill>
              </a:defRPr>
            </a:lvl1pPr>
          </a:lstStyle>
          <a:p>
            <a:endParaRPr lang="en-GB"/>
          </a:p>
        </p:txBody>
      </p:sp>
      <p:sp>
        <p:nvSpPr>
          <p:cNvPr id="3" name="Subtitle 2">
            <a:extLst>
              <a:ext uri="{FF2B5EF4-FFF2-40B4-BE49-F238E27FC236}">
                <a16:creationId xmlns:a16="http://schemas.microsoft.com/office/drawing/2014/main" id="{994AF8D4-DACD-9AF9-364C-02C474BC62A5}"/>
              </a:ext>
            </a:extLst>
          </p:cNvPr>
          <p:cNvSpPr>
            <a:spLocks noGrp="1"/>
          </p:cNvSpPr>
          <p:nvPr>
            <p:ph type="subTitle" idx="1"/>
          </p:nvPr>
        </p:nvSpPr>
        <p:spPr>
          <a:xfrm>
            <a:off x="473406" y="2902689"/>
            <a:ext cx="6150678" cy="863600"/>
          </a:xfrm>
          <a:prstGeom prst="rect">
            <a:avLst/>
          </a:prstGeom>
          <a:ln>
            <a:noFill/>
          </a:ln>
        </p:spPr>
        <p:txBody>
          <a:bodyPr lIns="0" rIns="0" anchor="t"/>
          <a:lstStyle>
            <a:lvl1pPr marL="0" indent="0" algn="l">
              <a:buNone/>
              <a:defRPr sz="180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endParaRPr lang="en-GB"/>
          </a:p>
        </p:txBody>
      </p:sp>
      <p:pic>
        <p:nvPicPr>
          <p:cNvPr id="9" name="Picture 8">
            <a:extLst>
              <a:ext uri="{FF2B5EF4-FFF2-40B4-BE49-F238E27FC236}">
                <a16:creationId xmlns:a16="http://schemas.microsoft.com/office/drawing/2014/main" id="{ADC96ABF-C649-123E-FBF1-598689C3D553}"/>
              </a:ext>
              <a:ext uri="{C183D7F6-B498-43B3-948B-1728B52AA6E4}">
                <adec:decorative xmlns:adec="http://schemas.microsoft.com/office/drawing/2017/decorative" val="1"/>
              </a:ext>
            </a:extLst>
          </p:cNvPr>
          <p:cNvPicPr>
            <a:picLocks noChangeAspect="1"/>
          </p:cNvPicPr>
          <p:nvPr userDrawn="1"/>
        </p:nvPicPr>
        <p:blipFill>
          <a:blip r:embed="rId4"/>
          <a:stretch>
            <a:fillRect/>
          </a:stretch>
        </p:blipFill>
        <p:spPr>
          <a:xfrm>
            <a:off x="473406" y="5650088"/>
            <a:ext cx="1972082" cy="650979"/>
          </a:xfrm>
          <a:prstGeom prst="rect">
            <a:avLst/>
          </a:prstGeom>
        </p:spPr>
      </p:pic>
    </p:spTree>
    <p:extLst>
      <p:ext uri="{BB962C8B-B14F-4D97-AF65-F5344CB8AC3E}">
        <p14:creationId xmlns:p14="http://schemas.microsoft.com/office/powerpoint/2010/main" val="3594522316"/>
      </p:ext>
    </p:extLst>
  </p:cSld>
  <p:clrMapOvr>
    <a:masterClrMapping/>
  </p:clrMapOvr>
  <p:extLst>
    <p:ext uri="{DCECCB84-F9BA-43D5-87BE-67443E8EF086}">
      <p15:sldGuideLst xmlns:p15="http://schemas.microsoft.com/office/powerpoint/2012/main"/>
    </p:ext>
  </p:extLst>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image" Target="../media/image1.png"/><Relationship Id="rId21" Type="http://schemas.openxmlformats.org/officeDocument/2006/relationships/slideLayout" Target="../slideLayouts/slideLayout21.xml"/><Relationship Id="rId34" Type="http://schemas.openxmlformats.org/officeDocument/2006/relationships/slideLayout" Target="../slideLayouts/slideLayout34.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8" Type="http://schemas.openxmlformats.org/officeDocument/2006/relationships/slideLayout" Target="../slideLayouts/slideLayout8.xml"/><Relationship Id="rId3" Type="http://schemas.openxmlformats.org/officeDocument/2006/relationships/slideLayout" Target="../slideLayouts/slideLayout3.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1FB68A7-A656-A348-AE42-02B5F30E1E55}"/>
              </a:ext>
            </a:extLst>
          </p:cNvPr>
          <p:cNvSpPr>
            <a:spLocks noGrp="1"/>
          </p:cNvSpPr>
          <p:nvPr userDrawn="1">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
        <p:nvSpPr>
          <p:cNvPr id="3" name="Text Placeholder 2">
            <a:extLst>
              <a:ext uri="{FF2B5EF4-FFF2-40B4-BE49-F238E27FC236}">
                <a16:creationId xmlns:a16="http://schemas.microsoft.com/office/drawing/2014/main" id="{B623AAC1-38C0-EC41-AF66-7EC76ACCB83E}"/>
              </a:ext>
            </a:extLst>
          </p:cNvPr>
          <p:cNvSpPr>
            <a:spLocks noGrp="1"/>
          </p:cNvSpPr>
          <p:nvPr userDrawn="1">
            <p:ph type="body" idx="1"/>
          </p:nvPr>
        </p:nvSpPr>
        <p:spPr>
          <a:xfrm>
            <a:off x="341272" y="1368256"/>
            <a:ext cx="11516239" cy="4955354"/>
          </a:xfrm>
          <a:prstGeom prst="rect">
            <a:avLst/>
          </a:prstGeom>
        </p:spPr>
        <p:txBody>
          <a:bodyPr vert="horz" lIns="0" tIns="0" rIns="0" bIns="0" rtlCol="0" anchor="t" anchorCtr="0">
            <a:noAutofit/>
          </a:bodyPr>
          <a:lstStyle/>
          <a:p>
            <a:pPr lvl="0"/>
            <a:r>
              <a:rPr lang="en-US" dirty="0"/>
              <a:t>Edit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5"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98754" y="6584738"/>
            <a:ext cx="785483" cy="180000"/>
          </a:xfrm>
          <a:prstGeom prst="rect">
            <a:avLst/>
          </a:prstGeom>
        </p:spPr>
        <p:txBody>
          <a:bodyPr vert="horz" lIns="0" tIns="0" rIns="0" bIns="0" rtlCol="0" anchor="b" anchorCtr="0"/>
          <a:lstStyle>
            <a:lvl1pPr algn="r">
              <a:defRPr sz="1000" b="1" i="0">
                <a:solidFill>
                  <a:schemeClr val="bg1">
                    <a:lumMod val="50000"/>
                  </a:schemeClr>
                </a:solidFill>
                <a:latin typeface="Montserrat" pitchFamily="2" charset="77"/>
              </a:defRPr>
            </a:lvl1pPr>
          </a:lstStyle>
          <a:p>
            <a:fld id="{EF892D59-8F09-EF4B-AD6D-DA609442F868}" type="slidenum">
              <a:rPr lang="en-GB" smtClean="0"/>
              <a:pPr/>
              <a:t>‹#›</a:t>
            </a:fld>
            <a:endParaRPr lang="en-GB" dirty="0"/>
          </a:p>
        </p:txBody>
      </p:sp>
    </p:spTree>
    <p:extLst>
      <p:ext uri="{BB962C8B-B14F-4D97-AF65-F5344CB8AC3E}">
        <p14:creationId xmlns:p14="http://schemas.microsoft.com/office/powerpoint/2010/main" val="300464794"/>
      </p:ext>
    </p:extLst>
  </p:cSld>
  <p:clrMap bg1="lt1" tx1="dk1" bg2="lt2" tx2="dk2" accent1="accent1" accent2="accent2" accent3="accent3" accent4="accent4" accent5="accent5" accent6="accent6" hlink="hlink" folHlink="folHlink"/>
  <p:sldLayoutIdLst>
    <p:sldLayoutId id="2147483811" r:id="rId1"/>
    <p:sldLayoutId id="2147483902" r:id="rId2"/>
    <p:sldLayoutId id="2147483812" r:id="rId3"/>
    <p:sldLayoutId id="2147483813" r:id="rId4"/>
    <p:sldLayoutId id="2147483798" r:id="rId5"/>
    <p:sldLayoutId id="2147483806" r:id="rId6"/>
    <p:sldLayoutId id="2147483709" r:id="rId7"/>
    <p:sldLayoutId id="2147483822" r:id="rId8"/>
    <p:sldLayoutId id="2147483802" r:id="rId9"/>
    <p:sldLayoutId id="2147483792" r:id="rId10"/>
    <p:sldLayoutId id="2147483810" r:id="rId11"/>
    <p:sldLayoutId id="2147483804" r:id="rId12"/>
    <p:sldLayoutId id="2147483821" r:id="rId13"/>
    <p:sldLayoutId id="2147483824" r:id="rId14"/>
    <p:sldLayoutId id="2147483828" r:id="rId15"/>
    <p:sldLayoutId id="2147483853" r:id="rId16"/>
    <p:sldLayoutId id="2147483899" r:id="rId17"/>
    <p:sldLayoutId id="2147483832" r:id="rId18"/>
    <p:sldLayoutId id="2147483833" r:id="rId19"/>
    <p:sldLayoutId id="2147483836" r:id="rId20"/>
    <p:sldLayoutId id="2147483852" r:id="rId21"/>
    <p:sldLayoutId id="2147483900" r:id="rId22"/>
    <p:sldLayoutId id="2147483820" r:id="rId23"/>
    <p:sldLayoutId id="2147483842" r:id="rId24"/>
    <p:sldLayoutId id="2147483845" r:id="rId25"/>
    <p:sldLayoutId id="2147483851" r:id="rId26"/>
    <p:sldLayoutId id="2147483901" r:id="rId27"/>
    <p:sldLayoutId id="2147483650" r:id="rId28"/>
    <p:sldLayoutId id="2147483734" r:id="rId29"/>
    <p:sldLayoutId id="2147483796" r:id="rId30"/>
    <p:sldLayoutId id="2147483719" r:id="rId31"/>
    <p:sldLayoutId id="2147483721" r:id="rId32"/>
    <p:sldLayoutId id="2147483724" r:id="rId33"/>
    <p:sldLayoutId id="2147483797" r:id="rId34"/>
    <p:sldLayoutId id="2147483814" r:id="rId35"/>
    <p:sldLayoutId id="2147483904" r:id="rId36"/>
    <p:sldLayoutId id="2147483905" r:id="rId37"/>
  </p:sldLayoutIdLst>
  <p:hf hdr="0" dt="0"/>
  <p:txStyles>
    <p:titleStyle>
      <a:lvl1pPr algn="l" defTabSz="914400" rtl="0" eaLnBrk="1" latinLnBrk="0" hangingPunct="1">
        <a:lnSpc>
          <a:spcPct val="100000"/>
        </a:lnSpc>
        <a:spcBef>
          <a:spcPct val="0"/>
        </a:spcBef>
        <a:buNone/>
        <a:defRPr sz="3600" b="0" i="0" kern="1200" cap="none" baseline="0">
          <a:solidFill>
            <a:schemeClr val="tx1"/>
          </a:solidFill>
          <a:latin typeface="Krana Fat B" panose="00000B00000000000000" pitchFamily="50" charset="0"/>
          <a:ea typeface="+mj-ea"/>
          <a:cs typeface="+mj-cs"/>
        </a:defRPr>
      </a:lvl1pPr>
    </p:titleStyle>
    <p:bodyStyle>
      <a:lvl1pPr marL="0" indent="0" algn="l" defTabSz="914400" rtl="0" eaLnBrk="1" latinLnBrk="0" hangingPunct="1">
        <a:lnSpc>
          <a:spcPct val="100000"/>
        </a:lnSpc>
        <a:spcBef>
          <a:spcPts val="0"/>
        </a:spcBef>
        <a:spcAft>
          <a:spcPts val="650"/>
        </a:spcAft>
        <a:buSzPct val="115000"/>
        <a:buFontTx/>
        <a:buNone/>
        <a:defRPr sz="2000" b="0" i="0" kern="1200">
          <a:solidFill>
            <a:schemeClr val="tx1"/>
          </a:solidFill>
          <a:latin typeface="Montserrat" pitchFamily="2" charset="77"/>
          <a:ea typeface="+mn-ea"/>
          <a:cs typeface="+mn-cs"/>
        </a:defRPr>
      </a:lvl1pPr>
      <a:lvl2pPr marL="355600" indent="-266700" algn="l" defTabSz="914400" rtl="0" eaLnBrk="1" latinLnBrk="0" hangingPunct="1">
        <a:lnSpc>
          <a:spcPct val="100000"/>
        </a:lnSpc>
        <a:spcBef>
          <a:spcPts val="0"/>
        </a:spcBef>
        <a:spcAft>
          <a:spcPts val="650"/>
        </a:spcAft>
        <a:buSzPct val="125000"/>
        <a:buFontTx/>
        <a:buBlip>
          <a:blip r:embed="rId39"/>
        </a:buBlip>
        <a:tabLst/>
        <a:defRPr sz="2000" b="0" kern="1200">
          <a:solidFill>
            <a:schemeClr val="tx1"/>
          </a:solidFill>
          <a:latin typeface="Montserrat" pitchFamily="2" charset="77"/>
          <a:ea typeface="+mn-ea"/>
          <a:cs typeface="+mn-cs"/>
        </a:defRPr>
      </a:lvl2pPr>
      <a:lvl3pPr marL="355600" indent="-266700" algn="l" defTabSz="914400" rtl="0" eaLnBrk="1" latinLnBrk="0" hangingPunct="1">
        <a:lnSpc>
          <a:spcPct val="100000"/>
        </a:lnSpc>
        <a:spcBef>
          <a:spcPts val="0"/>
        </a:spcBef>
        <a:spcAft>
          <a:spcPts val="650"/>
        </a:spcAft>
        <a:buSzPct val="120000"/>
        <a:buFontTx/>
        <a:buBlip>
          <a:blip r:embed="rId39"/>
        </a:buBlip>
        <a:tabLst/>
        <a:defRPr sz="2000" b="0" i="0" kern="1200">
          <a:solidFill>
            <a:schemeClr val="tx1"/>
          </a:solidFill>
          <a:latin typeface="Montserrat" pitchFamily="2" charset="77"/>
          <a:ea typeface="+mn-ea"/>
          <a:cs typeface="+mn-cs"/>
        </a:defRPr>
      </a:lvl3pPr>
      <a:lvl4pPr marL="355600" indent="-266700" algn="l" defTabSz="914400" rtl="0" eaLnBrk="1" latinLnBrk="0" hangingPunct="1">
        <a:lnSpc>
          <a:spcPct val="100000"/>
        </a:lnSpc>
        <a:spcBef>
          <a:spcPts val="0"/>
        </a:spcBef>
        <a:spcAft>
          <a:spcPts val="650"/>
        </a:spcAft>
        <a:buSzPct val="120000"/>
        <a:buFontTx/>
        <a:buBlip>
          <a:blip r:embed="rId39"/>
        </a:buBlip>
        <a:tabLst/>
        <a:defRPr sz="2000" b="0" kern="1200">
          <a:solidFill>
            <a:schemeClr val="tx1"/>
          </a:solidFill>
          <a:latin typeface="Montserrat" pitchFamily="2" charset="77"/>
          <a:ea typeface="+mn-ea"/>
          <a:cs typeface="+mn-cs"/>
        </a:defRPr>
      </a:lvl4pPr>
      <a:lvl5pPr marL="355600" indent="-266700" algn="l" defTabSz="914400" rtl="0" eaLnBrk="1" latinLnBrk="0" hangingPunct="1">
        <a:lnSpc>
          <a:spcPct val="100000"/>
        </a:lnSpc>
        <a:spcBef>
          <a:spcPts val="0"/>
        </a:spcBef>
        <a:spcAft>
          <a:spcPts val="650"/>
        </a:spcAft>
        <a:buSzPct val="125000"/>
        <a:buFontTx/>
        <a:buBlip>
          <a:blip r:embed="rId39"/>
        </a:buBlip>
        <a:tabLst/>
        <a:defRPr sz="2000" b="0" kern="1200">
          <a:solidFill>
            <a:schemeClr val="tx1"/>
          </a:solidFill>
          <a:latin typeface="Montserrat"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38" userDrawn="1">
          <p15:clr>
            <a:srgbClr val="F26B43"/>
          </p15:clr>
        </p15:guide>
        <p15:guide id="2" orient="horz" pos="4081" userDrawn="1">
          <p15:clr>
            <a:srgbClr val="F26B43"/>
          </p15:clr>
        </p15:guide>
        <p15:guide id="3" pos="237" userDrawn="1">
          <p15:clr>
            <a:srgbClr val="F26B43"/>
          </p15:clr>
        </p15:guide>
        <p15:guide id="4" pos="732" userDrawn="1">
          <p15:clr>
            <a:srgbClr val="F26B43"/>
          </p15:clr>
        </p15:guide>
        <p15:guide id="5" pos="850" userDrawn="1">
          <p15:clr>
            <a:srgbClr val="F26B43"/>
          </p15:clr>
        </p15:guide>
        <p15:guide id="6" pos="1345" userDrawn="1">
          <p15:clr>
            <a:srgbClr val="F26B43"/>
          </p15:clr>
        </p15:guide>
        <p15:guide id="7" pos="1460" userDrawn="1">
          <p15:clr>
            <a:srgbClr val="F26B43"/>
          </p15:clr>
        </p15:guide>
        <p15:guide id="8" pos="1954" userDrawn="1">
          <p15:clr>
            <a:srgbClr val="F26B43"/>
          </p15:clr>
        </p15:guide>
        <p15:guide id="9" pos="2069" userDrawn="1">
          <p15:clr>
            <a:srgbClr val="F26B43"/>
          </p15:clr>
        </p15:guide>
        <p15:guide id="10" pos="2564" userDrawn="1">
          <p15:clr>
            <a:srgbClr val="F26B43"/>
          </p15:clr>
        </p15:guide>
        <p15:guide id="11" pos="2683" userDrawn="1">
          <p15:clr>
            <a:srgbClr val="F26B43"/>
          </p15:clr>
        </p15:guide>
        <p15:guide id="12" pos="3173" userDrawn="1">
          <p15:clr>
            <a:srgbClr val="F26B43"/>
          </p15:clr>
        </p15:guide>
        <p15:guide id="13" pos="3288" userDrawn="1">
          <p15:clr>
            <a:srgbClr val="F26B43"/>
          </p15:clr>
        </p15:guide>
        <p15:guide id="14" pos="3782" userDrawn="1">
          <p15:clr>
            <a:srgbClr val="F26B43"/>
          </p15:clr>
        </p15:guide>
        <p15:guide id="15" pos="3897" userDrawn="1">
          <p15:clr>
            <a:srgbClr val="F26B43"/>
          </p15:clr>
        </p15:guide>
        <p15:guide id="16" pos="4392" userDrawn="1">
          <p15:clr>
            <a:srgbClr val="F26B43"/>
          </p15:clr>
        </p15:guide>
        <p15:guide id="17" pos="4506" userDrawn="1">
          <p15:clr>
            <a:srgbClr val="F26B43"/>
          </p15:clr>
        </p15:guide>
        <p15:guide id="18" pos="5001" userDrawn="1">
          <p15:clr>
            <a:srgbClr val="F26B43"/>
          </p15:clr>
        </p15:guide>
        <p15:guide id="19" pos="5115" userDrawn="1">
          <p15:clr>
            <a:srgbClr val="F26B43"/>
          </p15:clr>
        </p15:guide>
        <p15:guide id="20" pos="5610" userDrawn="1">
          <p15:clr>
            <a:srgbClr val="F26B43"/>
          </p15:clr>
        </p15:guide>
        <p15:guide id="21" pos="5725" userDrawn="1">
          <p15:clr>
            <a:srgbClr val="F26B43"/>
          </p15:clr>
        </p15:guide>
        <p15:guide id="22" pos="6220" userDrawn="1">
          <p15:clr>
            <a:srgbClr val="F26B43"/>
          </p15:clr>
        </p15:guide>
        <p15:guide id="23" pos="6334" userDrawn="1">
          <p15:clr>
            <a:srgbClr val="F26B43"/>
          </p15:clr>
        </p15:guide>
        <p15:guide id="24" pos="6829" userDrawn="1">
          <p15:clr>
            <a:srgbClr val="F26B43"/>
          </p15:clr>
        </p15:guide>
        <p15:guide id="25" pos="6943" userDrawn="1">
          <p15:clr>
            <a:srgbClr val="F26B43"/>
          </p15:clr>
        </p15:guide>
        <p15:guide id="26" pos="7438" userDrawn="1">
          <p15:clr>
            <a:srgbClr val="F26B43"/>
          </p15:clr>
        </p15:guide>
        <p15:guide id="27" pos="3840" userDrawn="1">
          <p15:clr>
            <a:srgbClr val="9FCC3B"/>
          </p15:clr>
        </p15:guide>
        <p15:guide id="28" orient="horz" pos="2160" userDrawn="1">
          <p15:clr>
            <a:srgbClr val="9FCC3B"/>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7.xml"/></Relationships>
</file>

<file path=ppt/slides/_rels/slide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xml"/><Relationship Id="rId1" Type="http://schemas.openxmlformats.org/officeDocument/2006/relationships/slideLayout" Target="../slideLayouts/slideLayout14.xml"/><Relationship Id="rId6" Type="http://schemas.openxmlformats.org/officeDocument/2006/relationships/image" Target="../media/image12.svg"/><Relationship Id="rId5" Type="http://schemas.openxmlformats.org/officeDocument/2006/relationships/image" Target="../media/image11.png"/><Relationship Id="rId4" Type="http://schemas.openxmlformats.org/officeDocument/2006/relationships/image" Target="../media/image10.sv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9.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9.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8.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8.xml"/></Relationships>
</file>

<file path=ppt/slides/_rels/slide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7.xml"/><Relationship Id="rId1" Type="http://schemas.openxmlformats.org/officeDocument/2006/relationships/slideLayout" Target="../slideLayouts/slideLayout29.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8.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8.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8.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8.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8.xml"/></Relationships>
</file>

<file path=ppt/slides/_rels/slide13.xml.rels><?xml version="1.0" encoding="UTF-8" standalone="yes"?>
<Relationships xmlns="http://schemas.openxmlformats.org/package/2006/relationships"><Relationship Id="rId3" Type="http://schemas.openxmlformats.org/officeDocument/2006/relationships/image" Target="../media/image14.jpeg"/><Relationship Id="rId2" Type="http://schemas.openxmlformats.org/officeDocument/2006/relationships/notesSlide" Target="../notesSlides/notesSlide13.xml"/><Relationship Id="rId1" Type="http://schemas.openxmlformats.org/officeDocument/2006/relationships/slideLayout" Target="../slideLayouts/slideLayout15.xml"/></Relationships>
</file>

<file path=ppt/slides/_rels/slide14.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14.xml"/><Relationship Id="rId1" Type="http://schemas.openxmlformats.org/officeDocument/2006/relationships/slideLayout" Target="../slideLayouts/slideLayout14.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6B10A2E5-A3AA-7BE3-7C87-983A58C15C46}"/>
              </a:ext>
            </a:extLst>
          </p:cNvPr>
          <p:cNvSpPr>
            <a:spLocks noGrp="1"/>
          </p:cNvSpPr>
          <p:nvPr>
            <p:ph type="ctrTitle"/>
          </p:nvPr>
        </p:nvSpPr>
        <p:spPr/>
        <p:txBody>
          <a:bodyPr/>
          <a:lstStyle/>
          <a:p>
            <a:r>
              <a:rPr lang="en-US" dirty="0"/>
              <a:t>Static fields and methods</a:t>
            </a:r>
          </a:p>
        </p:txBody>
      </p:sp>
      <p:sp>
        <p:nvSpPr>
          <p:cNvPr id="3" name="Subtitle 2">
            <a:extLst>
              <a:ext uri="{FF2B5EF4-FFF2-40B4-BE49-F238E27FC236}">
                <a16:creationId xmlns:a16="http://schemas.microsoft.com/office/drawing/2014/main" id="{52534D79-CFC0-C4F4-AD12-F13DBCAB1A97}"/>
              </a:ext>
            </a:extLst>
          </p:cNvPr>
          <p:cNvSpPr>
            <a:spLocks noGrp="1"/>
          </p:cNvSpPr>
          <p:nvPr>
            <p:ph type="subTitle" idx="1"/>
          </p:nvPr>
        </p:nvSpPr>
        <p:spPr/>
        <p:txBody>
          <a:bodyPr/>
          <a:lstStyle/>
          <a:p>
            <a:endParaRPr lang="en-GB"/>
          </a:p>
        </p:txBody>
      </p:sp>
    </p:spTree>
    <p:extLst>
      <p:ext uri="{BB962C8B-B14F-4D97-AF65-F5344CB8AC3E}">
        <p14:creationId xmlns:p14="http://schemas.microsoft.com/office/powerpoint/2010/main" val="100393226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0"/>
          </p:nvPr>
        </p:nvSpPr>
        <p:spPr/>
        <p:txBody>
          <a:bodyPr/>
          <a:lstStyle/>
          <a:p>
            <a:r>
              <a:rPr lang="en-GB" dirty="0"/>
              <a:t>Contents</a:t>
            </a:r>
            <a:endParaRPr lang="en-IN" dirty="0"/>
          </a:p>
        </p:txBody>
      </p:sp>
      <p:sp>
        <p:nvSpPr>
          <p:cNvPr id="3" name="Text Placeholder 2"/>
          <p:cNvSpPr>
            <a:spLocks noGrp="1"/>
          </p:cNvSpPr>
          <p:nvPr>
            <p:ph type="body" sz="quarter" idx="15"/>
          </p:nvPr>
        </p:nvSpPr>
        <p:spPr>
          <a:xfrm>
            <a:off x="5280977" y="1167104"/>
            <a:ext cx="6691443" cy="5189361"/>
          </a:xfrm>
        </p:spPr>
        <p:txBody>
          <a:bodyPr vert="horz" lIns="0" tIns="0" rIns="0" bIns="0" rtlCol="0" anchor="t" anchorCtr="0">
            <a:noAutofit/>
          </a:bodyPr>
          <a:lstStyle/>
          <a:p>
            <a:pPr marL="342900" indent="-342900">
              <a:buChar char="•"/>
            </a:pPr>
            <a:r>
              <a:rPr lang="en-GB" b="1" dirty="0"/>
              <a:t>Objectives</a:t>
            </a:r>
          </a:p>
          <a:p>
            <a:pPr marL="684000" lvl="1" indent="-342900">
              <a:buSzPct val="115000"/>
            </a:pPr>
            <a:r>
              <a:rPr lang="en-GB" dirty="0"/>
              <a:t>To understand what static types are</a:t>
            </a:r>
          </a:p>
          <a:p>
            <a:pPr marL="684000" lvl="1" indent="-342900">
              <a:buSzPct val="115000"/>
            </a:pPr>
            <a:endParaRPr lang="en-GB" dirty="0"/>
          </a:p>
          <a:p>
            <a:pPr marL="342900" indent="-342900">
              <a:buChar char="•"/>
            </a:pPr>
            <a:r>
              <a:rPr lang="en-GB" b="1" dirty="0"/>
              <a:t>Contents</a:t>
            </a:r>
          </a:p>
          <a:p>
            <a:pPr marL="684000" lvl="1" indent="-342900">
              <a:buSzPct val="115000"/>
            </a:pPr>
            <a:r>
              <a:rPr lang="en-US" dirty="0"/>
              <a:t>static – what does it mean? </a:t>
            </a:r>
          </a:p>
          <a:p>
            <a:pPr marL="684000" lvl="1" indent="-342900">
              <a:buSzPct val="115000"/>
            </a:pPr>
            <a:r>
              <a:rPr lang="en-US" dirty="0"/>
              <a:t>When to use a static field, property or method</a:t>
            </a:r>
          </a:p>
          <a:p>
            <a:pPr marL="342900" indent="-342900">
              <a:buChar char="•"/>
            </a:pPr>
            <a:endParaRPr lang="en-GB" b="1" dirty="0"/>
          </a:p>
          <a:p>
            <a:pPr marL="342900" indent="-342900">
              <a:buChar char="•"/>
            </a:pPr>
            <a:r>
              <a:rPr lang="en-GB" b="1" dirty="0"/>
              <a:t>Hands on Labs</a:t>
            </a:r>
            <a:endParaRPr lang="en-US" dirty="0"/>
          </a:p>
          <a:p>
            <a:pPr marL="342900" indent="-342900">
              <a:buChar char="•"/>
            </a:pPr>
            <a:endParaRPr lang="en-IN" b="1" dirty="0"/>
          </a:p>
        </p:txBody>
      </p:sp>
      <p:sp>
        <p:nvSpPr>
          <p:cNvPr id="6" name="Rectangle 5" descr="Document">
            <a:extLst>
              <a:ext uri="{FF2B5EF4-FFF2-40B4-BE49-F238E27FC236}">
                <a16:creationId xmlns:a16="http://schemas.microsoft.com/office/drawing/2014/main" id="{A3A60E96-40F1-06E1-B15D-BCE0C2035EEA}"/>
              </a:ext>
            </a:extLst>
          </p:cNvPr>
          <p:cNvSpPr/>
          <p:nvPr/>
        </p:nvSpPr>
        <p:spPr>
          <a:xfrm>
            <a:off x="4419600" y="2733960"/>
            <a:ext cx="796640" cy="700120"/>
          </a:xfrm>
          <a:prstGeom prst="rect">
            <a:avLst/>
          </a:prstGeom>
          <a: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p:spPr>
        <p:style>
          <a:lnRef idx="2">
            <a:scrgbClr r="0" g="0" b="0"/>
          </a:lnRef>
          <a:fillRef idx="1">
            <a:scrgbClr r="0" g="0" b="0"/>
          </a:fillRef>
          <a:effectRef idx="0">
            <a:schemeClr val="accent2">
              <a:hueOff val="0"/>
              <a:satOff val="0"/>
              <a:lumOff val="0"/>
              <a:alphaOff val="0"/>
            </a:schemeClr>
          </a:effectRef>
          <a:fontRef idx="minor">
            <a:schemeClr val="lt1"/>
          </a:fontRef>
        </p:style>
        <p:txBody>
          <a:bodyPr/>
          <a:lstStyle/>
          <a:p>
            <a:endParaRPr lang="en-GB"/>
          </a:p>
        </p:txBody>
      </p:sp>
      <p:sp>
        <p:nvSpPr>
          <p:cNvPr id="7" name="Rectangle 6" descr="Bullseye">
            <a:extLst>
              <a:ext uri="{FF2B5EF4-FFF2-40B4-BE49-F238E27FC236}">
                <a16:creationId xmlns:a16="http://schemas.microsoft.com/office/drawing/2014/main" id="{AF53DD12-2067-CA1F-576A-3BACF07EF371}"/>
              </a:ext>
            </a:extLst>
          </p:cNvPr>
          <p:cNvSpPr/>
          <p:nvPr/>
        </p:nvSpPr>
        <p:spPr>
          <a:xfrm>
            <a:off x="4439920" y="1301400"/>
            <a:ext cx="796640" cy="801720"/>
          </a:xfrm>
          <a:prstGeom prst="rect">
            <a:avLst/>
          </a:prstGeom>
          <a: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p:spPr>
        <p:style>
          <a:lnRef idx="2">
            <a:scrgbClr r="0" g="0" b="0"/>
          </a:lnRef>
          <a:fillRef idx="1">
            <a:scrgbClr r="0" g="0" b="0"/>
          </a:fillRef>
          <a:effectRef idx="0">
            <a:schemeClr val="accent2">
              <a:hueOff val="0"/>
              <a:satOff val="0"/>
              <a:lumOff val="0"/>
              <a:alphaOff val="0"/>
            </a:schemeClr>
          </a:effectRef>
          <a:fontRef idx="minor">
            <a:schemeClr val="lt1"/>
          </a:fontRef>
        </p:style>
        <p:txBody>
          <a:bodyPr/>
          <a:lstStyle/>
          <a:p>
            <a:endParaRPr lang="en-GB"/>
          </a:p>
        </p:txBody>
      </p:sp>
    </p:spTree>
    <p:extLst>
      <p:ext uri="{BB962C8B-B14F-4D97-AF65-F5344CB8AC3E}">
        <p14:creationId xmlns:p14="http://schemas.microsoft.com/office/powerpoint/2010/main" val="256135434"/>
      </p:ext>
    </p:extLst>
  </p:cSld>
  <p:clrMapOvr>
    <a:masterClrMapping/>
  </p:clrMapOvr>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Objects in memory</a:t>
            </a:r>
          </a:p>
        </p:txBody>
      </p:sp>
      <p:sp>
        <p:nvSpPr>
          <p:cNvPr id="4" name="Rounded Rectangle 3"/>
          <p:cNvSpPr/>
          <p:nvPr/>
        </p:nvSpPr>
        <p:spPr>
          <a:xfrm>
            <a:off x="509405" y="2342591"/>
            <a:ext cx="805912" cy="464949"/>
          </a:xfrm>
          <a:prstGeom prst="roundRect">
            <a:avLst/>
          </a:prstGeom>
          <a:solidFill>
            <a:schemeClr val="accent1">
              <a:lumMod val="20000"/>
              <a:lumOff val="80000"/>
            </a:schemeClr>
          </a:solidFill>
          <a:ln w="19050">
            <a:solidFill>
              <a:srgbClr val="004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solidFill>
                  <a:schemeClr val="tx1"/>
                </a:solidFill>
                <a:cs typeface="Arial" pitchFamily="34" charset="0"/>
              </a:rPr>
              <a:t>stu1</a:t>
            </a:r>
            <a:endParaRPr lang="en-GB" sz="1600" dirty="0">
              <a:solidFill>
                <a:schemeClr val="tx1"/>
              </a:solidFill>
              <a:cs typeface="Arial" pitchFamily="34" charset="0"/>
            </a:endParaRPr>
          </a:p>
        </p:txBody>
      </p:sp>
      <p:sp>
        <p:nvSpPr>
          <p:cNvPr id="5" name="Oval 4"/>
          <p:cNvSpPr/>
          <p:nvPr/>
        </p:nvSpPr>
        <p:spPr>
          <a:xfrm>
            <a:off x="2789096" y="1660666"/>
            <a:ext cx="2626419" cy="1828800"/>
          </a:xfrm>
          <a:prstGeom prst="ellipse">
            <a:avLst/>
          </a:prstGeom>
          <a:solidFill>
            <a:srgbClr val="28CFF9">
              <a:alpha val="50000"/>
            </a:srgbClr>
          </a:solidFill>
          <a:ln>
            <a:solidFill>
              <a:schemeClr val="bg1">
                <a:lumMod val="65000"/>
              </a:schemeClr>
            </a:solidFill>
          </a:ln>
          <a:effectLst/>
        </p:spPr>
        <p:style>
          <a:lnRef idx="0">
            <a:schemeClr val="accent6"/>
          </a:lnRef>
          <a:fillRef idx="3">
            <a:schemeClr val="accent6"/>
          </a:fillRef>
          <a:effectRef idx="3">
            <a:schemeClr val="accent6"/>
          </a:effectRef>
          <a:fontRef idx="minor">
            <a:schemeClr val="lt1"/>
          </a:fontRef>
        </p:style>
        <p:txBody>
          <a:bodyPr rtlCol="0" anchor="ctr"/>
          <a:lstStyle/>
          <a:p>
            <a:pPr algn="ctr"/>
            <a:r>
              <a:rPr lang="en-GB" sz="2000" b="1" dirty="0">
                <a:solidFill>
                  <a:srgbClr val="0000C0"/>
                </a:solidFill>
                <a:latin typeface="Consolas" panose="020B0609020204030204" pitchFamily="49" charset="0"/>
              </a:rPr>
              <a:t>name= </a:t>
            </a:r>
            <a:r>
              <a:rPr lang="en-GB" sz="2000" b="1" dirty="0">
                <a:solidFill>
                  <a:schemeClr val="tx1"/>
                </a:solidFill>
                <a:latin typeface="Consolas" panose="020B0609020204030204" pitchFamily="49" charset="0"/>
              </a:rPr>
              <a:t>"Bob"</a:t>
            </a:r>
            <a:br>
              <a:rPr lang="en-GB" sz="2000" b="1" dirty="0">
                <a:solidFill>
                  <a:schemeClr val="tx1"/>
                </a:solidFill>
                <a:latin typeface="Consolas" panose="020B0609020204030204" pitchFamily="49" charset="0"/>
              </a:rPr>
            </a:br>
            <a:r>
              <a:rPr lang="en-GB" sz="2000" b="1" dirty="0">
                <a:solidFill>
                  <a:srgbClr val="0000C0"/>
                </a:solidFill>
                <a:latin typeface="Consolas" panose="020B0609020204030204" pitchFamily="49" charset="0"/>
              </a:rPr>
              <a:t>count=1</a:t>
            </a:r>
          </a:p>
        </p:txBody>
      </p:sp>
      <p:cxnSp>
        <p:nvCxnSpPr>
          <p:cNvPr id="7" name="Straight Arrow Connector 6"/>
          <p:cNvCxnSpPr>
            <a:cxnSpLocks/>
            <a:stCxn id="4" idx="3"/>
          </p:cNvCxnSpPr>
          <p:nvPr/>
        </p:nvCxnSpPr>
        <p:spPr>
          <a:xfrm>
            <a:off x="1315317" y="2575066"/>
            <a:ext cx="1438516" cy="0"/>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3" name="Rounded Rectangle 12"/>
          <p:cNvSpPr/>
          <p:nvPr/>
        </p:nvSpPr>
        <p:spPr>
          <a:xfrm>
            <a:off x="491323" y="4401284"/>
            <a:ext cx="805912" cy="464949"/>
          </a:xfrm>
          <a:prstGeom prst="roundRect">
            <a:avLst/>
          </a:prstGeom>
          <a:solidFill>
            <a:schemeClr val="accent1">
              <a:lumMod val="20000"/>
              <a:lumOff val="80000"/>
            </a:schemeClr>
          </a:solidFill>
          <a:ln w="19050">
            <a:solidFill>
              <a:srgbClr val="004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solidFill>
                  <a:schemeClr val="tx1"/>
                </a:solidFill>
                <a:cs typeface="Arial" pitchFamily="34" charset="0"/>
              </a:rPr>
              <a:t>stu2</a:t>
            </a:r>
            <a:endParaRPr lang="en-GB" sz="1600" dirty="0">
              <a:solidFill>
                <a:schemeClr val="tx1"/>
              </a:solidFill>
              <a:cs typeface="Arial" pitchFamily="34" charset="0"/>
            </a:endParaRPr>
          </a:p>
        </p:txBody>
      </p:sp>
      <p:sp>
        <p:nvSpPr>
          <p:cNvPr id="14" name="Oval 13"/>
          <p:cNvSpPr/>
          <p:nvPr/>
        </p:nvSpPr>
        <p:spPr>
          <a:xfrm>
            <a:off x="2789096" y="3721941"/>
            <a:ext cx="2626419" cy="1828800"/>
          </a:xfrm>
          <a:prstGeom prst="ellipse">
            <a:avLst/>
          </a:prstGeom>
          <a:solidFill>
            <a:srgbClr val="28CFF9">
              <a:alpha val="50000"/>
            </a:srgbClr>
          </a:solidFill>
          <a:ln>
            <a:solidFill>
              <a:schemeClr val="bg1">
                <a:lumMod val="65000"/>
              </a:schemeClr>
            </a:solidFill>
          </a:ln>
          <a:effectLst/>
        </p:spPr>
        <p:style>
          <a:lnRef idx="0">
            <a:schemeClr val="accent6"/>
          </a:lnRef>
          <a:fillRef idx="3">
            <a:schemeClr val="accent6"/>
          </a:fillRef>
          <a:effectRef idx="3">
            <a:schemeClr val="accent6"/>
          </a:effectRef>
          <a:fontRef idx="minor">
            <a:schemeClr val="lt1"/>
          </a:fontRef>
        </p:style>
        <p:txBody>
          <a:bodyPr rtlCol="0" anchor="ctr"/>
          <a:lstStyle/>
          <a:p>
            <a:pPr algn="ctr"/>
            <a:r>
              <a:rPr lang="en-GB" sz="2000" b="1" dirty="0">
                <a:solidFill>
                  <a:srgbClr val="0000C0"/>
                </a:solidFill>
                <a:latin typeface="Consolas" panose="020B0609020204030204" pitchFamily="49" charset="0"/>
              </a:rPr>
              <a:t>name= </a:t>
            </a:r>
            <a:r>
              <a:rPr lang="en-GB" sz="2000" b="1" dirty="0">
                <a:solidFill>
                  <a:schemeClr val="tx1"/>
                </a:solidFill>
                <a:latin typeface="Consolas" panose="020B0609020204030204" pitchFamily="49" charset="0"/>
              </a:rPr>
              <a:t>"Amy"</a:t>
            </a:r>
            <a:br>
              <a:rPr lang="en-GB" sz="2000" b="1" dirty="0">
                <a:solidFill>
                  <a:schemeClr val="tx1"/>
                </a:solidFill>
                <a:latin typeface="Consolas" panose="020B0609020204030204" pitchFamily="49" charset="0"/>
              </a:rPr>
            </a:br>
            <a:r>
              <a:rPr lang="en-GB" sz="2000" b="1" dirty="0">
                <a:solidFill>
                  <a:srgbClr val="0000C0"/>
                </a:solidFill>
                <a:latin typeface="Consolas" panose="020B0609020204030204" pitchFamily="49" charset="0"/>
              </a:rPr>
              <a:t>count=1</a:t>
            </a:r>
          </a:p>
        </p:txBody>
      </p:sp>
      <p:cxnSp>
        <p:nvCxnSpPr>
          <p:cNvPr id="15" name="Straight Arrow Connector 14"/>
          <p:cNvCxnSpPr>
            <a:cxnSpLocks/>
            <a:stCxn id="13" idx="3"/>
            <a:endCxn id="14" idx="2"/>
          </p:cNvCxnSpPr>
          <p:nvPr/>
        </p:nvCxnSpPr>
        <p:spPr>
          <a:xfrm>
            <a:off x="1297235" y="4633759"/>
            <a:ext cx="1491861" cy="2582"/>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6" name="Rectangle 15">
            <a:extLst>
              <a:ext uri="{FF2B5EF4-FFF2-40B4-BE49-F238E27FC236}">
                <a16:creationId xmlns:a16="http://schemas.microsoft.com/office/drawing/2014/main" id="{EC73E6B3-E4FF-4FFA-B79C-EB940E7BC5C4}"/>
              </a:ext>
            </a:extLst>
          </p:cNvPr>
          <p:cNvSpPr/>
          <p:nvPr/>
        </p:nvSpPr>
        <p:spPr>
          <a:xfrm>
            <a:off x="6315333" y="1311212"/>
            <a:ext cx="5153189" cy="2308324"/>
          </a:xfrm>
          <a:prstGeom prst="rect">
            <a:avLst/>
          </a:prstGeom>
          <a:solidFill>
            <a:schemeClr val="accent5">
              <a:lumMod val="20000"/>
              <a:lumOff val="80000"/>
            </a:schemeClr>
          </a:solidFill>
          <a:ln w="19050">
            <a:noFill/>
          </a:ln>
          <a:effectLst>
            <a:outerShdw blurRad="50800" dist="38100" algn="l" rotWithShape="0">
              <a:prstClr val="black">
                <a:alpha val="40000"/>
              </a:prstClr>
            </a:outerShdw>
          </a:effectLst>
        </p:spPr>
        <p:style>
          <a:lnRef idx="2">
            <a:schemeClr val="accent3">
              <a:shade val="50000"/>
            </a:schemeClr>
          </a:lnRef>
          <a:fillRef idx="1">
            <a:schemeClr val="accent3"/>
          </a:fillRef>
          <a:effectRef idx="0">
            <a:schemeClr val="accent3"/>
          </a:effectRef>
          <a:fontRef idx="minor">
            <a:schemeClr val="lt1"/>
          </a:fontRef>
        </p:style>
        <p:txBody>
          <a:bodyPr wrap="square">
            <a:spAutoFit/>
          </a:bodyPr>
          <a:lstStyle/>
          <a:p>
            <a:r>
              <a:rPr lang="en-GB" sz="1600" b="1" dirty="0">
                <a:solidFill>
                  <a:srgbClr val="7F0055"/>
                </a:solidFill>
                <a:latin typeface="Consolas" panose="020B0609020204030204" pitchFamily="49" charset="0"/>
              </a:rPr>
              <a:t>class</a:t>
            </a:r>
            <a:r>
              <a:rPr lang="en-GB" sz="1600" b="1" dirty="0">
                <a:solidFill>
                  <a:srgbClr val="000000"/>
                </a:solidFill>
                <a:latin typeface="Consolas" panose="020B0609020204030204" pitchFamily="49" charset="0"/>
              </a:rPr>
              <a:t> Student {</a:t>
            </a:r>
          </a:p>
          <a:p>
            <a:r>
              <a:rPr lang="en-GB" sz="1600" b="1" dirty="0">
                <a:solidFill>
                  <a:srgbClr val="7F0055"/>
                </a:solidFill>
                <a:latin typeface="Consolas" panose="020B0609020204030204" pitchFamily="49" charset="0"/>
              </a:rPr>
              <a:t>      public</a:t>
            </a:r>
            <a:r>
              <a:rPr lang="en-GB" sz="1600" b="1" dirty="0">
                <a:solidFill>
                  <a:srgbClr val="000000"/>
                </a:solidFill>
                <a:latin typeface="Consolas" panose="020B0609020204030204" pitchFamily="49" charset="0"/>
              </a:rPr>
              <a:t> </a:t>
            </a:r>
            <a:r>
              <a:rPr lang="en-GB" sz="1600" b="1" dirty="0" err="1">
                <a:solidFill>
                  <a:srgbClr val="000000"/>
                </a:solidFill>
                <a:latin typeface="Consolas" panose="020B0609020204030204" pitchFamily="49" charset="0"/>
              </a:rPr>
              <a:t>int</a:t>
            </a:r>
            <a:r>
              <a:rPr lang="en-GB" sz="1600" b="1" dirty="0">
                <a:solidFill>
                  <a:srgbClr val="000000"/>
                </a:solidFill>
                <a:latin typeface="Consolas" panose="020B0609020204030204" pitchFamily="49" charset="0"/>
              </a:rPr>
              <a:t> </a:t>
            </a:r>
            <a:r>
              <a:rPr lang="en-GB" sz="1600" b="1" dirty="0">
                <a:solidFill>
                  <a:srgbClr val="0000C0"/>
                </a:solidFill>
                <a:latin typeface="Consolas" panose="020B0609020204030204" pitchFamily="49" charset="0"/>
              </a:rPr>
              <a:t>count = 0</a:t>
            </a:r>
            <a:r>
              <a:rPr lang="en-GB" sz="1600" b="1" dirty="0">
                <a:solidFill>
                  <a:srgbClr val="000000"/>
                </a:solidFill>
                <a:latin typeface="Consolas" panose="020B0609020204030204" pitchFamily="49" charset="0"/>
              </a:rPr>
              <a:t>;</a:t>
            </a:r>
            <a:r>
              <a:rPr lang="en-GB" sz="1600" b="1" dirty="0">
                <a:solidFill>
                  <a:srgbClr val="7F0055"/>
                </a:solidFill>
                <a:latin typeface="Consolas" panose="020B0609020204030204" pitchFamily="49" charset="0"/>
              </a:rPr>
              <a:t>      </a:t>
            </a:r>
          </a:p>
          <a:p>
            <a:r>
              <a:rPr lang="en-GB" sz="1600" b="1" dirty="0">
                <a:solidFill>
                  <a:srgbClr val="7F0055"/>
                </a:solidFill>
                <a:latin typeface="Consolas" panose="020B0609020204030204" pitchFamily="49" charset="0"/>
              </a:rPr>
              <a:t>      private</a:t>
            </a:r>
            <a:r>
              <a:rPr lang="en-GB" sz="1600" b="1" dirty="0">
                <a:solidFill>
                  <a:srgbClr val="000000"/>
                </a:solidFill>
                <a:latin typeface="Consolas" panose="020B0609020204030204" pitchFamily="49" charset="0"/>
              </a:rPr>
              <a:t> String </a:t>
            </a:r>
            <a:r>
              <a:rPr lang="en-GB" sz="1600" b="1" dirty="0">
                <a:solidFill>
                  <a:srgbClr val="0000C0"/>
                </a:solidFill>
                <a:latin typeface="Consolas" panose="020B0609020204030204" pitchFamily="49" charset="0"/>
              </a:rPr>
              <a:t>name</a:t>
            </a:r>
            <a:r>
              <a:rPr lang="en-GB" sz="1600" b="1" dirty="0">
                <a:solidFill>
                  <a:srgbClr val="000000"/>
                </a:solidFill>
                <a:latin typeface="Consolas" panose="020B0609020204030204" pitchFamily="49" charset="0"/>
              </a:rPr>
              <a:t>;</a:t>
            </a:r>
          </a:p>
          <a:p>
            <a:r>
              <a:rPr lang="en-GB" sz="1600" b="1" dirty="0">
                <a:solidFill>
                  <a:srgbClr val="7F0055"/>
                </a:solidFill>
                <a:latin typeface="Consolas" panose="020B0609020204030204" pitchFamily="49" charset="0"/>
              </a:rPr>
              <a:t> </a:t>
            </a:r>
          </a:p>
          <a:p>
            <a:r>
              <a:rPr lang="en-GB" sz="1600" b="1" dirty="0">
                <a:solidFill>
                  <a:srgbClr val="7F0055"/>
                </a:solidFill>
                <a:latin typeface="Consolas" panose="020B0609020204030204" pitchFamily="49" charset="0"/>
              </a:rPr>
              <a:t>      public</a:t>
            </a:r>
            <a:r>
              <a:rPr lang="en-GB" sz="1600" b="1" dirty="0">
                <a:solidFill>
                  <a:srgbClr val="000000"/>
                </a:solidFill>
                <a:latin typeface="Consolas" panose="020B0609020204030204" pitchFamily="49" charset="0"/>
              </a:rPr>
              <a:t> Student(String </a:t>
            </a:r>
            <a:r>
              <a:rPr lang="en-GB" sz="1600" b="1" dirty="0">
                <a:solidFill>
                  <a:srgbClr val="6A3E3E"/>
                </a:solidFill>
                <a:latin typeface="Consolas" panose="020B0609020204030204" pitchFamily="49" charset="0"/>
              </a:rPr>
              <a:t>name</a:t>
            </a:r>
            <a:r>
              <a:rPr lang="en-GB" sz="1600" b="1" dirty="0">
                <a:solidFill>
                  <a:srgbClr val="000000"/>
                </a:solidFill>
                <a:latin typeface="Consolas" panose="020B0609020204030204" pitchFamily="49" charset="0"/>
              </a:rPr>
              <a:t>) {</a:t>
            </a:r>
          </a:p>
          <a:p>
            <a:r>
              <a:rPr lang="en-GB" sz="1600" b="1" dirty="0">
                <a:solidFill>
                  <a:srgbClr val="7F0055"/>
                </a:solidFill>
                <a:latin typeface="Consolas" panose="020B0609020204030204" pitchFamily="49" charset="0"/>
              </a:rPr>
              <a:t>	     this.</a:t>
            </a:r>
            <a:r>
              <a:rPr lang="en-GB" sz="1600" b="1" dirty="0">
                <a:solidFill>
                  <a:srgbClr val="0000C0"/>
                </a:solidFill>
                <a:latin typeface="Consolas" panose="020B0609020204030204" pitchFamily="49" charset="0"/>
              </a:rPr>
              <a:t>name</a:t>
            </a:r>
            <a:r>
              <a:rPr lang="en-GB" sz="1600" b="1" dirty="0">
                <a:solidFill>
                  <a:srgbClr val="000000"/>
                </a:solidFill>
                <a:latin typeface="Consolas" panose="020B0609020204030204" pitchFamily="49" charset="0"/>
              </a:rPr>
              <a:t> = </a:t>
            </a:r>
            <a:r>
              <a:rPr lang="en-GB" sz="1600" b="1" dirty="0">
                <a:solidFill>
                  <a:srgbClr val="6A3E3E"/>
                </a:solidFill>
                <a:latin typeface="Consolas" panose="020B0609020204030204" pitchFamily="49" charset="0"/>
              </a:rPr>
              <a:t>name</a:t>
            </a:r>
            <a:r>
              <a:rPr lang="en-GB" sz="1600" b="1" dirty="0">
                <a:solidFill>
                  <a:srgbClr val="000000"/>
                </a:solidFill>
                <a:latin typeface="Consolas" panose="020B0609020204030204" pitchFamily="49" charset="0"/>
              </a:rPr>
              <a:t>;</a:t>
            </a:r>
            <a:br>
              <a:rPr lang="en-GB" sz="1600" b="1" dirty="0">
                <a:solidFill>
                  <a:srgbClr val="000000"/>
                </a:solidFill>
                <a:latin typeface="Consolas" panose="020B0609020204030204" pitchFamily="49" charset="0"/>
              </a:rPr>
            </a:br>
            <a:r>
              <a:rPr lang="en-GB" sz="1600" b="1" dirty="0">
                <a:solidFill>
                  <a:srgbClr val="000000"/>
                </a:solidFill>
                <a:latin typeface="Consolas" panose="020B0609020204030204" pitchFamily="49" charset="0"/>
              </a:rPr>
              <a:t>	     </a:t>
            </a:r>
            <a:r>
              <a:rPr lang="en-GB" sz="1600" b="1" dirty="0" err="1">
                <a:solidFill>
                  <a:srgbClr val="7F0055"/>
                </a:solidFill>
                <a:latin typeface="Consolas" panose="020B0609020204030204" pitchFamily="49" charset="0"/>
              </a:rPr>
              <a:t>this.</a:t>
            </a:r>
            <a:r>
              <a:rPr lang="en-GB" sz="1600" b="1" dirty="0" err="1">
                <a:solidFill>
                  <a:srgbClr val="0000C0"/>
                </a:solidFill>
                <a:latin typeface="Consolas" panose="020B0609020204030204" pitchFamily="49" charset="0"/>
              </a:rPr>
              <a:t>count</a:t>
            </a:r>
            <a:r>
              <a:rPr lang="en-GB" sz="1600" b="1" dirty="0">
                <a:solidFill>
                  <a:srgbClr val="0000C0"/>
                </a:solidFill>
                <a:latin typeface="Consolas" panose="020B0609020204030204" pitchFamily="49" charset="0"/>
              </a:rPr>
              <a:t>++</a:t>
            </a:r>
            <a:r>
              <a:rPr lang="en-GB" sz="1600" b="1" dirty="0">
                <a:solidFill>
                  <a:srgbClr val="000000"/>
                </a:solidFill>
                <a:latin typeface="Consolas" panose="020B0609020204030204" pitchFamily="49" charset="0"/>
              </a:rPr>
              <a:t>;</a:t>
            </a:r>
          </a:p>
          <a:p>
            <a:r>
              <a:rPr lang="en-GB" sz="1600" dirty="0">
                <a:solidFill>
                  <a:srgbClr val="000000"/>
                </a:solidFill>
                <a:latin typeface="Consolas" panose="020B0609020204030204" pitchFamily="49" charset="0"/>
              </a:rPr>
              <a:t>      }</a:t>
            </a:r>
          </a:p>
          <a:p>
            <a:r>
              <a:rPr lang="en-GB" sz="1600" dirty="0">
                <a:solidFill>
                  <a:srgbClr val="000000"/>
                </a:solidFill>
                <a:latin typeface="Consolas" panose="020B0609020204030204" pitchFamily="49" charset="0"/>
              </a:rPr>
              <a:t>}</a:t>
            </a:r>
          </a:p>
        </p:txBody>
      </p:sp>
      <p:sp>
        <p:nvSpPr>
          <p:cNvPr id="17" name="Rectangle 16">
            <a:extLst>
              <a:ext uri="{FF2B5EF4-FFF2-40B4-BE49-F238E27FC236}">
                <a16:creationId xmlns:a16="http://schemas.microsoft.com/office/drawing/2014/main" id="{101A78DB-FD9C-4202-B707-4A0C9ED3F4E1}"/>
              </a:ext>
            </a:extLst>
          </p:cNvPr>
          <p:cNvSpPr/>
          <p:nvPr/>
        </p:nvSpPr>
        <p:spPr>
          <a:xfrm>
            <a:off x="6329981" y="3848928"/>
            <a:ext cx="5138541" cy="584775"/>
          </a:xfrm>
          <a:prstGeom prst="rect">
            <a:avLst/>
          </a:prstGeom>
          <a:solidFill>
            <a:schemeClr val="bg1"/>
          </a:solidFill>
          <a:ln w="19050">
            <a:noFill/>
          </a:ln>
          <a:effectLst>
            <a:outerShdw blurRad="50800" dist="38100" algn="l" rotWithShape="0">
              <a:prstClr val="black">
                <a:alpha val="40000"/>
              </a:prstClr>
            </a:outerShdw>
          </a:effectLst>
        </p:spPr>
        <p:style>
          <a:lnRef idx="2">
            <a:schemeClr val="accent1"/>
          </a:lnRef>
          <a:fillRef idx="1">
            <a:schemeClr val="lt1"/>
          </a:fillRef>
          <a:effectRef idx="0">
            <a:schemeClr val="accent1"/>
          </a:effectRef>
          <a:fontRef idx="minor">
            <a:schemeClr val="dk1"/>
          </a:fontRef>
        </p:style>
        <p:txBody>
          <a:bodyPr wrap="square">
            <a:spAutoFit/>
          </a:bodyPr>
          <a:lstStyle/>
          <a:p>
            <a:r>
              <a:rPr lang="en-GB" sz="1600" b="1" dirty="0">
                <a:solidFill>
                  <a:srgbClr val="000000"/>
                </a:solidFill>
                <a:latin typeface="Consolas" panose="020B0609020204030204" pitchFamily="49" charset="0"/>
              </a:rPr>
              <a:t>Student </a:t>
            </a:r>
            <a:r>
              <a:rPr lang="en-GB" sz="1600" b="1" dirty="0">
                <a:solidFill>
                  <a:srgbClr val="6A3E3E"/>
                </a:solidFill>
                <a:latin typeface="Consolas" panose="020B0609020204030204" pitchFamily="49" charset="0"/>
              </a:rPr>
              <a:t>stu1</a:t>
            </a:r>
            <a:r>
              <a:rPr lang="en-GB" sz="1600" b="1" dirty="0">
                <a:solidFill>
                  <a:srgbClr val="000000"/>
                </a:solidFill>
                <a:latin typeface="Consolas" panose="020B0609020204030204" pitchFamily="49" charset="0"/>
              </a:rPr>
              <a:t> = </a:t>
            </a:r>
            <a:r>
              <a:rPr lang="en-GB" sz="1600" b="1" dirty="0">
                <a:solidFill>
                  <a:srgbClr val="7F0055"/>
                </a:solidFill>
                <a:latin typeface="Consolas" panose="020B0609020204030204" pitchFamily="49" charset="0"/>
              </a:rPr>
              <a:t>new</a:t>
            </a:r>
            <a:r>
              <a:rPr lang="en-GB" sz="1600" b="1" dirty="0">
                <a:solidFill>
                  <a:srgbClr val="000000"/>
                </a:solidFill>
                <a:latin typeface="Consolas" panose="020B0609020204030204" pitchFamily="49" charset="0"/>
              </a:rPr>
              <a:t> Student(</a:t>
            </a:r>
            <a:r>
              <a:rPr lang="en-GB" sz="1600" b="1" dirty="0">
                <a:solidFill>
                  <a:srgbClr val="2A00FF"/>
                </a:solidFill>
                <a:latin typeface="Consolas" panose="020B0609020204030204" pitchFamily="49" charset="0"/>
              </a:rPr>
              <a:t>"Bob"</a:t>
            </a:r>
            <a:r>
              <a:rPr lang="en-GB" sz="1600" b="1" dirty="0">
                <a:solidFill>
                  <a:srgbClr val="000000"/>
                </a:solidFill>
                <a:latin typeface="Consolas" panose="020B0609020204030204" pitchFamily="49" charset="0"/>
              </a:rPr>
              <a:t>);</a:t>
            </a:r>
          </a:p>
          <a:p>
            <a:r>
              <a:rPr lang="en-GB" sz="1600" b="1" dirty="0">
                <a:solidFill>
                  <a:srgbClr val="000000"/>
                </a:solidFill>
                <a:latin typeface="Consolas" panose="020B0609020204030204" pitchFamily="49" charset="0"/>
              </a:rPr>
              <a:t>Student </a:t>
            </a:r>
            <a:r>
              <a:rPr lang="en-GB" sz="1600" b="1" dirty="0">
                <a:solidFill>
                  <a:srgbClr val="6A3E3E"/>
                </a:solidFill>
                <a:latin typeface="Consolas" panose="020B0609020204030204" pitchFamily="49" charset="0"/>
              </a:rPr>
              <a:t>stu2</a:t>
            </a:r>
            <a:r>
              <a:rPr lang="en-GB" sz="1600" dirty="0">
                <a:solidFill>
                  <a:srgbClr val="000000"/>
                </a:solidFill>
                <a:latin typeface="Consolas" panose="020B0609020204030204" pitchFamily="49" charset="0"/>
              </a:rPr>
              <a:t> = </a:t>
            </a:r>
            <a:r>
              <a:rPr lang="en-GB" sz="1600" b="1" dirty="0">
                <a:solidFill>
                  <a:srgbClr val="7F0055"/>
                </a:solidFill>
                <a:latin typeface="Consolas" panose="020B0609020204030204" pitchFamily="49" charset="0"/>
              </a:rPr>
              <a:t>new</a:t>
            </a:r>
            <a:r>
              <a:rPr lang="en-GB" sz="1600" b="1" dirty="0">
                <a:solidFill>
                  <a:srgbClr val="000000"/>
                </a:solidFill>
                <a:latin typeface="Consolas" panose="020B0609020204030204" pitchFamily="49" charset="0"/>
              </a:rPr>
              <a:t> Student(</a:t>
            </a:r>
            <a:r>
              <a:rPr lang="en-GB" sz="1600" b="1" dirty="0">
                <a:solidFill>
                  <a:srgbClr val="2A00FF"/>
                </a:solidFill>
                <a:latin typeface="Consolas" panose="020B0609020204030204" pitchFamily="49" charset="0"/>
              </a:rPr>
              <a:t>"Amy"</a:t>
            </a:r>
            <a:r>
              <a:rPr lang="en-GB" sz="1600" b="1" dirty="0">
                <a:solidFill>
                  <a:srgbClr val="000000"/>
                </a:solidFill>
                <a:latin typeface="Consolas" panose="020B0609020204030204" pitchFamily="49" charset="0"/>
              </a:rPr>
              <a:t>);</a:t>
            </a:r>
          </a:p>
        </p:txBody>
      </p:sp>
    </p:spTree>
    <p:extLst>
      <p:ext uri="{BB962C8B-B14F-4D97-AF65-F5344CB8AC3E}">
        <p14:creationId xmlns:p14="http://schemas.microsoft.com/office/powerpoint/2010/main" val="154969430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Static members</a:t>
            </a:r>
          </a:p>
        </p:txBody>
      </p:sp>
      <p:sp>
        <p:nvSpPr>
          <p:cNvPr id="4" name="Rounded Rectangle 3"/>
          <p:cNvSpPr/>
          <p:nvPr/>
        </p:nvSpPr>
        <p:spPr>
          <a:xfrm>
            <a:off x="496298" y="2261502"/>
            <a:ext cx="805912" cy="464949"/>
          </a:xfrm>
          <a:prstGeom prst="roundRect">
            <a:avLst/>
          </a:prstGeom>
          <a:solidFill>
            <a:schemeClr val="accent1">
              <a:lumMod val="20000"/>
              <a:lumOff val="80000"/>
            </a:schemeClr>
          </a:solidFill>
          <a:ln w="19050">
            <a:solidFill>
              <a:srgbClr val="004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b="1" dirty="0">
                <a:solidFill>
                  <a:schemeClr val="tx1"/>
                </a:solidFill>
                <a:cs typeface="Arial" pitchFamily="34" charset="0"/>
              </a:rPr>
              <a:t>stu1</a:t>
            </a:r>
            <a:endParaRPr lang="en-GB" sz="1600" b="1" dirty="0">
              <a:solidFill>
                <a:schemeClr val="tx1"/>
              </a:solidFill>
              <a:cs typeface="Arial" pitchFamily="34" charset="0"/>
            </a:endParaRPr>
          </a:p>
        </p:txBody>
      </p:sp>
      <p:cxnSp>
        <p:nvCxnSpPr>
          <p:cNvPr id="7" name="Straight Arrow Connector 6"/>
          <p:cNvCxnSpPr>
            <a:cxnSpLocks/>
            <a:stCxn id="4" idx="3"/>
          </p:cNvCxnSpPr>
          <p:nvPr/>
        </p:nvCxnSpPr>
        <p:spPr>
          <a:xfrm flipV="1">
            <a:off x="1302210" y="2493975"/>
            <a:ext cx="948419" cy="2"/>
          </a:xfrm>
          <a:prstGeom prst="straightConnector1">
            <a:avLst/>
          </a:prstGeom>
          <a:ln w="38100">
            <a:solidFill>
              <a:srgbClr val="004050"/>
            </a:solidFill>
            <a:tailEnd type="triangle"/>
          </a:ln>
        </p:spPr>
        <p:style>
          <a:lnRef idx="1">
            <a:schemeClr val="accent1"/>
          </a:lnRef>
          <a:fillRef idx="0">
            <a:schemeClr val="accent1"/>
          </a:fillRef>
          <a:effectRef idx="0">
            <a:schemeClr val="accent1"/>
          </a:effectRef>
          <a:fontRef idx="minor">
            <a:schemeClr val="tx1"/>
          </a:fontRef>
        </p:style>
      </p:cxnSp>
      <p:sp>
        <p:nvSpPr>
          <p:cNvPr id="13" name="Rounded Rectangle 12"/>
          <p:cNvSpPr/>
          <p:nvPr/>
        </p:nvSpPr>
        <p:spPr>
          <a:xfrm>
            <a:off x="478216" y="4320195"/>
            <a:ext cx="805912" cy="464949"/>
          </a:xfrm>
          <a:prstGeom prst="roundRect">
            <a:avLst/>
          </a:prstGeom>
          <a:solidFill>
            <a:schemeClr val="accent1">
              <a:lumMod val="20000"/>
              <a:lumOff val="80000"/>
            </a:schemeClr>
          </a:solidFill>
          <a:ln w="19050">
            <a:solidFill>
              <a:srgbClr val="004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b="1" dirty="0">
                <a:solidFill>
                  <a:schemeClr val="tx1"/>
                </a:solidFill>
                <a:cs typeface="Arial" pitchFamily="34" charset="0"/>
              </a:rPr>
              <a:t>stu2</a:t>
            </a:r>
            <a:endParaRPr lang="en-GB" sz="1600" b="1" dirty="0">
              <a:solidFill>
                <a:schemeClr val="tx1"/>
              </a:solidFill>
              <a:cs typeface="Arial" pitchFamily="34" charset="0"/>
            </a:endParaRPr>
          </a:p>
        </p:txBody>
      </p:sp>
      <p:cxnSp>
        <p:nvCxnSpPr>
          <p:cNvPr id="15" name="Straight Arrow Connector 14"/>
          <p:cNvCxnSpPr>
            <a:cxnSpLocks/>
            <a:stCxn id="13" idx="3"/>
          </p:cNvCxnSpPr>
          <p:nvPr/>
        </p:nvCxnSpPr>
        <p:spPr>
          <a:xfrm flipV="1">
            <a:off x="1284128" y="4546212"/>
            <a:ext cx="966501" cy="6458"/>
          </a:xfrm>
          <a:prstGeom prst="straightConnector1">
            <a:avLst/>
          </a:prstGeom>
          <a:ln w="38100">
            <a:solidFill>
              <a:srgbClr val="004050"/>
            </a:solidFill>
            <a:tailEnd type="triangle"/>
          </a:ln>
        </p:spPr>
        <p:style>
          <a:lnRef idx="1">
            <a:schemeClr val="accent1"/>
          </a:lnRef>
          <a:fillRef idx="0">
            <a:schemeClr val="accent1"/>
          </a:fillRef>
          <a:effectRef idx="0">
            <a:schemeClr val="accent1"/>
          </a:effectRef>
          <a:fontRef idx="minor">
            <a:schemeClr val="tx1"/>
          </a:fontRef>
        </p:style>
      </p:cxnSp>
      <p:cxnSp>
        <p:nvCxnSpPr>
          <p:cNvPr id="12" name="Straight Connector 11"/>
          <p:cNvCxnSpPr>
            <a:cxnSpLocks/>
            <a:endCxn id="10" idx="1"/>
          </p:cNvCxnSpPr>
          <p:nvPr/>
        </p:nvCxnSpPr>
        <p:spPr>
          <a:xfrm>
            <a:off x="4528548" y="2493975"/>
            <a:ext cx="188584" cy="490695"/>
          </a:xfrm>
          <a:prstGeom prst="line">
            <a:avLst/>
          </a:prstGeom>
          <a:ln w="38100">
            <a:prstDash val="sysDash"/>
          </a:ln>
        </p:spPr>
        <p:style>
          <a:lnRef idx="1">
            <a:schemeClr val="accent1"/>
          </a:lnRef>
          <a:fillRef idx="0">
            <a:schemeClr val="accent1"/>
          </a:fillRef>
          <a:effectRef idx="0">
            <a:schemeClr val="accent1"/>
          </a:effectRef>
          <a:fontRef idx="minor">
            <a:schemeClr val="tx1"/>
          </a:fontRef>
        </p:style>
      </p:cxnSp>
      <p:cxnSp>
        <p:nvCxnSpPr>
          <p:cNvPr id="17" name="Straight Connector 16"/>
          <p:cNvCxnSpPr>
            <a:cxnSpLocks/>
          </p:cNvCxnSpPr>
          <p:nvPr/>
        </p:nvCxnSpPr>
        <p:spPr>
          <a:xfrm>
            <a:off x="4528547" y="4546212"/>
            <a:ext cx="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9" name="Straight Connector 18"/>
          <p:cNvCxnSpPr>
            <a:cxnSpLocks/>
            <a:endCxn id="10" idx="3"/>
          </p:cNvCxnSpPr>
          <p:nvPr/>
        </p:nvCxnSpPr>
        <p:spPr>
          <a:xfrm flipV="1">
            <a:off x="4528547" y="4088448"/>
            <a:ext cx="188585" cy="457764"/>
          </a:xfrm>
          <a:prstGeom prst="line">
            <a:avLst/>
          </a:prstGeom>
          <a:ln w="38100">
            <a:prstDash val="sysDash"/>
          </a:ln>
        </p:spPr>
        <p:style>
          <a:lnRef idx="1">
            <a:schemeClr val="accent1"/>
          </a:lnRef>
          <a:fillRef idx="0">
            <a:schemeClr val="accent1"/>
          </a:fillRef>
          <a:effectRef idx="0">
            <a:schemeClr val="accent1"/>
          </a:effectRef>
          <a:fontRef idx="minor">
            <a:schemeClr val="tx1"/>
          </a:fontRef>
        </p:style>
      </p:cxnSp>
      <p:sp>
        <p:nvSpPr>
          <p:cNvPr id="10" name="Oval 9"/>
          <p:cNvSpPr/>
          <p:nvPr/>
        </p:nvSpPr>
        <p:spPr>
          <a:xfrm>
            <a:off x="4335507" y="2756070"/>
            <a:ext cx="2605899" cy="1560978"/>
          </a:xfrm>
          <a:prstGeom prst="ellipse">
            <a:avLst/>
          </a:prstGeom>
          <a:solidFill>
            <a:schemeClr val="bg1"/>
          </a:solidFill>
          <a:ln w="38100">
            <a:solidFill>
              <a:srgbClr val="0070C0"/>
            </a:solidFill>
          </a:ln>
          <a:effectLst>
            <a:outerShdw blurRad="50800" dist="38100" dir="2700000" algn="tl" rotWithShape="0">
              <a:prstClr val="black">
                <a:alpha val="40000"/>
              </a:prstClr>
            </a:outerShdw>
          </a:effectLst>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r>
              <a:rPr lang="en-GB" b="1" dirty="0">
                <a:solidFill>
                  <a:schemeClr val="tx1"/>
                </a:solidFill>
                <a:latin typeface="Consolas" panose="020B0609020204030204" pitchFamily="49" charset="0"/>
              </a:rPr>
              <a:t>Student </a:t>
            </a:r>
            <a:br>
              <a:rPr lang="en-GB" b="1" dirty="0">
                <a:solidFill>
                  <a:schemeClr val="tx1"/>
                </a:solidFill>
                <a:latin typeface="Consolas" panose="020B0609020204030204" pitchFamily="49" charset="0"/>
              </a:rPr>
            </a:br>
            <a:r>
              <a:rPr lang="en-GB" b="1" dirty="0">
                <a:solidFill>
                  <a:schemeClr val="tx1"/>
                </a:solidFill>
                <a:latin typeface="Consolas" panose="020B0609020204030204" pitchFamily="49" charset="0"/>
              </a:rPr>
              <a:t>Class member</a:t>
            </a:r>
          </a:p>
          <a:p>
            <a:pPr algn="ctr"/>
            <a:r>
              <a:rPr lang="en-GB" sz="2400" b="1" dirty="0">
                <a:solidFill>
                  <a:srgbClr val="0000C0"/>
                </a:solidFill>
                <a:latin typeface="Consolas" panose="020B0609020204030204" pitchFamily="49" charset="0"/>
              </a:rPr>
              <a:t>count</a:t>
            </a:r>
            <a:r>
              <a:rPr lang="en-GB" sz="2000" b="1" dirty="0">
                <a:solidFill>
                  <a:srgbClr val="0000C0"/>
                </a:solidFill>
                <a:latin typeface="Consolas" panose="020B0609020204030204" pitchFamily="49" charset="0"/>
              </a:rPr>
              <a:t>=</a:t>
            </a:r>
            <a:r>
              <a:rPr lang="en-GB" sz="2000" b="1" dirty="0">
                <a:solidFill>
                  <a:schemeClr val="tx1"/>
                </a:solidFill>
                <a:cs typeface="Arial" pitchFamily="34" charset="0"/>
              </a:rPr>
              <a:t>2</a:t>
            </a:r>
          </a:p>
        </p:txBody>
      </p:sp>
      <p:sp>
        <p:nvSpPr>
          <p:cNvPr id="16" name="Rectangle 15">
            <a:extLst>
              <a:ext uri="{FF2B5EF4-FFF2-40B4-BE49-F238E27FC236}">
                <a16:creationId xmlns:a16="http://schemas.microsoft.com/office/drawing/2014/main" id="{9653DBE4-583A-4685-A8FC-92482C19143D}"/>
              </a:ext>
            </a:extLst>
          </p:cNvPr>
          <p:cNvSpPr/>
          <p:nvPr/>
        </p:nvSpPr>
        <p:spPr>
          <a:xfrm>
            <a:off x="7289016" y="1504415"/>
            <a:ext cx="4568333" cy="2339102"/>
          </a:xfrm>
          <a:prstGeom prst="rect">
            <a:avLst/>
          </a:prstGeom>
          <a:solidFill>
            <a:schemeClr val="accent5">
              <a:lumMod val="20000"/>
              <a:lumOff val="80000"/>
            </a:schemeClr>
          </a:solidFill>
          <a:ln w="19050">
            <a:noFill/>
          </a:ln>
          <a:effectLst>
            <a:outerShdw blurRad="50800" dist="38100" algn="l" rotWithShape="0">
              <a:prstClr val="black">
                <a:alpha val="40000"/>
              </a:prstClr>
            </a:outerShdw>
          </a:effectLst>
        </p:spPr>
        <p:style>
          <a:lnRef idx="2">
            <a:schemeClr val="accent3">
              <a:shade val="50000"/>
            </a:schemeClr>
          </a:lnRef>
          <a:fillRef idx="1">
            <a:schemeClr val="accent3"/>
          </a:fillRef>
          <a:effectRef idx="0">
            <a:schemeClr val="accent3"/>
          </a:effectRef>
          <a:fontRef idx="minor">
            <a:schemeClr val="lt1"/>
          </a:fontRef>
        </p:style>
        <p:txBody>
          <a:bodyPr wrap="square">
            <a:spAutoFit/>
          </a:bodyPr>
          <a:lstStyle/>
          <a:p>
            <a:r>
              <a:rPr lang="en-GB" sz="1600" b="1" dirty="0">
                <a:solidFill>
                  <a:srgbClr val="7F0055"/>
                </a:solidFill>
                <a:latin typeface="Consolas" panose="020B0609020204030204" pitchFamily="49" charset="0"/>
              </a:rPr>
              <a:t>class</a:t>
            </a:r>
            <a:r>
              <a:rPr lang="en-GB" sz="1600" b="1" dirty="0">
                <a:solidFill>
                  <a:srgbClr val="000000"/>
                </a:solidFill>
                <a:latin typeface="Consolas" panose="020B0609020204030204" pitchFamily="49" charset="0"/>
              </a:rPr>
              <a:t> Student {</a:t>
            </a:r>
          </a:p>
          <a:p>
            <a:r>
              <a:rPr lang="en-GB" sz="1600" b="1" dirty="0">
                <a:solidFill>
                  <a:srgbClr val="7F0055"/>
                </a:solidFill>
                <a:latin typeface="Consolas" panose="020B0609020204030204" pitchFamily="49" charset="0"/>
              </a:rPr>
              <a:t>      </a:t>
            </a:r>
            <a:r>
              <a:rPr lang="en-GB" b="1" dirty="0">
                <a:solidFill>
                  <a:srgbClr val="7F0055"/>
                </a:solidFill>
                <a:latin typeface="Consolas" panose="020B0609020204030204" pitchFamily="49" charset="0"/>
              </a:rPr>
              <a:t>public</a:t>
            </a:r>
            <a:r>
              <a:rPr lang="en-GB" b="1" dirty="0">
                <a:solidFill>
                  <a:srgbClr val="000000"/>
                </a:solidFill>
                <a:latin typeface="Consolas" panose="020B0609020204030204" pitchFamily="49" charset="0"/>
              </a:rPr>
              <a:t> </a:t>
            </a:r>
            <a:r>
              <a:rPr lang="en-GB" b="1" dirty="0">
                <a:solidFill>
                  <a:srgbClr val="7F0055"/>
                </a:solidFill>
                <a:latin typeface="Consolas" panose="020B0609020204030204" pitchFamily="49" charset="0"/>
              </a:rPr>
              <a:t>static </a:t>
            </a:r>
            <a:r>
              <a:rPr lang="en-GB" b="1" dirty="0" err="1">
                <a:solidFill>
                  <a:srgbClr val="000000"/>
                </a:solidFill>
                <a:latin typeface="Consolas" panose="020B0609020204030204" pitchFamily="49" charset="0"/>
              </a:rPr>
              <a:t>int</a:t>
            </a:r>
            <a:r>
              <a:rPr lang="en-GB" b="1" dirty="0">
                <a:solidFill>
                  <a:srgbClr val="000000"/>
                </a:solidFill>
                <a:latin typeface="Consolas" panose="020B0609020204030204" pitchFamily="49" charset="0"/>
              </a:rPr>
              <a:t> </a:t>
            </a:r>
            <a:r>
              <a:rPr lang="en-GB" b="1" dirty="0">
                <a:solidFill>
                  <a:srgbClr val="0000C0"/>
                </a:solidFill>
                <a:latin typeface="Consolas" panose="020B0609020204030204" pitchFamily="49" charset="0"/>
              </a:rPr>
              <a:t>count = 0</a:t>
            </a:r>
            <a:r>
              <a:rPr lang="en-GB" b="1" dirty="0">
                <a:solidFill>
                  <a:srgbClr val="000000"/>
                </a:solidFill>
                <a:latin typeface="Consolas" panose="020B0609020204030204" pitchFamily="49" charset="0"/>
              </a:rPr>
              <a:t>;</a:t>
            </a:r>
            <a:r>
              <a:rPr lang="en-GB" sz="1600" b="1" dirty="0">
                <a:solidFill>
                  <a:srgbClr val="7F0055"/>
                </a:solidFill>
                <a:latin typeface="Consolas" panose="020B0609020204030204" pitchFamily="49" charset="0"/>
              </a:rPr>
              <a:t>      </a:t>
            </a:r>
          </a:p>
          <a:p>
            <a:r>
              <a:rPr lang="en-GB" sz="1600" b="1" dirty="0">
                <a:solidFill>
                  <a:srgbClr val="7F0055"/>
                </a:solidFill>
                <a:latin typeface="Consolas" panose="020B0609020204030204" pitchFamily="49" charset="0"/>
              </a:rPr>
              <a:t>      private</a:t>
            </a:r>
            <a:r>
              <a:rPr lang="en-GB" sz="1600" b="1" dirty="0">
                <a:solidFill>
                  <a:srgbClr val="000000"/>
                </a:solidFill>
                <a:latin typeface="Consolas" panose="020B0609020204030204" pitchFamily="49" charset="0"/>
              </a:rPr>
              <a:t> String </a:t>
            </a:r>
            <a:r>
              <a:rPr lang="en-GB" sz="1600" b="1" dirty="0">
                <a:solidFill>
                  <a:srgbClr val="0000C0"/>
                </a:solidFill>
                <a:latin typeface="Consolas" panose="020B0609020204030204" pitchFamily="49" charset="0"/>
              </a:rPr>
              <a:t>name</a:t>
            </a:r>
            <a:r>
              <a:rPr lang="en-GB" sz="1600" b="1" dirty="0">
                <a:solidFill>
                  <a:srgbClr val="000000"/>
                </a:solidFill>
                <a:latin typeface="Consolas" panose="020B0609020204030204" pitchFamily="49" charset="0"/>
              </a:rPr>
              <a:t>;</a:t>
            </a:r>
          </a:p>
          <a:p>
            <a:r>
              <a:rPr lang="en-GB" sz="1600" b="1" dirty="0">
                <a:solidFill>
                  <a:srgbClr val="7F0055"/>
                </a:solidFill>
                <a:latin typeface="Consolas" panose="020B0609020204030204" pitchFamily="49" charset="0"/>
              </a:rPr>
              <a:t> </a:t>
            </a:r>
          </a:p>
          <a:p>
            <a:r>
              <a:rPr lang="en-GB" sz="1600" b="1" dirty="0">
                <a:solidFill>
                  <a:srgbClr val="7F0055"/>
                </a:solidFill>
                <a:latin typeface="Consolas" panose="020B0609020204030204" pitchFamily="49" charset="0"/>
              </a:rPr>
              <a:t>      public</a:t>
            </a:r>
            <a:r>
              <a:rPr lang="en-GB" sz="1600" b="1" dirty="0">
                <a:solidFill>
                  <a:srgbClr val="000000"/>
                </a:solidFill>
                <a:latin typeface="Consolas" panose="020B0609020204030204" pitchFamily="49" charset="0"/>
              </a:rPr>
              <a:t> Student(String </a:t>
            </a:r>
            <a:r>
              <a:rPr lang="en-GB" sz="1600" b="1" dirty="0">
                <a:solidFill>
                  <a:srgbClr val="6A3E3E"/>
                </a:solidFill>
                <a:latin typeface="Consolas" panose="020B0609020204030204" pitchFamily="49" charset="0"/>
              </a:rPr>
              <a:t>name</a:t>
            </a:r>
            <a:r>
              <a:rPr lang="en-GB" sz="1600" b="1" dirty="0">
                <a:solidFill>
                  <a:srgbClr val="000000"/>
                </a:solidFill>
                <a:latin typeface="Consolas" panose="020B0609020204030204" pitchFamily="49" charset="0"/>
              </a:rPr>
              <a:t>) {</a:t>
            </a:r>
          </a:p>
          <a:p>
            <a:r>
              <a:rPr lang="en-GB" sz="1600" b="1" dirty="0">
                <a:solidFill>
                  <a:srgbClr val="7F0055"/>
                </a:solidFill>
                <a:latin typeface="Consolas" panose="020B0609020204030204" pitchFamily="49" charset="0"/>
              </a:rPr>
              <a:t>	     this.</a:t>
            </a:r>
            <a:r>
              <a:rPr lang="en-GB" sz="1600" b="1" dirty="0">
                <a:solidFill>
                  <a:srgbClr val="0000C0"/>
                </a:solidFill>
                <a:latin typeface="Consolas" panose="020B0609020204030204" pitchFamily="49" charset="0"/>
              </a:rPr>
              <a:t>name</a:t>
            </a:r>
            <a:r>
              <a:rPr lang="en-GB" sz="1600" b="1" dirty="0">
                <a:solidFill>
                  <a:srgbClr val="000000"/>
                </a:solidFill>
                <a:latin typeface="Consolas" panose="020B0609020204030204" pitchFamily="49" charset="0"/>
              </a:rPr>
              <a:t> = </a:t>
            </a:r>
            <a:r>
              <a:rPr lang="en-GB" sz="1600" b="1" dirty="0">
                <a:solidFill>
                  <a:srgbClr val="6A3E3E"/>
                </a:solidFill>
                <a:latin typeface="Consolas" panose="020B0609020204030204" pitchFamily="49" charset="0"/>
              </a:rPr>
              <a:t>name</a:t>
            </a:r>
            <a:r>
              <a:rPr lang="en-GB" sz="1600" b="1" dirty="0">
                <a:solidFill>
                  <a:srgbClr val="000000"/>
                </a:solidFill>
                <a:latin typeface="Consolas" panose="020B0609020204030204" pitchFamily="49" charset="0"/>
              </a:rPr>
              <a:t>;</a:t>
            </a:r>
            <a:br>
              <a:rPr lang="en-GB" sz="1600" b="1" dirty="0">
                <a:solidFill>
                  <a:srgbClr val="000000"/>
                </a:solidFill>
                <a:latin typeface="Consolas" panose="020B0609020204030204" pitchFamily="49" charset="0"/>
              </a:rPr>
            </a:br>
            <a:r>
              <a:rPr lang="en-GB" sz="1600" b="1" dirty="0">
                <a:solidFill>
                  <a:srgbClr val="000000"/>
                </a:solidFill>
                <a:latin typeface="Consolas" panose="020B0609020204030204" pitchFamily="49" charset="0"/>
              </a:rPr>
              <a:t>	     </a:t>
            </a:r>
            <a:r>
              <a:rPr lang="en-GB" sz="1600" b="1" dirty="0">
                <a:solidFill>
                  <a:srgbClr val="0000C0"/>
                </a:solidFill>
                <a:latin typeface="Consolas" panose="020B0609020204030204" pitchFamily="49" charset="0"/>
              </a:rPr>
              <a:t>count++</a:t>
            </a:r>
            <a:r>
              <a:rPr lang="en-GB" sz="1600" b="1" dirty="0">
                <a:solidFill>
                  <a:srgbClr val="000000"/>
                </a:solidFill>
                <a:latin typeface="Consolas" panose="020B0609020204030204" pitchFamily="49" charset="0"/>
              </a:rPr>
              <a:t>;</a:t>
            </a:r>
          </a:p>
          <a:p>
            <a:r>
              <a:rPr lang="en-GB" sz="1600" dirty="0">
                <a:solidFill>
                  <a:srgbClr val="000000"/>
                </a:solidFill>
                <a:latin typeface="Consolas" panose="020B0609020204030204" pitchFamily="49" charset="0"/>
              </a:rPr>
              <a:t>      }</a:t>
            </a:r>
          </a:p>
          <a:p>
            <a:r>
              <a:rPr lang="en-GB" sz="1600" dirty="0">
                <a:solidFill>
                  <a:srgbClr val="000000"/>
                </a:solidFill>
                <a:latin typeface="Consolas" panose="020B0609020204030204" pitchFamily="49" charset="0"/>
              </a:rPr>
              <a:t>}</a:t>
            </a:r>
          </a:p>
        </p:txBody>
      </p:sp>
      <p:sp>
        <p:nvSpPr>
          <p:cNvPr id="18" name="Rectangle 17">
            <a:extLst>
              <a:ext uri="{FF2B5EF4-FFF2-40B4-BE49-F238E27FC236}">
                <a16:creationId xmlns:a16="http://schemas.microsoft.com/office/drawing/2014/main" id="{A2C0162C-3F27-423E-9D75-C141D0BE8F5C}"/>
              </a:ext>
            </a:extLst>
          </p:cNvPr>
          <p:cNvSpPr/>
          <p:nvPr/>
        </p:nvSpPr>
        <p:spPr>
          <a:xfrm>
            <a:off x="7297546" y="3999434"/>
            <a:ext cx="4559803" cy="584775"/>
          </a:xfrm>
          <a:prstGeom prst="rect">
            <a:avLst/>
          </a:prstGeom>
          <a:solidFill>
            <a:schemeClr val="bg1"/>
          </a:solidFill>
          <a:ln w="19050">
            <a:noFill/>
          </a:ln>
          <a:effectLst>
            <a:outerShdw blurRad="50800" dist="38100" algn="l" rotWithShape="0">
              <a:prstClr val="black">
                <a:alpha val="40000"/>
              </a:prstClr>
            </a:outerShdw>
          </a:effectLst>
        </p:spPr>
        <p:style>
          <a:lnRef idx="2">
            <a:schemeClr val="accent1"/>
          </a:lnRef>
          <a:fillRef idx="1">
            <a:schemeClr val="lt1"/>
          </a:fillRef>
          <a:effectRef idx="0">
            <a:schemeClr val="accent1"/>
          </a:effectRef>
          <a:fontRef idx="minor">
            <a:schemeClr val="dk1"/>
          </a:fontRef>
        </p:style>
        <p:txBody>
          <a:bodyPr wrap="square">
            <a:spAutoFit/>
          </a:bodyPr>
          <a:lstStyle/>
          <a:p>
            <a:r>
              <a:rPr lang="en-GB" sz="1600" b="1" dirty="0">
                <a:solidFill>
                  <a:srgbClr val="000000"/>
                </a:solidFill>
                <a:latin typeface="Consolas" panose="020B0609020204030204" pitchFamily="49" charset="0"/>
              </a:rPr>
              <a:t>Student </a:t>
            </a:r>
            <a:r>
              <a:rPr lang="en-GB" sz="1600" b="1" dirty="0">
                <a:solidFill>
                  <a:srgbClr val="6A3E3E"/>
                </a:solidFill>
                <a:latin typeface="Consolas" panose="020B0609020204030204" pitchFamily="49" charset="0"/>
              </a:rPr>
              <a:t>stu1</a:t>
            </a:r>
            <a:r>
              <a:rPr lang="en-GB" sz="1600" b="1" dirty="0">
                <a:solidFill>
                  <a:srgbClr val="000000"/>
                </a:solidFill>
                <a:latin typeface="Consolas" panose="020B0609020204030204" pitchFamily="49" charset="0"/>
              </a:rPr>
              <a:t> = </a:t>
            </a:r>
            <a:r>
              <a:rPr lang="en-GB" sz="1600" b="1" dirty="0">
                <a:solidFill>
                  <a:srgbClr val="7F0055"/>
                </a:solidFill>
                <a:latin typeface="Consolas" panose="020B0609020204030204" pitchFamily="49" charset="0"/>
              </a:rPr>
              <a:t>new</a:t>
            </a:r>
            <a:r>
              <a:rPr lang="en-GB" sz="1600" b="1" dirty="0">
                <a:solidFill>
                  <a:srgbClr val="000000"/>
                </a:solidFill>
                <a:latin typeface="Consolas" panose="020B0609020204030204" pitchFamily="49" charset="0"/>
              </a:rPr>
              <a:t> Student(</a:t>
            </a:r>
            <a:r>
              <a:rPr lang="en-GB" sz="1600" b="1" dirty="0">
                <a:solidFill>
                  <a:srgbClr val="2A00FF"/>
                </a:solidFill>
                <a:latin typeface="Consolas" panose="020B0609020204030204" pitchFamily="49" charset="0"/>
              </a:rPr>
              <a:t>"Bob"</a:t>
            </a:r>
            <a:r>
              <a:rPr lang="en-GB" sz="1600" b="1" dirty="0">
                <a:solidFill>
                  <a:srgbClr val="000000"/>
                </a:solidFill>
                <a:latin typeface="Consolas" panose="020B0609020204030204" pitchFamily="49" charset="0"/>
              </a:rPr>
              <a:t>);</a:t>
            </a:r>
          </a:p>
          <a:p>
            <a:r>
              <a:rPr lang="en-GB" sz="1600" b="1" dirty="0">
                <a:solidFill>
                  <a:srgbClr val="000000"/>
                </a:solidFill>
                <a:latin typeface="Consolas" panose="020B0609020204030204" pitchFamily="49" charset="0"/>
              </a:rPr>
              <a:t>Student </a:t>
            </a:r>
            <a:r>
              <a:rPr lang="en-GB" sz="1600" b="1" dirty="0">
                <a:solidFill>
                  <a:srgbClr val="6A3E3E"/>
                </a:solidFill>
                <a:latin typeface="Consolas" panose="020B0609020204030204" pitchFamily="49" charset="0"/>
              </a:rPr>
              <a:t>stu2</a:t>
            </a:r>
            <a:r>
              <a:rPr lang="en-GB" sz="1600" dirty="0">
                <a:solidFill>
                  <a:srgbClr val="000000"/>
                </a:solidFill>
                <a:latin typeface="Consolas" panose="020B0609020204030204" pitchFamily="49" charset="0"/>
              </a:rPr>
              <a:t> = </a:t>
            </a:r>
            <a:r>
              <a:rPr lang="en-GB" sz="1600" b="1" dirty="0">
                <a:solidFill>
                  <a:srgbClr val="7F0055"/>
                </a:solidFill>
                <a:latin typeface="Consolas" panose="020B0609020204030204" pitchFamily="49" charset="0"/>
              </a:rPr>
              <a:t>new</a:t>
            </a:r>
            <a:r>
              <a:rPr lang="en-GB" sz="1600" b="1" dirty="0">
                <a:solidFill>
                  <a:srgbClr val="000000"/>
                </a:solidFill>
                <a:latin typeface="Consolas" panose="020B0609020204030204" pitchFamily="49" charset="0"/>
              </a:rPr>
              <a:t> Student(</a:t>
            </a:r>
            <a:r>
              <a:rPr lang="en-GB" sz="1600" b="1" dirty="0">
                <a:solidFill>
                  <a:srgbClr val="2A00FF"/>
                </a:solidFill>
                <a:latin typeface="Consolas" panose="020B0609020204030204" pitchFamily="49" charset="0"/>
              </a:rPr>
              <a:t>"Amy"</a:t>
            </a:r>
            <a:r>
              <a:rPr lang="en-GB" sz="1600" b="1" dirty="0">
                <a:solidFill>
                  <a:srgbClr val="000000"/>
                </a:solidFill>
                <a:latin typeface="Consolas" panose="020B0609020204030204" pitchFamily="49" charset="0"/>
              </a:rPr>
              <a:t>);</a:t>
            </a:r>
          </a:p>
        </p:txBody>
      </p:sp>
      <p:sp>
        <p:nvSpPr>
          <p:cNvPr id="11" name="Rectangle 10">
            <a:extLst>
              <a:ext uri="{FF2B5EF4-FFF2-40B4-BE49-F238E27FC236}">
                <a16:creationId xmlns:a16="http://schemas.microsoft.com/office/drawing/2014/main" id="{33729ED7-2BBA-0D47-3D9B-156B3A5F7CE1}"/>
              </a:ext>
            </a:extLst>
          </p:cNvPr>
          <p:cNvSpPr/>
          <p:nvPr/>
        </p:nvSpPr>
        <p:spPr>
          <a:xfrm>
            <a:off x="7289016" y="4922003"/>
            <a:ext cx="4559803" cy="369332"/>
          </a:xfrm>
          <a:prstGeom prst="rect">
            <a:avLst/>
          </a:prstGeom>
          <a:solidFill>
            <a:schemeClr val="bg1"/>
          </a:solidFill>
          <a:ln w="19050">
            <a:noFill/>
          </a:ln>
          <a:effectLst>
            <a:outerShdw blurRad="50800" dist="38100" algn="l" rotWithShape="0">
              <a:prstClr val="black">
                <a:alpha val="40000"/>
              </a:prstClr>
            </a:outerShdw>
          </a:effectLst>
        </p:spPr>
        <p:style>
          <a:lnRef idx="2">
            <a:schemeClr val="accent1"/>
          </a:lnRef>
          <a:fillRef idx="1">
            <a:schemeClr val="lt1"/>
          </a:fillRef>
          <a:effectRef idx="0">
            <a:schemeClr val="accent1"/>
          </a:effectRef>
          <a:fontRef idx="minor">
            <a:schemeClr val="dk1"/>
          </a:fontRef>
        </p:style>
        <p:txBody>
          <a:bodyPr wrap="square">
            <a:spAutoFit/>
          </a:bodyPr>
          <a:lstStyle/>
          <a:p>
            <a:r>
              <a:rPr lang="en-GB" b="1" i="1" dirty="0">
                <a:solidFill>
                  <a:srgbClr val="0000C0"/>
                </a:solidFill>
                <a:latin typeface="Consolas" panose="020B0609020204030204" pitchFamily="49" charset="0"/>
              </a:rPr>
              <a:t>int</a:t>
            </a:r>
            <a:r>
              <a:rPr lang="en-GB" b="1" dirty="0">
                <a:solidFill>
                  <a:srgbClr val="000000"/>
                </a:solidFill>
                <a:latin typeface="Consolas" panose="020B0609020204030204" pitchFamily="49" charset="0"/>
              </a:rPr>
              <a:t> total = </a:t>
            </a:r>
            <a:r>
              <a:rPr lang="en-GB" b="1" i="1" dirty="0" err="1">
                <a:solidFill>
                  <a:srgbClr val="000000"/>
                </a:solidFill>
                <a:latin typeface="Consolas" panose="020B0609020204030204" pitchFamily="49" charset="0"/>
              </a:rPr>
              <a:t>Student.</a:t>
            </a:r>
            <a:r>
              <a:rPr lang="en-GB" b="1" i="1" dirty="0" err="1">
                <a:solidFill>
                  <a:srgbClr val="0000C0"/>
                </a:solidFill>
                <a:latin typeface="Consolas" panose="020B0609020204030204" pitchFamily="49" charset="0"/>
              </a:rPr>
              <a:t>count</a:t>
            </a:r>
            <a:r>
              <a:rPr lang="en-GB" b="1" i="1" dirty="0">
                <a:solidFill>
                  <a:srgbClr val="000000"/>
                </a:solidFill>
                <a:latin typeface="Consolas" panose="020B0609020204030204" pitchFamily="49" charset="0"/>
              </a:rPr>
              <a:t>;</a:t>
            </a:r>
            <a:endParaRPr lang="en-GB" b="1" dirty="0">
              <a:solidFill>
                <a:srgbClr val="000000"/>
              </a:solidFill>
              <a:latin typeface="Consolas" panose="020B0609020204030204" pitchFamily="49" charset="0"/>
            </a:endParaRPr>
          </a:p>
        </p:txBody>
      </p:sp>
      <p:sp>
        <p:nvSpPr>
          <p:cNvPr id="24" name="Arrow: Right 23">
            <a:extLst>
              <a:ext uri="{FF2B5EF4-FFF2-40B4-BE49-F238E27FC236}">
                <a16:creationId xmlns:a16="http://schemas.microsoft.com/office/drawing/2014/main" id="{E50A9295-D866-8162-1C32-E7DF6EDDCC0B}"/>
              </a:ext>
            </a:extLst>
          </p:cNvPr>
          <p:cNvSpPr/>
          <p:nvPr/>
        </p:nvSpPr>
        <p:spPr>
          <a:xfrm>
            <a:off x="7622126" y="1838960"/>
            <a:ext cx="356140" cy="259982"/>
          </a:xfrm>
          <a:prstGeom prst="rightArrow">
            <a:avLst/>
          </a:prstGeom>
          <a:ln>
            <a:noFill/>
          </a:ln>
          <a:effectLst>
            <a:outerShdw blurRad="50800" dist="38100" algn="l" rotWithShape="0">
              <a:prstClr val="black">
                <a:alpha val="40000"/>
              </a:prstClr>
            </a:outerShdw>
          </a:effectLst>
        </p:spPr>
        <p:style>
          <a:lnRef idx="0">
            <a:schemeClr val="accent2"/>
          </a:lnRef>
          <a:fillRef idx="3">
            <a:schemeClr val="accent2"/>
          </a:fillRef>
          <a:effectRef idx="3">
            <a:schemeClr val="accent2"/>
          </a:effectRef>
          <a:fontRef idx="minor">
            <a:schemeClr val="lt1"/>
          </a:fontRef>
        </p:style>
        <p:txBody>
          <a:bodyPr rtlCol="0" anchor="ctr"/>
          <a:lstStyle/>
          <a:p>
            <a:pPr algn="ctr"/>
            <a:endParaRPr lang="en-GB"/>
          </a:p>
        </p:txBody>
      </p:sp>
      <p:sp>
        <p:nvSpPr>
          <p:cNvPr id="3" name="Oval 2">
            <a:extLst>
              <a:ext uri="{FF2B5EF4-FFF2-40B4-BE49-F238E27FC236}">
                <a16:creationId xmlns:a16="http://schemas.microsoft.com/office/drawing/2014/main" id="{0E3AA2A3-EE5E-1F43-EFD3-4480DEACF623}"/>
              </a:ext>
            </a:extLst>
          </p:cNvPr>
          <p:cNvSpPr/>
          <p:nvPr/>
        </p:nvSpPr>
        <p:spPr>
          <a:xfrm>
            <a:off x="2250630" y="1711466"/>
            <a:ext cx="2277918" cy="1548058"/>
          </a:xfrm>
          <a:prstGeom prst="ellipse">
            <a:avLst/>
          </a:prstGeom>
          <a:solidFill>
            <a:srgbClr val="28CFF9">
              <a:alpha val="50000"/>
            </a:srgbClr>
          </a:solidFill>
          <a:ln>
            <a:solidFill>
              <a:schemeClr val="bg1">
                <a:lumMod val="65000"/>
              </a:schemeClr>
            </a:solidFill>
          </a:ln>
          <a:effectLst/>
        </p:spPr>
        <p:style>
          <a:lnRef idx="0">
            <a:schemeClr val="accent6"/>
          </a:lnRef>
          <a:fillRef idx="3">
            <a:schemeClr val="accent6"/>
          </a:fillRef>
          <a:effectRef idx="3">
            <a:schemeClr val="accent6"/>
          </a:effectRef>
          <a:fontRef idx="minor">
            <a:schemeClr val="lt1"/>
          </a:fontRef>
        </p:style>
        <p:txBody>
          <a:bodyPr rtlCol="0" anchor="ctr"/>
          <a:lstStyle/>
          <a:p>
            <a:pPr algn="ctr"/>
            <a:r>
              <a:rPr lang="en-GB" sz="2000" b="1" dirty="0">
                <a:solidFill>
                  <a:srgbClr val="0000C0"/>
                </a:solidFill>
                <a:latin typeface="Consolas" panose="020B0609020204030204" pitchFamily="49" charset="0"/>
              </a:rPr>
              <a:t>name=</a:t>
            </a:r>
            <a:r>
              <a:rPr lang="en-GB" sz="1600" b="1" dirty="0">
                <a:solidFill>
                  <a:schemeClr val="tx1"/>
                </a:solidFill>
                <a:latin typeface="Consolas" panose="020B0609020204030204" pitchFamily="49" charset="0"/>
                <a:cs typeface="Arial" pitchFamily="34" charset="0"/>
              </a:rPr>
              <a:t>"</a:t>
            </a:r>
            <a:r>
              <a:rPr lang="en-GB" sz="1600" b="1" dirty="0">
                <a:solidFill>
                  <a:schemeClr val="tx1"/>
                </a:solidFill>
                <a:cs typeface="Arial" pitchFamily="34" charset="0"/>
              </a:rPr>
              <a:t>Bob"</a:t>
            </a:r>
          </a:p>
        </p:txBody>
      </p:sp>
      <p:sp>
        <p:nvSpPr>
          <p:cNvPr id="6" name="Oval 5">
            <a:extLst>
              <a:ext uri="{FF2B5EF4-FFF2-40B4-BE49-F238E27FC236}">
                <a16:creationId xmlns:a16="http://schemas.microsoft.com/office/drawing/2014/main" id="{A1AFAB93-E288-6026-E97D-0F47F0733785}"/>
              </a:ext>
            </a:extLst>
          </p:cNvPr>
          <p:cNvSpPr/>
          <p:nvPr/>
        </p:nvSpPr>
        <p:spPr>
          <a:xfrm>
            <a:off x="2220137" y="3784106"/>
            <a:ext cx="2277918" cy="1548058"/>
          </a:xfrm>
          <a:prstGeom prst="ellipse">
            <a:avLst/>
          </a:prstGeom>
          <a:solidFill>
            <a:srgbClr val="28CFF9">
              <a:alpha val="50000"/>
            </a:srgbClr>
          </a:solidFill>
          <a:ln>
            <a:solidFill>
              <a:schemeClr val="bg1">
                <a:lumMod val="65000"/>
              </a:schemeClr>
            </a:solidFill>
          </a:ln>
          <a:effectLst/>
        </p:spPr>
        <p:style>
          <a:lnRef idx="0">
            <a:schemeClr val="accent6"/>
          </a:lnRef>
          <a:fillRef idx="3">
            <a:schemeClr val="accent6"/>
          </a:fillRef>
          <a:effectRef idx="3">
            <a:schemeClr val="accent6"/>
          </a:effectRef>
          <a:fontRef idx="minor">
            <a:schemeClr val="lt1"/>
          </a:fontRef>
        </p:style>
        <p:txBody>
          <a:bodyPr rtlCol="0" anchor="ctr"/>
          <a:lstStyle/>
          <a:p>
            <a:pPr algn="ctr"/>
            <a:r>
              <a:rPr lang="en-GB" sz="2000" b="1" dirty="0">
                <a:solidFill>
                  <a:srgbClr val="0000C0"/>
                </a:solidFill>
                <a:latin typeface="Consolas" panose="020B0609020204030204" pitchFamily="49" charset="0"/>
              </a:rPr>
              <a:t>name=</a:t>
            </a:r>
            <a:r>
              <a:rPr lang="en-GB" sz="1600" b="1" dirty="0">
                <a:solidFill>
                  <a:schemeClr val="tx1"/>
                </a:solidFill>
                <a:latin typeface="Consolas" panose="020B0609020204030204" pitchFamily="49" charset="0"/>
                <a:cs typeface="Arial" pitchFamily="34" charset="0"/>
              </a:rPr>
              <a:t>"Amy</a:t>
            </a:r>
            <a:r>
              <a:rPr lang="en-GB" sz="1600" b="1" dirty="0">
                <a:solidFill>
                  <a:schemeClr val="tx1"/>
                </a:solidFill>
                <a:cs typeface="Arial" pitchFamily="34" charset="0"/>
              </a:rPr>
              <a:t>"</a:t>
            </a:r>
          </a:p>
        </p:txBody>
      </p:sp>
    </p:spTree>
    <p:extLst>
      <p:ext uri="{BB962C8B-B14F-4D97-AF65-F5344CB8AC3E}">
        <p14:creationId xmlns:p14="http://schemas.microsoft.com/office/powerpoint/2010/main" val="4682196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500"/>
                                        <p:tgtEl>
                                          <p:spTgt spid="16"/>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8"/>
                                        </p:tgtEl>
                                        <p:attrNameLst>
                                          <p:attrName>style.visibility</p:attrName>
                                        </p:attrNameLst>
                                      </p:cBhvr>
                                      <p:to>
                                        <p:strVal val="visible"/>
                                      </p:to>
                                    </p:set>
                                    <p:animEffect transition="in" filter="fade">
                                      <p:cBhvr>
                                        <p:cTn id="10" dur="500"/>
                                        <p:tgtEl>
                                          <p:spTgt spid="18"/>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50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24"/>
                                        </p:tgtEl>
                                        <p:attrNameLst>
                                          <p:attrName>style.visibility</p:attrName>
                                        </p:attrNameLst>
                                      </p:cBhvr>
                                      <p:to>
                                        <p:strVal val="visible"/>
                                      </p:to>
                                    </p:set>
                                    <p:animEffect transition="in" filter="fade">
                                      <p:cBhvr>
                                        <p:cTn id="16" dur="5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18" grpId="0" animBg="1"/>
      <p:bldP spid="11" grpId="0" animBg="1"/>
      <p:bldP spid="24"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6"/>
          <p:cNvSpPr>
            <a:spLocks noChangeArrowheads="1"/>
          </p:cNvSpPr>
          <p:nvPr/>
        </p:nvSpPr>
        <p:spPr bwMode="auto">
          <a:xfrm>
            <a:off x="5697093" y="3961486"/>
            <a:ext cx="4149617" cy="920765"/>
          </a:xfrm>
          <a:prstGeom prst="rect">
            <a:avLst/>
          </a:prstGeom>
          <a:solidFill>
            <a:schemeClr val="bg1"/>
          </a:solidFill>
          <a:ln w="19050">
            <a:noFill/>
            <a:miter lim="800000"/>
            <a:headEnd/>
            <a:tailEnd/>
          </a:ln>
          <a:effectLst>
            <a:outerShdw blurRad="50800" dist="38100" algn="l" rotWithShape="0">
              <a:prstClr val="black">
                <a:alpha val="40000"/>
              </a:prstClr>
            </a:outerShdw>
          </a:effectLst>
        </p:spPr>
        <p:txBody>
          <a:bodyPr wrap="square" lIns="90488" tIns="44450" rIns="90488" bIns="44450">
            <a:spAutoFit/>
          </a:bodyPr>
          <a:lstStyle/>
          <a:p>
            <a:pPr defTabSz="739775" eaLnBrk="0" hangingPunct="0">
              <a:defRPr/>
            </a:pPr>
            <a:r>
              <a:rPr lang="en-GB" dirty="0">
                <a:solidFill>
                  <a:srgbClr val="000000"/>
                </a:solidFill>
                <a:latin typeface="Lucida Console" pitchFamily="49" charset="0"/>
              </a:rPr>
              <a:t>Math m = </a:t>
            </a:r>
            <a:r>
              <a:rPr lang="en-GB" dirty="0">
                <a:solidFill>
                  <a:srgbClr val="0000C8"/>
                </a:solidFill>
                <a:latin typeface="Lucida Console" pitchFamily="49" charset="0"/>
              </a:rPr>
              <a:t>new</a:t>
            </a:r>
            <a:r>
              <a:rPr lang="en-GB" dirty="0">
                <a:solidFill>
                  <a:srgbClr val="000000"/>
                </a:solidFill>
                <a:latin typeface="Lucida Console" pitchFamily="49" charset="0"/>
              </a:rPr>
              <a:t> Math();</a:t>
            </a:r>
          </a:p>
          <a:p>
            <a:pPr defTabSz="739775" eaLnBrk="0" hangingPunct="0">
              <a:defRPr/>
            </a:pPr>
            <a:endParaRPr lang="en-GB" dirty="0">
              <a:solidFill>
                <a:srgbClr val="000000"/>
              </a:solidFill>
              <a:latin typeface="Lucida Console" pitchFamily="49" charset="0"/>
            </a:endParaRPr>
          </a:p>
          <a:p>
            <a:pPr defTabSz="739775" eaLnBrk="0" hangingPunct="0">
              <a:defRPr/>
            </a:pPr>
            <a:r>
              <a:rPr lang="en-GB" dirty="0" err="1">
                <a:solidFill>
                  <a:srgbClr val="000000"/>
                </a:solidFill>
                <a:latin typeface="Lucida Console" pitchFamily="49" charset="0"/>
              </a:rPr>
              <a:t>m.sqrt</a:t>
            </a:r>
            <a:r>
              <a:rPr lang="en-GB" dirty="0">
                <a:solidFill>
                  <a:srgbClr val="000000"/>
                </a:solidFill>
                <a:latin typeface="Lucida Console" pitchFamily="49" charset="0"/>
              </a:rPr>
              <a:t>(25.6);</a:t>
            </a:r>
          </a:p>
        </p:txBody>
      </p:sp>
      <p:sp>
        <p:nvSpPr>
          <p:cNvPr id="2" name="Title 1"/>
          <p:cNvSpPr>
            <a:spLocks noGrp="1"/>
          </p:cNvSpPr>
          <p:nvPr>
            <p:ph type="title"/>
          </p:nvPr>
        </p:nvSpPr>
        <p:spPr/>
        <p:txBody>
          <a:bodyPr/>
          <a:lstStyle/>
          <a:p>
            <a:r>
              <a:rPr lang="en-GB" dirty="0"/>
              <a:t>Static – A few framework classes</a:t>
            </a:r>
          </a:p>
        </p:txBody>
      </p:sp>
      <p:sp>
        <p:nvSpPr>
          <p:cNvPr id="3" name="Content Placeholder 2"/>
          <p:cNvSpPr>
            <a:spLocks noGrp="1"/>
          </p:cNvSpPr>
          <p:nvPr>
            <p:ph idx="1"/>
          </p:nvPr>
        </p:nvSpPr>
        <p:spPr>
          <a:xfrm>
            <a:off x="889912" y="1408897"/>
            <a:ext cx="9916329" cy="1456223"/>
          </a:xfrm>
          <a:solidFill>
            <a:schemeClr val="accent5">
              <a:lumMod val="20000"/>
              <a:lumOff val="80000"/>
            </a:schemeClr>
          </a:solidFill>
          <a:effectLst>
            <a:outerShdw blurRad="50800" dist="38100" dir="2700000" algn="tl" rotWithShape="0">
              <a:prstClr val="black">
                <a:alpha val="40000"/>
              </a:prstClr>
            </a:outerShdw>
          </a:effectLst>
        </p:spPr>
        <p:txBody>
          <a:bodyPr vert="horz" lIns="0" tIns="0" rIns="0" bIns="0" rtlCol="0" anchor="ctr" anchorCtr="0">
            <a:noAutofit/>
          </a:bodyPr>
          <a:lstStyle/>
          <a:p>
            <a:pPr algn="ctr"/>
            <a:r>
              <a:rPr lang="en-GB" b="1" dirty="0"/>
              <a:t>Static means ‘belongs to the class, not to an instance of the class</a:t>
            </a:r>
          </a:p>
          <a:p>
            <a:pPr algn="ctr"/>
            <a:r>
              <a:rPr lang="en-GB" dirty="0"/>
              <a:t>Static members visible via the </a:t>
            </a:r>
            <a:r>
              <a:rPr lang="en-GB" b="1" dirty="0"/>
              <a:t>class name</a:t>
            </a:r>
            <a:r>
              <a:rPr lang="en-GB" dirty="0"/>
              <a:t>. </a:t>
            </a:r>
            <a:br>
              <a:rPr lang="en-GB" dirty="0"/>
            </a:br>
            <a:r>
              <a:rPr lang="en-GB" dirty="0"/>
              <a:t>No need to create an instant</a:t>
            </a:r>
          </a:p>
        </p:txBody>
      </p:sp>
      <p:sp>
        <p:nvSpPr>
          <p:cNvPr id="4" name="Rectangle 6"/>
          <p:cNvSpPr>
            <a:spLocks noChangeArrowheads="1"/>
          </p:cNvSpPr>
          <p:nvPr/>
        </p:nvSpPr>
        <p:spPr bwMode="auto">
          <a:xfrm>
            <a:off x="1544926" y="3961486"/>
            <a:ext cx="3956048" cy="920765"/>
          </a:xfrm>
          <a:prstGeom prst="rect">
            <a:avLst/>
          </a:prstGeom>
          <a:solidFill>
            <a:schemeClr val="bg1"/>
          </a:solidFill>
          <a:ln w="19050">
            <a:noFill/>
            <a:miter lim="800000"/>
            <a:headEnd/>
            <a:tailEnd/>
          </a:ln>
          <a:effectLst>
            <a:outerShdw blurRad="50800" dist="38100" algn="l" rotWithShape="0">
              <a:prstClr val="black">
                <a:alpha val="40000"/>
              </a:prstClr>
            </a:outerShdw>
          </a:effectLst>
        </p:spPr>
        <p:txBody>
          <a:bodyPr wrap="square" lIns="90488" tIns="44450" rIns="90488" bIns="44450">
            <a:spAutoFit/>
          </a:bodyPr>
          <a:lstStyle/>
          <a:p>
            <a:pPr defTabSz="739775" eaLnBrk="0" hangingPunct="0">
              <a:defRPr/>
            </a:pPr>
            <a:r>
              <a:rPr lang="en-GB" dirty="0">
                <a:solidFill>
                  <a:srgbClr val="000000"/>
                </a:solidFill>
                <a:latin typeface="Lucida Console" pitchFamily="49" charset="0"/>
              </a:rPr>
              <a:t>System s = </a:t>
            </a:r>
            <a:r>
              <a:rPr lang="en-GB" dirty="0">
                <a:solidFill>
                  <a:srgbClr val="0000C8"/>
                </a:solidFill>
                <a:latin typeface="Lucida Console" pitchFamily="49" charset="0"/>
              </a:rPr>
              <a:t>new</a:t>
            </a:r>
            <a:r>
              <a:rPr lang="en-GB" dirty="0">
                <a:solidFill>
                  <a:srgbClr val="000000"/>
                </a:solidFill>
                <a:latin typeface="Lucida Console" pitchFamily="49" charset="0"/>
              </a:rPr>
              <a:t> System();</a:t>
            </a:r>
            <a:endParaRPr lang="en-GB" dirty="0">
              <a:solidFill>
                <a:srgbClr val="008000"/>
              </a:solidFill>
              <a:latin typeface="Lucida Console" pitchFamily="49" charset="0"/>
            </a:endParaRPr>
          </a:p>
          <a:p>
            <a:pPr defTabSz="739775" eaLnBrk="0" hangingPunct="0">
              <a:defRPr/>
            </a:pPr>
            <a:endParaRPr lang="en-GB" dirty="0">
              <a:solidFill>
                <a:srgbClr val="000000"/>
              </a:solidFill>
              <a:latin typeface="Lucida Console" pitchFamily="49" charset="0"/>
            </a:endParaRPr>
          </a:p>
          <a:p>
            <a:pPr defTabSz="739775" eaLnBrk="0" hangingPunct="0">
              <a:defRPr/>
            </a:pPr>
            <a:r>
              <a:rPr lang="en-GB" dirty="0" err="1">
                <a:solidFill>
                  <a:srgbClr val="000000"/>
                </a:solidFill>
                <a:latin typeface="Lucida Console" pitchFamily="49" charset="0"/>
              </a:rPr>
              <a:t>s.Console.WriteLine</a:t>
            </a:r>
            <a:r>
              <a:rPr lang="en-GB" dirty="0">
                <a:solidFill>
                  <a:srgbClr val="000000"/>
                </a:solidFill>
                <a:latin typeface="Lucida Console" pitchFamily="49" charset="0"/>
              </a:rPr>
              <a:t>();</a:t>
            </a:r>
          </a:p>
        </p:txBody>
      </p:sp>
      <p:sp>
        <p:nvSpPr>
          <p:cNvPr id="6" name="Rectangle 21"/>
          <p:cNvSpPr>
            <a:spLocks noChangeArrowheads="1"/>
          </p:cNvSpPr>
          <p:nvPr/>
        </p:nvSpPr>
        <p:spPr bwMode="auto">
          <a:xfrm>
            <a:off x="9081377" y="4099559"/>
            <a:ext cx="476250" cy="698500"/>
          </a:xfrm>
          <a:prstGeom prst="rect">
            <a:avLst/>
          </a:prstGeom>
          <a:noFill/>
          <a:ln w="12700">
            <a:noFill/>
            <a:miter lim="800000"/>
            <a:headEnd/>
            <a:tailEnd/>
          </a:ln>
          <a:effectLst>
            <a:outerShdw blurRad="50800" dist="38100" algn="l" rotWithShape="0">
              <a:prstClr val="black">
                <a:alpha val="40000"/>
              </a:prstClr>
            </a:outerShdw>
          </a:effectLst>
        </p:spPr>
        <p:txBody>
          <a:bodyPr lIns="90488" tIns="44450" rIns="90488" bIns="44450">
            <a:spAutoFit/>
          </a:bodyPr>
          <a:lstStyle/>
          <a:p>
            <a:pPr defTabSz="739775" eaLnBrk="0" hangingPunct="0">
              <a:defRPr/>
            </a:pPr>
            <a:r>
              <a:rPr lang="en-US" sz="4000" dirty="0">
                <a:solidFill>
                  <a:srgbClr val="FF3300"/>
                </a:solidFill>
                <a:latin typeface="Wingdings" pitchFamily="2" charset="2"/>
              </a:rPr>
              <a:t></a:t>
            </a:r>
          </a:p>
        </p:txBody>
      </p:sp>
      <p:sp>
        <p:nvSpPr>
          <p:cNvPr id="8" name="Rectangle 21"/>
          <p:cNvSpPr>
            <a:spLocks noChangeArrowheads="1"/>
          </p:cNvSpPr>
          <p:nvPr/>
        </p:nvSpPr>
        <p:spPr bwMode="auto">
          <a:xfrm>
            <a:off x="4952436" y="4088778"/>
            <a:ext cx="476250" cy="705321"/>
          </a:xfrm>
          <a:prstGeom prst="rect">
            <a:avLst/>
          </a:prstGeom>
          <a:noFill/>
          <a:ln w="12700">
            <a:noFill/>
            <a:miter lim="800000"/>
            <a:headEnd/>
            <a:tailEnd/>
          </a:ln>
          <a:effectLst>
            <a:outerShdw blurRad="50800" dist="38100" algn="l" rotWithShape="0">
              <a:prstClr val="black">
                <a:alpha val="40000"/>
              </a:prstClr>
            </a:outerShdw>
          </a:effectLst>
        </p:spPr>
        <p:txBody>
          <a:bodyPr lIns="90488" tIns="44450" rIns="90488" bIns="44450">
            <a:spAutoFit/>
          </a:bodyPr>
          <a:lstStyle/>
          <a:p>
            <a:pPr defTabSz="739775" eaLnBrk="0" hangingPunct="0">
              <a:defRPr/>
            </a:pPr>
            <a:r>
              <a:rPr lang="en-US" sz="4000" dirty="0">
                <a:solidFill>
                  <a:srgbClr val="FF3300"/>
                </a:solidFill>
                <a:latin typeface="Wingdings" pitchFamily="2" charset="2"/>
              </a:rPr>
              <a:t></a:t>
            </a:r>
          </a:p>
        </p:txBody>
      </p:sp>
      <p:sp>
        <p:nvSpPr>
          <p:cNvPr id="10" name="Rectangle 6"/>
          <p:cNvSpPr>
            <a:spLocks noChangeArrowheads="1"/>
          </p:cNvSpPr>
          <p:nvPr/>
        </p:nvSpPr>
        <p:spPr bwMode="auto">
          <a:xfrm>
            <a:off x="1544926" y="3322964"/>
            <a:ext cx="3956048" cy="366767"/>
          </a:xfrm>
          <a:prstGeom prst="rect">
            <a:avLst/>
          </a:prstGeom>
          <a:solidFill>
            <a:schemeClr val="tx2">
              <a:lumMod val="20000"/>
              <a:lumOff val="80000"/>
            </a:schemeClr>
          </a:solidFill>
          <a:ln w="19050">
            <a:noFill/>
            <a:miter lim="800000"/>
            <a:headEnd/>
            <a:tailEnd/>
          </a:ln>
          <a:effectLst>
            <a:outerShdw blurRad="50800" dist="38100" algn="l" rotWithShape="0">
              <a:prstClr val="black">
                <a:alpha val="40000"/>
              </a:prstClr>
            </a:outerShdw>
          </a:effectLst>
        </p:spPr>
        <p:txBody>
          <a:bodyPr wrap="square" lIns="90488" tIns="44450" rIns="90488" bIns="44450">
            <a:spAutoFit/>
          </a:bodyPr>
          <a:lstStyle/>
          <a:p>
            <a:pPr defTabSz="739775" eaLnBrk="0" hangingPunct="0">
              <a:defRPr/>
            </a:pPr>
            <a:r>
              <a:rPr lang="en-GB" dirty="0" err="1">
                <a:solidFill>
                  <a:srgbClr val="000000"/>
                </a:solidFill>
                <a:latin typeface="Lucida Console" pitchFamily="49" charset="0"/>
              </a:rPr>
              <a:t>Console.WriteLine</a:t>
            </a:r>
            <a:r>
              <a:rPr lang="en-GB" dirty="0">
                <a:solidFill>
                  <a:srgbClr val="000000"/>
                </a:solidFill>
                <a:latin typeface="Lucida Console" pitchFamily="49" charset="0"/>
              </a:rPr>
              <a:t>("OK");</a:t>
            </a:r>
          </a:p>
        </p:txBody>
      </p:sp>
      <p:sp>
        <p:nvSpPr>
          <p:cNvPr id="11" name="Rectangle 6"/>
          <p:cNvSpPr>
            <a:spLocks noChangeArrowheads="1"/>
          </p:cNvSpPr>
          <p:nvPr/>
        </p:nvSpPr>
        <p:spPr bwMode="auto">
          <a:xfrm>
            <a:off x="5697093" y="3322964"/>
            <a:ext cx="4149617" cy="366767"/>
          </a:xfrm>
          <a:prstGeom prst="rect">
            <a:avLst/>
          </a:prstGeom>
          <a:solidFill>
            <a:schemeClr val="tx2">
              <a:lumMod val="20000"/>
              <a:lumOff val="80000"/>
            </a:schemeClr>
          </a:solidFill>
          <a:ln w="19050">
            <a:noFill/>
            <a:miter lim="800000"/>
            <a:headEnd/>
            <a:tailEnd/>
          </a:ln>
          <a:effectLst>
            <a:outerShdw blurRad="50800" dist="38100" algn="l" rotWithShape="0">
              <a:prstClr val="black">
                <a:alpha val="40000"/>
              </a:prstClr>
            </a:outerShdw>
          </a:effectLst>
        </p:spPr>
        <p:txBody>
          <a:bodyPr wrap="square" lIns="90488" tIns="44450" rIns="90488" bIns="44450">
            <a:spAutoFit/>
          </a:bodyPr>
          <a:lstStyle/>
          <a:p>
            <a:pPr defTabSz="739775" eaLnBrk="0" hangingPunct="0">
              <a:defRPr/>
            </a:pPr>
            <a:r>
              <a:rPr lang="en-GB" dirty="0" err="1">
                <a:solidFill>
                  <a:srgbClr val="000000"/>
                </a:solidFill>
                <a:latin typeface="Lucida Console" pitchFamily="49" charset="0"/>
              </a:rPr>
              <a:t>Console.WriteLine</a:t>
            </a:r>
            <a:r>
              <a:rPr lang="en-GB" dirty="0">
                <a:solidFill>
                  <a:srgbClr val="000000"/>
                </a:solidFill>
                <a:latin typeface="Lucida Console" pitchFamily="49" charset="0"/>
              </a:rPr>
              <a:t>(</a:t>
            </a:r>
            <a:r>
              <a:rPr lang="en-GB" dirty="0" err="1">
                <a:solidFill>
                  <a:srgbClr val="000000"/>
                </a:solidFill>
                <a:latin typeface="Lucida Console" pitchFamily="49" charset="0"/>
              </a:rPr>
              <a:t>Math.PI</a:t>
            </a:r>
            <a:r>
              <a:rPr lang="en-GB" dirty="0">
                <a:solidFill>
                  <a:srgbClr val="000000"/>
                </a:solidFill>
                <a:latin typeface="Lucida Console" pitchFamily="49" charset="0"/>
              </a:rPr>
              <a:t>);</a:t>
            </a:r>
          </a:p>
        </p:txBody>
      </p:sp>
    </p:spTree>
    <p:extLst>
      <p:ext uri="{BB962C8B-B14F-4D97-AF65-F5344CB8AC3E}">
        <p14:creationId xmlns:p14="http://schemas.microsoft.com/office/powerpoint/2010/main" val="182320647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Rectangle 2"/>
          <p:cNvSpPr>
            <a:spLocks noGrp="1" noChangeArrowheads="1"/>
          </p:cNvSpPr>
          <p:nvPr>
            <p:ph type="title"/>
          </p:nvPr>
        </p:nvSpPr>
        <p:spPr/>
        <p:txBody>
          <a:bodyPr/>
          <a:lstStyle/>
          <a:p>
            <a:pPr eaLnBrk="1" hangingPunct="1"/>
            <a:r>
              <a:rPr lang="en-GB"/>
              <a:t>this</a:t>
            </a:r>
          </a:p>
        </p:txBody>
      </p:sp>
      <p:sp>
        <p:nvSpPr>
          <p:cNvPr id="14339" name="Rectangle 3"/>
          <p:cNvSpPr>
            <a:spLocks noGrp="1" noChangeArrowheads="1"/>
          </p:cNvSpPr>
          <p:nvPr>
            <p:ph type="body" idx="1"/>
          </p:nvPr>
        </p:nvSpPr>
        <p:spPr/>
        <p:txBody>
          <a:bodyPr vert="horz" lIns="0" tIns="0" rIns="0" bIns="0" rtlCol="0" anchor="t" anchorCtr="0">
            <a:noAutofit/>
          </a:bodyPr>
          <a:lstStyle/>
          <a:p>
            <a:pPr marL="342900" indent="-342900">
              <a:buFont typeface="Arial" panose="020B0604020202020204" pitchFamily="34" charset="0"/>
              <a:buChar char="•"/>
            </a:pPr>
            <a:r>
              <a:rPr lang="en-GB" b="1" dirty="0">
                <a:latin typeface="Lucida Console" panose="020B0609040504020204" pitchFamily="49" charset="0"/>
              </a:rPr>
              <a:t>this</a:t>
            </a:r>
            <a:r>
              <a:rPr lang="en-GB" b="1" dirty="0"/>
              <a:t> refers to the object on which method was invoked</a:t>
            </a:r>
          </a:p>
          <a:p>
            <a:pPr marL="684000" lvl="1" indent="-342900">
              <a:buSzPct val="115000"/>
            </a:pPr>
            <a:r>
              <a:rPr lang="en-GB" dirty="0"/>
              <a:t>Could write accelerate method as follows:</a:t>
            </a:r>
          </a:p>
          <a:p>
            <a:pPr marL="684000" lvl="1" indent="-342900">
              <a:buSzPct val="115000"/>
            </a:pPr>
            <a:endParaRPr lang="en-GB" dirty="0"/>
          </a:p>
          <a:p>
            <a:pPr marL="684000" lvl="1" indent="-342900">
              <a:buSzPct val="115000"/>
            </a:pPr>
            <a:endParaRPr lang="en-GB" dirty="0"/>
          </a:p>
          <a:p>
            <a:pPr marL="684000" lvl="1" indent="-342900">
              <a:buSzPct val="115000"/>
            </a:pPr>
            <a:endParaRPr lang="en-GB" dirty="0"/>
          </a:p>
          <a:p>
            <a:pPr marL="684000" lvl="1" indent="-342900">
              <a:buSzPct val="115000"/>
            </a:pPr>
            <a:endParaRPr lang="en-GB" dirty="0"/>
          </a:p>
          <a:p>
            <a:pPr marL="684000" lvl="1" indent="-342900">
              <a:buSzPct val="115000"/>
            </a:pPr>
            <a:endParaRPr lang="en-GB" dirty="0"/>
          </a:p>
          <a:p>
            <a:pPr marL="684000" lvl="1" indent="-342900">
              <a:buSzPct val="115000"/>
            </a:pPr>
            <a:endParaRPr lang="en-GB" dirty="0"/>
          </a:p>
          <a:p>
            <a:pPr marL="684000" lvl="1" indent="-342900">
              <a:buSzPct val="115000"/>
            </a:pPr>
            <a:endParaRPr lang="en-GB" dirty="0"/>
          </a:p>
          <a:p>
            <a:pPr marL="341100" lvl="1" indent="0">
              <a:buSzPct val="115000"/>
              <a:buNone/>
            </a:pPr>
            <a:endParaRPr lang="en-GB" dirty="0"/>
          </a:p>
        </p:txBody>
      </p:sp>
      <p:sp>
        <p:nvSpPr>
          <p:cNvPr id="824324" name="Rectangle 4"/>
          <p:cNvSpPr>
            <a:spLocks noChangeArrowheads="1"/>
          </p:cNvSpPr>
          <p:nvPr/>
        </p:nvSpPr>
        <p:spPr bwMode="auto">
          <a:xfrm>
            <a:off x="2506739" y="2373963"/>
            <a:ext cx="7145261" cy="3136756"/>
          </a:xfrm>
          <a:prstGeom prst="rect">
            <a:avLst/>
          </a:prstGeom>
          <a:solidFill>
            <a:schemeClr val="accent5">
              <a:lumMod val="20000"/>
              <a:lumOff val="80000"/>
            </a:schemeClr>
          </a:solidFill>
          <a:ln w="19050">
            <a:noFill/>
            <a:miter lim="800000"/>
            <a:headEnd/>
            <a:tailEnd/>
          </a:ln>
          <a:effectLst>
            <a:outerShdw blurRad="50800" dist="38100" algn="l" rotWithShape="0">
              <a:prstClr val="black">
                <a:alpha val="40000"/>
              </a:prstClr>
            </a:outerShdw>
          </a:effectLst>
        </p:spPr>
        <p:txBody>
          <a:bodyPr wrap="square" lIns="90488" tIns="44450" rIns="90488" bIns="44450">
            <a:spAutoFit/>
          </a:bodyPr>
          <a:lstStyle/>
          <a:p>
            <a:pPr defTabSz="739775" eaLnBrk="0" hangingPunct="0">
              <a:tabLst>
                <a:tab pos="341313" algn="l"/>
                <a:tab pos="690563" algn="l"/>
                <a:tab pos="1030288" algn="l"/>
                <a:tab pos="1371600" algn="l"/>
              </a:tabLst>
              <a:defRPr/>
            </a:pPr>
            <a:r>
              <a:rPr lang="en-GB" dirty="0">
                <a:solidFill>
                  <a:srgbClr val="0000C8"/>
                </a:solidFill>
                <a:latin typeface="Lucida Console" pitchFamily="49" charset="0"/>
              </a:rPr>
              <a:t>public class</a:t>
            </a:r>
            <a:r>
              <a:rPr lang="en-GB" dirty="0">
                <a:solidFill>
                  <a:srgbClr val="000000"/>
                </a:solidFill>
                <a:latin typeface="Lucida Console" pitchFamily="49" charset="0"/>
              </a:rPr>
              <a:t> Car {</a:t>
            </a:r>
          </a:p>
          <a:p>
            <a:pPr defTabSz="739775" eaLnBrk="0" hangingPunct="0">
              <a:tabLst>
                <a:tab pos="341313" algn="l"/>
                <a:tab pos="690563" algn="l"/>
                <a:tab pos="1030288" algn="l"/>
                <a:tab pos="1371600" algn="l"/>
              </a:tabLst>
              <a:defRPr/>
            </a:pPr>
            <a:endParaRPr lang="en-GB" dirty="0">
              <a:solidFill>
                <a:srgbClr val="000000"/>
              </a:solidFill>
              <a:latin typeface="Lucida Console" pitchFamily="49" charset="0"/>
            </a:endParaRPr>
          </a:p>
          <a:p>
            <a:pPr defTabSz="739775" eaLnBrk="0" hangingPunct="0">
              <a:tabLst>
                <a:tab pos="341313" algn="l"/>
                <a:tab pos="690563" algn="l"/>
                <a:tab pos="1030288" algn="l"/>
                <a:tab pos="1371600" algn="l"/>
              </a:tabLst>
              <a:defRPr/>
            </a:pPr>
            <a:r>
              <a:rPr lang="en-GB" dirty="0">
                <a:solidFill>
                  <a:srgbClr val="000000"/>
                </a:solidFill>
                <a:latin typeface="Lucida Console" pitchFamily="49" charset="0"/>
              </a:rPr>
              <a:t>	</a:t>
            </a:r>
            <a:r>
              <a:rPr lang="en-GB" dirty="0">
                <a:solidFill>
                  <a:srgbClr val="0000C8"/>
                </a:solidFill>
                <a:latin typeface="Lucida Console" pitchFamily="49" charset="0"/>
              </a:rPr>
              <a:t>private </a:t>
            </a:r>
            <a:r>
              <a:rPr lang="en-GB" dirty="0" err="1">
                <a:solidFill>
                  <a:srgbClr val="0000C8"/>
                </a:solidFill>
                <a:latin typeface="Lucida Console" pitchFamily="49" charset="0"/>
              </a:rPr>
              <a:t>int</a:t>
            </a:r>
            <a:r>
              <a:rPr lang="en-GB" dirty="0">
                <a:solidFill>
                  <a:srgbClr val="000000"/>
                </a:solidFill>
                <a:latin typeface="Lucida Console" pitchFamily="49" charset="0"/>
              </a:rPr>
              <a:t> speed;</a:t>
            </a:r>
          </a:p>
          <a:p>
            <a:pPr defTabSz="739775" eaLnBrk="0" hangingPunct="0">
              <a:tabLst>
                <a:tab pos="341313" algn="l"/>
                <a:tab pos="690563" algn="l"/>
                <a:tab pos="1030288" algn="l"/>
                <a:tab pos="1371600" algn="l"/>
              </a:tabLst>
              <a:defRPr/>
            </a:pPr>
            <a:endParaRPr lang="en-GB" dirty="0">
              <a:solidFill>
                <a:srgbClr val="000000"/>
              </a:solidFill>
              <a:latin typeface="Lucida Console" pitchFamily="49" charset="0"/>
            </a:endParaRPr>
          </a:p>
          <a:p>
            <a:pPr defTabSz="739775" eaLnBrk="0" hangingPunct="0">
              <a:tabLst>
                <a:tab pos="341313" algn="l"/>
                <a:tab pos="690563" algn="l"/>
                <a:tab pos="1030288" algn="l"/>
                <a:tab pos="1371600" algn="l"/>
              </a:tabLst>
              <a:defRPr/>
            </a:pPr>
            <a:r>
              <a:rPr lang="en-GB" dirty="0">
                <a:solidFill>
                  <a:srgbClr val="000000"/>
                </a:solidFill>
                <a:latin typeface="Lucida Console" pitchFamily="49" charset="0"/>
              </a:rPr>
              <a:t>	</a:t>
            </a:r>
            <a:r>
              <a:rPr lang="en-GB" dirty="0">
                <a:solidFill>
                  <a:srgbClr val="0000C8"/>
                </a:solidFill>
                <a:latin typeface="Lucida Console" pitchFamily="49" charset="0"/>
              </a:rPr>
              <a:t>public void</a:t>
            </a:r>
            <a:r>
              <a:rPr lang="en-GB" dirty="0">
                <a:solidFill>
                  <a:srgbClr val="000000"/>
                </a:solidFill>
                <a:latin typeface="Lucida Console" pitchFamily="49" charset="0"/>
              </a:rPr>
              <a:t> accelerate( </a:t>
            </a:r>
            <a:r>
              <a:rPr lang="en-GB" dirty="0">
                <a:solidFill>
                  <a:srgbClr val="0000C8"/>
                </a:solidFill>
                <a:latin typeface="Lucida Console" pitchFamily="49" charset="0"/>
              </a:rPr>
              <a:t>int</a:t>
            </a:r>
            <a:r>
              <a:rPr lang="en-GB" dirty="0">
                <a:solidFill>
                  <a:srgbClr val="000000"/>
                </a:solidFill>
                <a:latin typeface="Lucida Console" pitchFamily="49" charset="0"/>
              </a:rPr>
              <a:t> </a:t>
            </a:r>
            <a:r>
              <a:rPr lang="en-GB" dirty="0" err="1">
                <a:solidFill>
                  <a:srgbClr val="000000"/>
                </a:solidFill>
                <a:latin typeface="Lucida Console" pitchFamily="49" charset="0"/>
              </a:rPr>
              <a:t>weightOfFoot</a:t>
            </a:r>
            <a:r>
              <a:rPr lang="en-GB" dirty="0">
                <a:solidFill>
                  <a:srgbClr val="000000"/>
                </a:solidFill>
                <a:latin typeface="Lucida Console" pitchFamily="49" charset="0"/>
              </a:rPr>
              <a:t> ) {</a:t>
            </a:r>
          </a:p>
          <a:p>
            <a:pPr defTabSz="739775" eaLnBrk="0" hangingPunct="0">
              <a:tabLst>
                <a:tab pos="341313" algn="l"/>
                <a:tab pos="690563" algn="l"/>
                <a:tab pos="1030288" algn="l"/>
                <a:tab pos="1371600" algn="l"/>
              </a:tabLst>
              <a:defRPr/>
            </a:pPr>
            <a:endParaRPr lang="en-GB" dirty="0">
              <a:solidFill>
                <a:srgbClr val="000000"/>
              </a:solidFill>
              <a:latin typeface="Lucida Console" pitchFamily="49" charset="0"/>
            </a:endParaRPr>
          </a:p>
          <a:p>
            <a:pPr defTabSz="739775" eaLnBrk="0" hangingPunct="0">
              <a:tabLst>
                <a:tab pos="341313" algn="l"/>
                <a:tab pos="690563" algn="l"/>
                <a:tab pos="1030288" algn="l"/>
                <a:tab pos="1371600" algn="l"/>
              </a:tabLst>
              <a:defRPr/>
            </a:pPr>
            <a:r>
              <a:rPr lang="en-GB" dirty="0">
                <a:solidFill>
                  <a:srgbClr val="000000"/>
                </a:solidFill>
                <a:latin typeface="Lucida Console" pitchFamily="49" charset="0"/>
              </a:rPr>
              <a:t>		</a:t>
            </a:r>
            <a:r>
              <a:rPr lang="en-GB" dirty="0" err="1">
                <a:solidFill>
                  <a:srgbClr val="0000C8"/>
                </a:solidFill>
                <a:latin typeface="Lucida Console" pitchFamily="49" charset="0"/>
              </a:rPr>
              <a:t>this</a:t>
            </a:r>
            <a:r>
              <a:rPr lang="en-GB" dirty="0" err="1">
                <a:solidFill>
                  <a:srgbClr val="000000"/>
                </a:solidFill>
                <a:latin typeface="Lucida Console" pitchFamily="49" charset="0"/>
              </a:rPr>
              <a:t>.speed</a:t>
            </a:r>
            <a:r>
              <a:rPr lang="en-GB" dirty="0">
                <a:solidFill>
                  <a:srgbClr val="000000"/>
                </a:solidFill>
                <a:latin typeface="Lucida Console" pitchFamily="49" charset="0"/>
              </a:rPr>
              <a:t> += </a:t>
            </a:r>
            <a:r>
              <a:rPr lang="en-GB" dirty="0" err="1">
                <a:solidFill>
                  <a:srgbClr val="000000"/>
                </a:solidFill>
                <a:latin typeface="Lucida Console" pitchFamily="49" charset="0"/>
              </a:rPr>
              <a:t>weightOfFoot</a:t>
            </a:r>
            <a:r>
              <a:rPr lang="en-GB" dirty="0">
                <a:solidFill>
                  <a:srgbClr val="000000"/>
                </a:solidFill>
                <a:latin typeface="Lucida Console" pitchFamily="49" charset="0"/>
              </a:rPr>
              <a:t>; </a:t>
            </a:r>
          </a:p>
          <a:p>
            <a:pPr defTabSz="739775" eaLnBrk="0" hangingPunct="0">
              <a:tabLst>
                <a:tab pos="341313" algn="l"/>
                <a:tab pos="690563" algn="l"/>
                <a:tab pos="1030288" algn="l"/>
                <a:tab pos="1371600" algn="l"/>
              </a:tabLst>
              <a:defRPr/>
            </a:pPr>
            <a:endParaRPr lang="en-GB" dirty="0">
              <a:solidFill>
                <a:srgbClr val="000000"/>
              </a:solidFill>
              <a:latin typeface="Lucida Console" pitchFamily="49" charset="0"/>
            </a:endParaRPr>
          </a:p>
          <a:p>
            <a:pPr defTabSz="739775" eaLnBrk="0" hangingPunct="0">
              <a:tabLst>
                <a:tab pos="341313" algn="l"/>
                <a:tab pos="690563" algn="l"/>
                <a:tab pos="1030288" algn="l"/>
                <a:tab pos="1371600" algn="l"/>
              </a:tabLst>
              <a:defRPr/>
            </a:pPr>
            <a:r>
              <a:rPr lang="en-GB" dirty="0">
                <a:solidFill>
                  <a:srgbClr val="000000"/>
                </a:solidFill>
                <a:latin typeface="Lucida Console" pitchFamily="49" charset="0"/>
              </a:rPr>
              <a:t>	}</a:t>
            </a:r>
          </a:p>
          <a:p>
            <a:pPr defTabSz="739775" eaLnBrk="0" hangingPunct="0">
              <a:tabLst>
                <a:tab pos="341313" algn="l"/>
                <a:tab pos="690563" algn="l"/>
                <a:tab pos="1030288" algn="l"/>
                <a:tab pos="1371600" algn="l"/>
              </a:tabLst>
              <a:defRPr/>
            </a:pPr>
            <a:r>
              <a:rPr lang="en-GB" dirty="0">
                <a:solidFill>
                  <a:srgbClr val="000000"/>
                </a:solidFill>
                <a:latin typeface="Lucida Console" pitchFamily="49" charset="0"/>
              </a:rPr>
              <a:t>	...</a:t>
            </a:r>
          </a:p>
          <a:p>
            <a:pPr defTabSz="739775" eaLnBrk="0" hangingPunct="0">
              <a:tabLst>
                <a:tab pos="341313" algn="l"/>
                <a:tab pos="690563" algn="l"/>
                <a:tab pos="1030288" algn="l"/>
                <a:tab pos="1371600" algn="l"/>
              </a:tabLst>
              <a:defRPr/>
            </a:pPr>
            <a:r>
              <a:rPr lang="en-GB" dirty="0">
                <a:solidFill>
                  <a:srgbClr val="000000"/>
                </a:solidFill>
                <a:latin typeface="Lucida Console" pitchFamily="49" charset="0"/>
              </a:rPr>
              <a:t>}</a:t>
            </a:r>
          </a:p>
        </p:txBody>
      </p:sp>
    </p:spTree>
    <p:extLst>
      <p:ext uri="{BB962C8B-B14F-4D97-AF65-F5344CB8AC3E}">
        <p14:creationId xmlns:p14="http://schemas.microsoft.com/office/powerpoint/2010/main" val="40118107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GB" dirty="0"/>
              <a:t>Using static - Simple Factory pattern</a:t>
            </a:r>
            <a:endParaRPr lang="en-IN" dirty="0"/>
          </a:p>
        </p:txBody>
      </p:sp>
      <p:sp>
        <p:nvSpPr>
          <p:cNvPr id="4" name="Rectangle 3"/>
          <p:cNvSpPr/>
          <p:nvPr/>
        </p:nvSpPr>
        <p:spPr>
          <a:xfrm>
            <a:off x="523326" y="1444533"/>
            <a:ext cx="8819320" cy="1569660"/>
          </a:xfrm>
          <a:prstGeom prst="rect">
            <a:avLst/>
          </a:prstGeom>
          <a:ln>
            <a:solidFill>
              <a:schemeClr val="bg1">
                <a:lumMod val="75000"/>
              </a:schemeClr>
            </a:solidFill>
          </a:ln>
          <a:effectLst>
            <a:outerShdw blurRad="50800" dist="38100" algn="l" rotWithShape="0">
              <a:prstClr val="black">
                <a:alpha val="40000"/>
              </a:prstClr>
            </a:outerShdw>
          </a:effectLst>
        </p:spPr>
        <p:style>
          <a:lnRef idx="2">
            <a:schemeClr val="accent1"/>
          </a:lnRef>
          <a:fillRef idx="1">
            <a:schemeClr val="lt1"/>
          </a:fillRef>
          <a:effectRef idx="0">
            <a:schemeClr val="accent1"/>
          </a:effectRef>
          <a:fontRef idx="minor">
            <a:schemeClr val="dk1"/>
          </a:fontRef>
        </p:style>
        <p:txBody>
          <a:bodyPr wrap="square">
            <a:spAutoFit/>
          </a:bodyPr>
          <a:lstStyle/>
          <a:p>
            <a:r>
              <a:rPr lang="en-GB" sz="1600" dirty="0">
                <a:solidFill>
                  <a:srgbClr val="0000FF"/>
                </a:solidFill>
                <a:latin typeface="Consolas" panose="020B0609020204030204" pitchFamily="49" charset="0"/>
              </a:rPr>
              <a:t>public</a:t>
            </a:r>
            <a:r>
              <a:rPr lang="en-GB" sz="1600" dirty="0">
                <a:solidFill>
                  <a:srgbClr val="000000"/>
                </a:solidFill>
                <a:latin typeface="Consolas" panose="020B0609020204030204" pitchFamily="49" charset="0"/>
              </a:rPr>
              <a:t> </a:t>
            </a:r>
            <a:r>
              <a:rPr lang="en-GB" sz="1600" dirty="0">
                <a:solidFill>
                  <a:srgbClr val="0000FF"/>
                </a:solidFill>
                <a:latin typeface="Consolas" panose="020B0609020204030204" pitchFamily="49" charset="0"/>
              </a:rPr>
              <a:t>class</a:t>
            </a:r>
            <a:r>
              <a:rPr lang="en-GB" sz="1600" dirty="0">
                <a:solidFill>
                  <a:srgbClr val="000000"/>
                </a:solidFill>
                <a:latin typeface="Consolas" panose="020B0609020204030204" pitchFamily="49" charset="0"/>
              </a:rPr>
              <a:t> </a:t>
            </a:r>
            <a:r>
              <a:rPr lang="en-GB" sz="1600" dirty="0">
                <a:solidFill>
                  <a:srgbClr val="2B91AF"/>
                </a:solidFill>
                <a:latin typeface="Consolas" panose="020B0609020204030204" pitchFamily="49" charset="0"/>
              </a:rPr>
              <a:t>Bank</a:t>
            </a:r>
            <a:r>
              <a:rPr lang="en-GB" sz="1600" dirty="0">
                <a:solidFill>
                  <a:srgbClr val="000000"/>
                </a:solidFill>
                <a:latin typeface="Consolas" panose="020B0609020204030204" pitchFamily="49" charset="0"/>
              </a:rPr>
              <a:t>  {</a:t>
            </a:r>
          </a:p>
          <a:p>
            <a:r>
              <a:rPr lang="en-GB" sz="1600" b="1" dirty="0">
                <a:solidFill>
                  <a:srgbClr val="000000"/>
                </a:solidFill>
                <a:latin typeface="Consolas" panose="020B0609020204030204" pitchFamily="49" charset="0"/>
              </a:rPr>
              <a:t>    </a:t>
            </a:r>
            <a:r>
              <a:rPr lang="en-GB" sz="1600" b="1" dirty="0">
                <a:solidFill>
                  <a:srgbClr val="0000FF"/>
                </a:solidFill>
                <a:latin typeface="Consolas" panose="020B0609020204030204" pitchFamily="49" charset="0"/>
              </a:rPr>
              <a:t>public</a:t>
            </a:r>
            <a:r>
              <a:rPr lang="en-GB" sz="1600" b="1" dirty="0">
                <a:solidFill>
                  <a:srgbClr val="000000"/>
                </a:solidFill>
                <a:latin typeface="Consolas" panose="020B0609020204030204" pitchFamily="49" charset="0"/>
              </a:rPr>
              <a:t> </a:t>
            </a:r>
            <a:r>
              <a:rPr lang="en-GB" sz="1600" b="1" dirty="0">
                <a:solidFill>
                  <a:srgbClr val="0000FF"/>
                </a:solidFill>
                <a:latin typeface="Consolas" panose="020B0609020204030204" pitchFamily="49" charset="0"/>
              </a:rPr>
              <a:t>static</a:t>
            </a:r>
            <a:r>
              <a:rPr lang="en-GB" sz="1600" b="1" dirty="0">
                <a:solidFill>
                  <a:srgbClr val="000000"/>
                </a:solidFill>
                <a:latin typeface="Consolas" panose="020B0609020204030204" pitchFamily="49" charset="0"/>
              </a:rPr>
              <a:t> </a:t>
            </a:r>
            <a:r>
              <a:rPr lang="en-GB" sz="1600" b="1" dirty="0">
                <a:solidFill>
                  <a:srgbClr val="2B91AF"/>
                </a:solidFill>
                <a:latin typeface="Consolas" panose="020B0609020204030204" pitchFamily="49" charset="0"/>
              </a:rPr>
              <a:t>Account</a:t>
            </a:r>
            <a:r>
              <a:rPr lang="en-GB" sz="1600" b="1" dirty="0">
                <a:solidFill>
                  <a:srgbClr val="000000"/>
                </a:solidFill>
                <a:latin typeface="Consolas" panose="020B0609020204030204" pitchFamily="49" charset="0"/>
              </a:rPr>
              <a:t> </a:t>
            </a:r>
            <a:r>
              <a:rPr lang="en-GB" sz="1600" b="1" dirty="0" err="1">
                <a:solidFill>
                  <a:srgbClr val="000000"/>
                </a:solidFill>
                <a:latin typeface="Consolas" panose="020B0609020204030204" pitchFamily="49" charset="0"/>
              </a:rPr>
              <a:t>CreateAccount</a:t>
            </a:r>
            <a:r>
              <a:rPr lang="en-GB" sz="1600" b="1" dirty="0">
                <a:solidFill>
                  <a:srgbClr val="000000"/>
                </a:solidFill>
                <a:latin typeface="Consolas" panose="020B0609020204030204" pitchFamily="49" charset="0"/>
              </a:rPr>
              <a:t>(</a:t>
            </a:r>
            <a:r>
              <a:rPr lang="en-GB" sz="1600" b="1" dirty="0">
                <a:solidFill>
                  <a:srgbClr val="0000FF"/>
                </a:solidFill>
                <a:latin typeface="Consolas" panose="020B0609020204030204" pitchFamily="49" charset="0"/>
              </a:rPr>
              <a:t>string</a:t>
            </a:r>
            <a:r>
              <a:rPr lang="en-GB" sz="1600" b="1" dirty="0">
                <a:solidFill>
                  <a:srgbClr val="000000"/>
                </a:solidFill>
                <a:latin typeface="Consolas" panose="020B0609020204030204" pitchFamily="49" charset="0"/>
              </a:rPr>
              <a:t> owner) {</a:t>
            </a:r>
          </a:p>
          <a:p>
            <a:r>
              <a:rPr lang="en-GB" sz="1600" b="1" dirty="0">
                <a:solidFill>
                  <a:schemeClr val="accent6">
                    <a:lumMod val="50000"/>
                  </a:schemeClr>
                </a:solidFill>
                <a:latin typeface="Consolas" panose="020B0609020204030204" pitchFamily="49" charset="0"/>
              </a:rPr>
              <a:t>	// possible security code</a:t>
            </a:r>
          </a:p>
          <a:p>
            <a:r>
              <a:rPr lang="en-GB" sz="1600" b="1" dirty="0">
                <a:solidFill>
                  <a:srgbClr val="0000FF"/>
                </a:solidFill>
                <a:latin typeface="Consolas" panose="020B0609020204030204" pitchFamily="49" charset="0"/>
              </a:rPr>
              <a:t>	return</a:t>
            </a:r>
            <a:r>
              <a:rPr lang="en-GB" sz="1600" b="1" dirty="0">
                <a:solidFill>
                  <a:srgbClr val="000000"/>
                </a:solidFill>
                <a:latin typeface="Consolas" panose="020B0609020204030204" pitchFamily="49" charset="0"/>
              </a:rPr>
              <a:t> </a:t>
            </a:r>
            <a:r>
              <a:rPr lang="en-GB" sz="1600" b="1" dirty="0">
                <a:solidFill>
                  <a:srgbClr val="0000FF"/>
                </a:solidFill>
                <a:latin typeface="Consolas" panose="020B0609020204030204" pitchFamily="49" charset="0"/>
              </a:rPr>
              <a:t>new</a:t>
            </a:r>
            <a:r>
              <a:rPr lang="en-GB" sz="1600" b="1" dirty="0">
                <a:solidFill>
                  <a:srgbClr val="000000"/>
                </a:solidFill>
                <a:latin typeface="Consolas" panose="020B0609020204030204" pitchFamily="49" charset="0"/>
              </a:rPr>
              <a:t> </a:t>
            </a:r>
            <a:r>
              <a:rPr lang="en-GB" sz="1600" b="1" dirty="0">
                <a:solidFill>
                  <a:srgbClr val="2B91AF"/>
                </a:solidFill>
                <a:latin typeface="Consolas" panose="020B0609020204030204" pitchFamily="49" charset="0"/>
              </a:rPr>
              <a:t>Account</a:t>
            </a:r>
            <a:r>
              <a:rPr lang="en-GB" sz="1600" b="1" dirty="0">
                <a:solidFill>
                  <a:srgbClr val="000000"/>
                </a:solidFill>
                <a:latin typeface="Consolas" panose="020B0609020204030204" pitchFamily="49" charset="0"/>
              </a:rPr>
              <a:t>(owner);</a:t>
            </a:r>
          </a:p>
          <a:p>
            <a:r>
              <a:rPr lang="en-GB" sz="1600" b="1" dirty="0">
                <a:solidFill>
                  <a:srgbClr val="000000"/>
                </a:solidFill>
                <a:latin typeface="Consolas" panose="020B0609020204030204" pitchFamily="49" charset="0"/>
              </a:rPr>
              <a:t>    }</a:t>
            </a:r>
          </a:p>
          <a:p>
            <a:r>
              <a:rPr lang="en-GB" sz="1600" dirty="0">
                <a:solidFill>
                  <a:srgbClr val="000000"/>
                </a:solidFill>
                <a:latin typeface="Consolas" panose="020B0609020204030204" pitchFamily="49" charset="0"/>
              </a:rPr>
              <a:t>}</a:t>
            </a:r>
          </a:p>
        </p:txBody>
      </p:sp>
      <p:sp>
        <p:nvSpPr>
          <p:cNvPr id="5" name="Rectangle 4"/>
          <p:cNvSpPr/>
          <p:nvPr/>
        </p:nvSpPr>
        <p:spPr>
          <a:xfrm>
            <a:off x="7372607" y="1374398"/>
            <a:ext cx="2095150" cy="383263"/>
          </a:xfrm>
          <a:prstGeom prst="rect">
            <a:avLst/>
          </a:prstGeom>
          <a:solidFill>
            <a:schemeClr val="accent1">
              <a:lumMod val="20000"/>
              <a:lumOff val="80000"/>
            </a:schemeClr>
          </a:solidFill>
          <a:ln w="19050">
            <a:solidFill>
              <a:schemeClr val="bg1">
                <a:lumMod val="85000"/>
              </a:schemeClr>
            </a:solidFill>
          </a:ln>
          <a:effectLst>
            <a:innerShdw blurRad="63500" dist="50800" dir="10800000">
              <a:prstClr val="black">
                <a:alpha val="50000"/>
              </a:prstClr>
            </a:inn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solidFill>
                  <a:schemeClr val="tx1"/>
                </a:solidFill>
                <a:cs typeface="Arial" pitchFamily="34" charset="0"/>
              </a:rPr>
              <a:t>Factory class</a:t>
            </a:r>
          </a:p>
        </p:txBody>
      </p:sp>
      <p:sp>
        <p:nvSpPr>
          <p:cNvPr id="6" name="Rectangle 5"/>
          <p:cNvSpPr/>
          <p:nvPr/>
        </p:nvSpPr>
        <p:spPr>
          <a:xfrm>
            <a:off x="398215" y="1373554"/>
            <a:ext cx="8944432" cy="2877765"/>
          </a:xfrm>
          <a:prstGeom prst="rect">
            <a:avLst/>
          </a:prstGeom>
          <a:noFill/>
          <a:ln w="19050">
            <a:noFill/>
          </a:ln>
          <a:effectLst>
            <a:outerShdw blurRad="50800" dist="38100" algn="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dirty="0">
              <a:solidFill>
                <a:schemeClr val="tx1"/>
              </a:solidFill>
              <a:latin typeface="Arial" pitchFamily="34" charset="0"/>
              <a:cs typeface="Arial" pitchFamily="34" charset="0"/>
            </a:endParaRPr>
          </a:p>
        </p:txBody>
      </p:sp>
      <p:sp>
        <p:nvSpPr>
          <p:cNvPr id="7" name="Rectangle 6"/>
          <p:cNvSpPr/>
          <p:nvPr/>
        </p:nvSpPr>
        <p:spPr>
          <a:xfrm>
            <a:off x="389883" y="4582801"/>
            <a:ext cx="6076128" cy="1815882"/>
          </a:xfrm>
          <a:prstGeom prst="rect">
            <a:avLst/>
          </a:prstGeom>
          <a:solidFill>
            <a:schemeClr val="tx2">
              <a:lumMod val="20000"/>
              <a:lumOff val="80000"/>
            </a:schemeClr>
          </a:solidFill>
          <a:ln w="19050">
            <a:noFill/>
          </a:ln>
          <a:effectLst>
            <a:outerShdw blurRad="50800" dist="38100" algn="l" rotWithShape="0">
              <a:prstClr val="black">
                <a:alpha val="40000"/>
              </a:prstClr>
            </a:outerShdw>
          </a:effectLst>
        </p:spPr>
        <p:style>
          <a:lnRef idx="2">
            <a:schemeClr val="accent1"/>
          </a:lnRef>
          <a:fillRef idx="1">
            <a:schemeClr val="lt1"/>
          </a:fillRef>
          <a:effectRef idx="0">
            <a:schemeClr val="accent1"/>
          </a:effectRef>
          <a:fontRef idx="minor">
            <a:schemeClr val="dk1"/>
          </a:fontRef>
        </p:style>
        <p:txBody>
          <a:bodyPr wrap="square">
            <a:spAutoFit/>
          </a:bodyPr>
          <a:lstStyle/>
          <a:p>
            <a:r>
              <a:rPr lang="en-GB" sz="1600" b="1" dirty="0">
                <a:solidFill>
                  <a:srgbClr val="0000FF"/>
                </a:solidFill>
                <a:latin typeface="Consolas" panose="020B0609020204030204" pitchFamily="49" charset="0"/>
              </a:rPr>
              <a:t>public static</a:t>
            </a:r>
            <a:r>
              <a:rPr lang="en-GB" sz="1600" b="1" dirty="0">
                <a:solidFill>
                  <a:srgbClr val="000000"/>
                </a:solidFill>
                <a:latin typeface="Consolas" panose="020B0609020204030204" pitchFamily="49" charset="0"/>
              </a:rPr>
              <a:t> </a:t>
            </a:r>
            <a:r>
              <a:rPr lang="en-GB" sz="1600" b="1" dirty="0">
                <a:solidFill>
                  <a:srgbClr val="0000FF"/>
                </a:solidFill>
                <a:latin typeface="Consolas" panose="020B0609020204030204" pitchFamily="49" charset="0"/>
              </a:rPr>
              <a:t>void</a:t>
            </a:r>
            <a:r>
              <a:rPr lang="en-GB" sz="1600" b="1" dirty="0">
                <a:solidFill>
                  <a:srgbClr val="000000"/>
                </a:solidFill>
                <a:latin typeface="Consolas" panose="020B0609020204030204" pitchFamily="49" charset="0"/>
              </a:rPr>
              <a:t> main(</a:t>
            </a:r>
            <a:r>
              <a:rPr lang="en-GB" sz="1600" b="1" dirty="0" err="1">
                <a:solidFill>
                  <a:srgbClr val="000000"/>
                </a:solidFill>
                <a:latin typeface="Consolas" panose="020B0609020204030204" pitchFamily="49" charset="0"/>
              </a:rPr>
              <a:t>Sring</a:t>
            </a:r>
            <a:r>
              <a:rPr lang="en-GB" sz="1600" b="1" dirty="0">
                <a:solidFill>
                  <a:srgbClr val="000000"/>
                </a:solidFill>
                <a:latin typeface="Consolas" panose="020B0609020204030204" pitchFamily="49" charset="0"/>
              </a:rPr>
              <a:t>[] </a:t>
            </a:r>
            <a:r>
              <a:rPr lang="en-GB" sz="1600" b="1" dirty="0" err="1">
                <a:solidFill>
                  <a:srgbClr val="000000"/>
                </a:solidFill>
                <a:latin typeface="Consolas" panose="020B0609020204030204" pitchFamily="49" charset="0"/>
              </a:rPr>
              <a:t>args</a:t>
            </a:r>
            <a:r>
              <a:rPr lang="en-GB" sz="1600" b="1" dirty="0">
                <a:solidFill>
                  <a:srgbClr val="000000"/>
                </a:solidFill>
                <a:latin typeface="Consolas" panose="020B0609020204030204" pitchFamily="49" charset="0"/>
              </a:rPr>
              <a:t>)</a:t>
            </a:r>
          </a:p>
          <a:p>
            <a:r>
              <a:rPr lang="en-GB" sz="1600" b="1" dirty="0">
                <a:solidFill>
                  <a:srgbClr val="000000"/>
                </a:solidFill>
                <a:latin typeface="Consolas" panose="020B0609020204030204" pitchFamily="49" charset="0"/>
              </a:rPr>
              <a:t>{</a:t>
            </a:r>
          </a:p>
          <a:p>
            <a:r>
              <a:rPr lang="en-GB" sz="1600" b="1" dirty="0">
                <a:solidFill>
                  <a:srgbClr val="000000"/>
                </a:solidFill>
                <a:latin typeface="Consolas" panose="020B0609020204030204" pitchFamily="49" charset="0"/>
              </a:rPr>
              <a:t>    </a:t>
            </a:r>
            <a:r>
              <a:rPr lang="en-GB" sz="1600" b="1" dirty="0">
                <a:solidFill>
                  <a:srgbClr val="2B91AF"/>
                </a:solidFill>
                <a:latin typeface="Consolas" panose="020B0609020204030204" pitchFamily="49" charset="0"/>
              </a:rPr>
              <a:t>Account</a:t>
            </a:r>
            <a:r>
              <a:rPr lang="en-GB" sz="1600" b="1" dirty="0">
                <a:solidFill>
                  <a:srgbClr val="000000"/>
                </a:solidFill>
                <a:latin typeface="Consolas" panose="020B0609020204030204" pitchFamily="49" charset="0"/>
              </a:rPr>
              <a:t> </a:t>
            </a:r>
            <a:r>
              <a:rPr lang="en-GB" sz="1600" b="1" dirty="0" err="1">
                <a:solidFill>
                  <a:srgbClr val="000000"/>
                </a:solidFill>
                <a:latin typeface="Consolas" panose="020B0609020204030204" pitchFamily="49" charset="0"/>
              </a:rPr>
              <a:t>acc</a:t>
            </a:r>
            <a:r>
              <a:rPr lang="en-GB" sz="1600" b="1" dirty="0">
                <a:solidFill>
                  <a:srgbClr val="000000"/>
                </a:solidFill>
                <a:latin typeface="Consolas" panose="020B0609020204030204" pitchFamily="49" charset="0"/>
              </a:rPr>
              <a:t> = </a:t>
            </a:r>
            <a:r>
              <a:rPr lang="en-GB" sz="1600" b="1" dirty="0">
                <a:solidFill>
                  <a:srgbClr val="0000FF"/>
                </a:solidFill>
                <a:latin typeface="Consolas" panose="020B0609020204030204" pitchFamily="49" charset="0"/>
              </a:rPr>
              <a:t>new</a:t>
            </a:r>
            <a:r>
              <a:rPr lang="en-GB" sz="1600" b="1" dirty="0">
                <a:solidFill>
                  <a:srgbClr val="000000"/>
                </a:solidFill>
                <a:latin typeface="Consolas" panose="020B0609020204030204" pitchFamily="49" charset="0"/>
              </a:rPr>
              <a:t> </a:t>
            </a:r>
            <a:r>
              <a:rPr lang="en-GB" sz="1600" b="1" dirty="0">
                <a:solidFill>
                  <a:srgbClr val="2B91AF"/>
                </a:solidFill>
                <a:latin typeface="Consolas" panose="020B0609020204030204" pitchFamily="49" charset="0"/>
              </a:rPr>
              <a:t>Account</a:t>
            </a:r>
            <a:r>
              <a:rPr lang="en-GB" sz="1600" b="1" dirty="0">
                <a:solidFill>
                  <a:srgbClr val="000000"/>
                </a:solidFill>
                <a:latin typeface="Consolas" panose="020B0609020204030204" pitchFamily="49" charset="0"/>
              </a:rPr>
              <a:t>(</a:t>
            </a:r>
            <a:r>
              <a:rPr lang="en-GB" sz="1600" b="1" dirty="0">
                <a:solidFill>
                  <a:srgbClr val="A31515"/>
                </a:solidFill>
                <a:latin typeface="Consolas" panose="020B0609020204030204" pitchFamily="49" charset="0"/>
              </a:rPr>
              <a:t>"Bob"</a:t>
            </a:r>
            <a:r>
              <a:rPr lang="en-GB" sz="1600" b="1" dirty="0">
                <a:solidFill>
                  <a:srgbClr val="000000"/>
                </a:solidFill>
                <a:latin typeface="Consolas" panose="020B0609020204030204" pitchFamily="49" charset="0"/>
              </a:rPr>
              <a:t>);</a:t>
            </a:r>
          </a:p>
          <a:p>
            <a:endParaRPr lang="en-GB" sz="1600" b="1" dirty="0">
              <a:solidFill>
                <a:srgbClr val="000000"/>
              </a:solidFill>
              <a:latin typeface="Consolas" panose="020B0609020204030204" pitchFamily="49" charset="0"/>
            </a:endParaRPr>
          </a:p>
          <a:p>
            <a:r>
              <a:rPr lang="en-GB" sz="1600" b="1" dirty="0">
                <a:solidFill>
                  <a:srgbClr val="2B91AF"/>
                </a:solidFill>
                <a:latin typeface="Consolas" panose="020B0609020204030204" pitchFamily="49" charset="0"/>
              </a:rPr>
              <a:t>    Account</a:t>
            </a:r>
            <a:r>
              <a:rPr lang="en-GB" sz="1600" b="1" dirty="0">
                <a:solidFill>
                  <a:srgbClr val="000000"/>
                </a:solidFill>
                <a:latin typeface="Consolas" panose="020B0609020204030204" pitchFamily="49" charset="0"/>
              </a:rPr>
              <a:t> </a:t>
            </a:r>
            <a:r>
              <a:rPr lang="en-GB" sz="1600" b="1" dirty="0" err="1">
                <a:solidFill>
                  <a:srgbClr val="000000"/>
                </a:solidFill>
                <a:latin typeface="Consolas" panose="020B0609020204030204" pitchFamily="49" charset="0"/>
              </a:rPr>
              <a:t>acc</a:t>
            </a:r>
            <a:r>
              <a:rPr lang="en-GB" sz="1600" b="1" dirty="0">
                <a:solidFill>
                  <a:srgbClr val="000000"/>
                </a:solidFill>
                <a:latin typeface="Consolas" panose="020B0609020204030204" pitchFamily="49" charset="0"/>
              </a:rPr>
              <a:t> = </a:t>
            </a:r>
            <a:r>
              <a:rPr lang="en-GB" sz="1600" b="1" dirty="0" err="1">
                <a:solidFill>
                  <a:srgbClr val="2B91AF"/>
                </a:solidFill>
                <a:latin typeface="Consolas" panose="020B0609020204030204" pitchFamily="49" charset="0"/>
              </a:rPr>
              <a:t>Bank</a:t>
            </a:r>
            <a:r>
              <a:rPr lang="en-GB" sz="1600" b="1" dirty="0" err="1">
                <a:solidFill>
                  <a:srgbClr val="000000"/>
                </a:solidFill>
                <a:latin typeface="Consolas" panose="020B0609020204030204" pitchFamily="49" charset="0"/>
              </a:rPr>
              <a:t>.CreateAccount</a:t>
            </a:r>
            <a:r>
              <a:rPr lang="en-GB" sz="1600" b="1" dirty="0">
                <a:solidFill>
                  <a:srgbClr val="000000"/>
                </a:solidFill>
                <a:latin typeface="Consolas" panose="020B0609020204030204" pitchFamily="49" charset="0"/>
              </a:rPr>
              <a:t>(</a:t>
            </a:r>
            <a:r>
              <a:rPr lang="en-GB" sz="1600" b="1" dirty="0">
                <a:solidFill>
                  <a:srgbClr val="A31515"/>
                </a:solidFill>
                <a:latin typeface="Consolas" panose="020B0609020204030204" pitchFamily="49" charset="0"/>
              </a:rPr>
              <a:t>"Bob"</a:t>
            </a:r>
            <a:r>
              <a:rPr lang="en-GB" sz="1600" b="1" dirty="0">
                <a:solidFill>
                  <a:srgbClr val="000000"/>
                </a:solidFill>
                <a:latin typeface="Consolas" panose="020B0609020204030204" pitchFamily="49" charset="0"/>
              </a:rPr>
              <a:t>);</a:t>
            </a:r>
            <a:r>
              <a:rPr lang="en-GB" sz="3200" dirty="0">
                <a:solidFill>
                  <a:schemeClr val="tx2">
                    <a:lumMod val="75000"/>
                  </a:schemeClr>
                </a:solidFill>
                <a:latin typeface="Consolas" panose="020B0609020204030204" pitchFamily="49" charset="0"/>
              </a:rPr>
              <a:t>✔</a:t>
            </a:r>
            <a:endParaRPr lang="en-GB" sz="1600" dirty="0">
              <a:solidFill>
                <a:schemeClr val="tx2">
                  <a:lumMod val="75000"/>
                </a:schemeClr>
              </a:solidFill>
              <a:latin typeface="Consolas" panose="020B0609020204030204" pitchFamily="49" charset="0"/>
            </a:endParaRPr>
          </a:p>
          <a:p>
            <a:r>
              <a:rPr lang="en-GB" sz="1600" b="1" dirty="0">
                <a:solidFill>
                  <a:srgbClr val="000000"/>
                </a:solidFill>
                <a:latin typeface="Consolas" panose="020B0609020204030204" pitchFamily="49" charset="0"/>
              </a:rPr>
              <a:t>}</a:t>
            </a:r>
          </a:p>
        </p:txBody>
      </p:sp>
      <p:pic>
        <p:nvPicPr>
          <p:cNvPr id="8" name="Picture 7"/>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flipH="1">
            <a:off x="4852558" y="5087704"/>
            <a:ext cx="384314" cy="384314"/>
          </a:xfrm>
          <a:prstGeom prst="rect">
            <a:avLst/>
          </a:prstGeom>
        </p:spPr>
      </p:pic>
      <p:sp>
        <p:nvSpPr>
          <p:cNvPr id="10" name="Rounded Rectangular Callout 9"/>
          <p:cNvSpPr/>
          <p:nvPr/>
        </p:nvSpPr>
        <p:spPr>
          <a:xfrm>
            <a:off x="6699759" y="4782904"/>
            <a:ext cx="2628106" cy="689114"/>
          </a:xfrm>
          <a:prstGeom prst="wedgeRoundRectCallout">
            <a:avLst>
              <a:gd name="adj1" fmla="val -58466"/>
              <a:gd name="adj2" fmla="val -17647"/>
              <a:gd name="adj3" fmla="val 16667"/>
            </a:avLst>
          </a:prstGeom>
          <a:solidFill>
            <a:schemeClr val="accent1">
              <a:lumMod val="20000"/>
              <a:lumOff val="80000"/>
            </a:schemeClr>
          </a:solidFill>
          <a:ln w="19050">
            <a:noFill/>
          </a:ln>
          <a:effectLst>
            <a:outerShdw blurRad="50800" dist="38100" algn="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600" b="1" dirty="0">
                <a:solidFill>
                  <a:schemeClr val="tx1"/>
                </a:solidFill>
                <a:cs typeface="Arial" pitchFamily="34" charset="0"/>
              </a:rPr>
              <a:t>Client code using the Bank account factory</a:t>
            </a:r>
          </a:p>
        </p:txBody>
      </p:sp>
      <p:sp>
        <p:nvSpPr>
          <p:cNvPr id="14" name="Rectangle 13"/>
          <p:cNvSpPr/>
          <p:nvPr/>
        </p:nvSpPr>
        <p:spPr>
          <a:xfrm>
            <a:off x="571464" y="3112128"/>
            <a:ext cx="3360984" cy="1077218"/>
          </a:xfrm>
          <a:prstGeom prst="rect">
            <a:avLst/>
          </a:prstGeom>
          <a:solidFill>
            <a:schemeClr val="accent5">
              <a:lumMod val="20000"/>
              <a:lumOff val="80000"/>
            </a:schemeClr>
          </a:solidFill>
          <a:ln w="19050">
            <a:solidFill>
              <a:srgbClr val="004050"/>
            </a:solidFill>
            <a:prstDash val="sysDot"/>
          </a:ln>
        </p:spPr>
        <p:style>
          <a:lnRef idx="2">
            <a:schemeClr val="dk1"/>
          </a:lnRef>
          <a:fillRef idx="1">
            <a:schemeClr val="lt1"/>
          </a:fillRef>
          <a:effectRef idx="0">
            <a:schemeClr val="dk1"/>
          </a:effectRef>
          <a:fontRef idx="minor">
            <a:schemeClr val="dk1"/>
          </a:fontRef>
        </p:style>
        <p:txBody>
          <a:bodyPr wrap="square">
            <a:spAutoFit/>
          </a:bodyPr>
          <a:lstStyle/>
          <a:p>
            <a:r>
              <a:rPr lang="en-GB" sz="1600" dirty="0">
                <a:solidFill>
                  <a:srgbClr val="0000FF"/>
                </a:solidFill>
                <a:latin typeface="Consolas" panose="020B0609020204030204" pitchFamily="49" charset="0"/>
              </a:rPr>
              <a:t>public</a:t>
            </a:r>
            <a:r>
              <a:rPr lang="en-GB" sz="1600" dirty="0">
                <a:solidFill>
                  <a:srgbClr val="000000"/>
                </a:solidFill>
                <a:latin typeface="Consolas" panose="020B0609020204030204" pitchFamily="49" charset="0"/>
              </a:rPr>
              <a:t> </a:t>
            </a:r>
            <a:r>
              <a:rPr lang="en-GB" sz="1600" dirty="0">
                <a:solidFill>
                  <a:srgbClr val="0000FF"/>
                </a:solidFill>
                <a:latin typeface="Consolas" panose="020B0609020204030204" pitchFamily="49" charset="0"/>
              </a:rPr>
              <a:t>class</a:t>
            </a:r>
            <a:r>
              <a:rPr lang="en-GB" sz="1600" dirty="0">
                <a:solidFill>
                  <a:srgbClr val="000000"/>
                </a:solidFill>
                <a:latin typeface="Consolas" panose="020B0609020204030204" pitchFamily="49" charset="0"/>
              </a:rPr>
              <a:t> </a:t>
            </a:r>
            <a:r>
              <a:rPr lang="en-GB" sz="1600" dirty="0">
                <a:solidFill>
                  <a:srgbClr val="2B91AF"/>
                </a:solidFill>
                <a:latin typeface="Consolas" panose="020B0609020204030204" pitchFamily="49" charset="0"/>
              </a:rPr>
              <a:t>Account </a:t>
            </a:r>
            <a:r>
              <a:rPr lang="en-GB" sz="1600" dirty="0">
                <a:solidFill>
                  <a:srgbClr val="000000"/>
                </a:solidFill>
                <a:latin typeface="Consolas" panose="020B0609020204030204" pitchFamily="49" charset="0"/>
              </a:rPr>
              <a:t>{</a:t>
            </a:r>
          </a:p>
          <a:p>
            <a:r>
              <a:rPr lang="en-GB" sz="1600" dirty="0">
                <a:solidFill>
                  <a:srgbClr val="000000"/>
                </a:solidFill>
                <a:latin typeface="Consolas" panose="020B0609020204030204" pitchFamily="49" charset="0"/>
              </a:rPr>
              <a:t>    internal Account()  {</a:t>
            </a:r>
          </a:p>
          <a:p>
            <a:r>
              <a:rPr lang="en-GB" sz="1600" dirty="0">
                <a:solidFill>
                  <a:srgbClr val="000000"/>
                </a:solidFill>
                <a:latin typeface="Consolas" panose="020B0609020204030204" pitchFamily="49" charset="0"/>
              </a:rPr>
              <a:t>    }</a:t>
            </a:r>
          </a:p>
          <a:p>
            <a:r>
              <a:rPr lang="en-GB" sz="1600" dirty="0">
                <a:solidFill>
                  <a:srgbClr val="000000"/>
                </a:solidFill>
                <a:latin typeface="Consolas" panose="020B0609020204030204" pitchFamily="49" charset="0"/>
              </a:rPr>
              <a:t>}</a:t>
            </a:r>
          </a:p>
        </p:txBody>
      </p:sp>
      <p:sp>
        <p:nvSpPr>
          <p:cNvPr id="15" name="Rounded Rectangular Callout 14"/>
          <p:cNvSpPr/>
          <p:nvPr/>
        </p:nvSpPr>
        <p:spPr>
          <a:xfrm>
            <a:off x="4070644" y="3155005"/>
            <a:ext cx="2919436" cy="780244"/>
          </a:xfrm>
          <a:prstGeom prst="wedgeRoundRectCallout">
            <a:avLst>
              <a:gd name="adj1" fmla="val -56782"/>
              <a:gd name="adj2" fmla="val 34410"/>
              <a:gd name="adj3" fmla="val 16667"/>
            </a:avLst>
          </a:prstGeom>
          <a:solidFill>
            <a:schemeClr val="accent1">
              <a:lumMod val="20000"/>
              <a:lumOff val="80000"/>
            </a:schemeClr>
          </a:solidFill>
          <a:ln w="19050">
            <a:noFill/>
          </a:ln>
          <a:effectLst>
            <a:outerShdw blurRad="50800" dist="38100" algn="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600" dirty="0">
                <a:solidFill>
                  <a:srgbClr val="004050"/>
                </a:solidFill>
              </a:rPr>
              <a:t>Constructor is only visible inside the assembly</a:t>
            </a:r>
          </a:p>
        </p:txBody>
      </p:sp>
    </p:spTree>
    <p:extLst>
      <p:ext uri="{BB962C8B-B14F-4D97-AF65-F5344CB8AC3E}">
        <p14:creationId xmlns:p14="http://schemas.microsoft.com/office/powerpoint/2010/main" val="16863327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par>
                                <p:cTn id="8" presetID="10" presetClass="entr" presetSubtype="0" fill="hold"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500"/>
                                        <p:tgtEl>
                                          <p:spTgt spid="8"/>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animEffect transition="in" filter="fade">
                                      <p:cBhvr>
                                        <p:cTn id="13"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10"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8" name="Rectangle 2"/>
          <p:cNvSpPr>
            <a:spLocks noGrp="1" noChangeArrowheads="1"/>
          </p:cNvSpPr>
          <p:nvPr>
            <p:ph type="title"/>
          </p:nvPr>
        </p:nvSpPr>
        <p:spPr/>
        <p:txBody>
          <a:bodyPr/>
          <a:lstStyle/>
          <a:p>
            <a:pPr eaLnBrk="1" hangingPunct="1"/>
            <a:r>
              <a:rPr lang="en-GB"/>
              <a:t>More on static Members</a:t>
            </a:r>
          </a:p>
        </p:txBody>
      </p:sp>
      <p:sp>
        <p:nvSpPr>
          <p:cNvPr id="9219" name="Rectangle 3"/>
          <p:cNvSpPr>
            <a:spLocks noGrp="1" noChangeArrowheads="1"/>
          </p:cNvSpPr>
          <p:nvPr>
            <p:ph idx="1"/>
          </p:nvPr>
        </p:nvSpPr>
        <p:spPr>
          <a:xfrm>
            <a:off x="341273" y="1591931"/>
            <a:ext cx="6262727" cy="2779998"/>
          </a:xfrm>
        </p:spPr>
        <p:txBody>
          <a:bodyPr vert="horz" lIns="0" tIns="0" rIns="0" bIns="0" rtlCol="0" anchor="t" anchorCtr="0">
            <a:noAutofit/>
          </a:bodyPr>
          <a:lstStyle/>
          <a:p>
            <a:pPr marL="342900" indent="-342900">
              <a:spcAft>
                <a:spcPts val="300"/>
              </a:spcAft>
              <a:buFont typeface="Arial" panose="020B0604020202020204" pitchFamily="34" charset="0"/>
              <a:buChar char="•"/>
            </a:pPr>
            <a:r>
              <a:rPr lang="en-GB" b="1" dirty="0"/>
              <a:t>Can access other static members</a:t>
            </a:r>
            <a:br>
              <a:rPr lang="en-GB" b="1" dirty="0"/>
            </a:br>
            <a:endParaRPr lang="en-GB" b="1" dirty="0"/>
          </a:p>
          <a:p>
            <a:pPr marL="342900" indent="-342900">
              <a:spcAft>
                <a:spcPts val="300"/>
              </a:spcAft>
              <a:buFont typeface="Arial" panose="020B0604020202020204" pitchFamily="34" charset="0"/>
              <a:buChar char="•"/>
            </a:pPr>
            <a:r>
              <a:rPr lang="en-GB" b="1" dirty="0"/>
              <a:t>Cannot access instance member</a:t>
            </a:r>
          </a:p>
          <a:p>
            <a:pPr marL="684000" lvl="1" indent="-342900">
              <a:buSzPct val="115000"/>
              <a:buFont typeface="Arial" panose="020B0604020202020204" pitchFamily="34" charset="0"/>
              <a:buChar char="•"/>
            </a:pPr>
            <a:r>
              <a:rPr lang="en-GB" i="1" dirty="0"/>
              <a:t>Can</a:t>
            </a:r>
            <a:r>
              <a:rPr lang="en-GB" dirty="0"/>
              <a:t> only access by using an </a:t>
            </a:r>
            <a:br>
              <a:rPr lang="en-GB" dirty="0"/>
            </a:br>
            <a:r>
              <a:rPr lang="en-GB" dirty="0"/>
              <a:t>object reference</a:t>
            </a:r>
            <a:br>
              <a:rPr lang="en-GB" dirty="0"/>
            </a:br>
            <a:endParaRPr lang="en-GB" dirty="0"/>
          </a:p>
          <a:p>
            <a:pPr marL="328400" indent="-342900">
              <a:buFont typeface="Arial" panose="020B0604020202020204" pitchFamily="34" charset="0"/>
              <a:buChar char="•"/>
            </a:pPr>
            <a:r>
              <a:rPr lang="en-GB" b="1" dirty="0"/>
              <a:t>Instance methods can call </a:t>
            </a:r>
            <a:br>
              <a:rPr lang="en-GB" b="1" dirty="0"/>
            </a:br>
            <a:r>
              <a:rPr lang="en-GB" b="1" dirty="0"/>
              <a:t>static methods and use static fields</a:t>
            </a:r>
          </a:p>
        </p:txBody>
      </p:sp>
      <p:sp>
        <p:nvSpPr>
          <p:cNvPr id="859140" name="Rectangle 4"/>
          <p:cNvSpPr>
            <a:spLocks noChangeArrowheads="1"/>
          </p:cNvSpPr>
          <p:nvPr/>
        </p:nvSpPr>
        <p:spPr bwMode="auto">
          <a:xfrm>
            <a:off x="5976550" y="1520811"/>
            <a:ext cx="5514410" cy="4798750"/>
          </a:xfrm>
          <a:prstGeom prst="rect">
            <a:avLst/>
          </a:prstGeom>
          <a:solidFill>
            <a:schemeClr val="accent5">
              <a:lumMod val="20000"/>
              <a:lumOff val="80000"/>
            </a:schemeClr>
          </a:solidFill>
          <a:ln w="19050">
            <a:noFill/>
            <a:miter lim="800000"/>
            <a:headEnd/>
            <a:tailEnd/>
          </a:ln>
          <a:effectLst>
            <a:outerShdw blurRad="50800" dist="38100" algn="l" rotWithShape="0">
              <a:prstClr val="black">
                <a:alpha val="40000"/>
              </a:prstClr>
            </a:outerShdw>
          </a:effectLst>
        </p:spPr>
        <p:txBody>
          <a:bodyPr wrap="square" lIns="90488" tIns="44450" rIns="90488" bIns="44450">
            <a:spAutoFit/>
          </a:bodyPr>
          <a:lstStyle/>
          <a:p>
            <a:pPr defTabSz="739775" eaLnBrk="0" hangingPunct="0">
              <a:tabLst>
                <a:tab pos="341313" algn="l"/>
                <a:tab pos="690563" algn="l"/>
                <a:tab pos="1030288" algn="l"/>
                <a:tab pos="1371600" algn="l"/>
              </a:tabLst>
              <a:defRPr/>
            </a:pPr>
            <a:r>
              <a:rPr lang="en-GB" dirty="0">
                <a:solidFill>
                  <a:srgbClr val="0000C8"/>
                </a:solidFill>
                <a:latin typeface="Lucida Console" pitchFamily="49" charset="0"/>
              </a:rPr>
              <a:t>public class </a:t>
            </a:r>
            <a:r>
              <a:rPr lang="en-GB" dirty="0">
                <a:solidFill>
                  <a:srgbClr val="000000"/>
                </a:solidFill>
                <a:latin typeface="Lucida Console" pitchFamily="49" charset="0"/>
              </a:rPr>
              <a:t>Car {</a:t>
            </a:r>
          </a:p>
          <a:p>
            <a:pPr defTabSz="739775" eaLnBrk="0" hangingPunct="0">
              <a:tabLst>
                <a:tab pos="341313" algn="l"/>
                <a:tab pos="690563" algn="l"/>
                <a:tab pos="1030288" algn="l"/>
                <a:tab pos="1371600" algn="l"/>
              </a:tabLst>
              <a:defRPr/>
            </a:pPr>
            <a:r>
              <a:rPr lang="en-GB" dirty="0">
                <a:solidFill>
                  <a:srgbClr val="000000"/>
                </a:solidFill>
                <a:latin typeface="Lucida Console" pitchFamily="49" charset="0"/>
              </a:rPr>
              <a:t>  </a:t>
            </a:r>
            <a:r>
              <a:rPr lang="en-GB" dirty="0">
                <a:solidFill>
                  <a:srgbClr val="0000C8"/>
                </a:solidFill>
                <a:latin typeface="Lucida Console" pitchFamily="49" charset="0"/>
              </a:rPr>
              <a:t>private </a:t>
            </a:r>
            <a:r>
              <a:rPr lang="en-GB" dirty="0">
                <a:latin typeface="Lucida Console" pitchFamily="49" charset="0"/>
              </a:rPr>
              <a:t>String</a:t>
            </a:r>
            <a:r>
              <a:rPr lang="en-GB" dirty="0">
                <a:solidFill>
                  <a:srgbClr val="000000"/>
                </a:solidFill>
                <a:latin typeface="Lucida Console" pitchFamily="49" charset="0"/>
              </a:rPr>
              <a:t> make, owner;</a:t>
            </a:r>
            <a:br>
              <a:rPr lang="en-GB" dirty="0">
                <a:solidFill>
                  <a:srgbClr val="000000"/>
                </a:solidFill>
                <a:latin typeface="Lucida Console" pitchFamily="49" charset="0"/>
              </a:rPr>
            </a:br>
            <a:endParaRPr lang="en-GB" dirty="0">
              <a:solidFill>
                <a:srgbClr val="000000"/>
              </a:solidFill>
              <a:latin typeface="Lucida Console" pitchFamily="49" charset="0"/>
            </a:endParaRPr>
          </a:p>
          <a:p>
            <a:pPr defTabSz="739775" eaLnBrk="0" hangingPunct="0">
              <a:tabLst>
                <a:tab pos="341313" algn="l"/>
                <a:tab pos="690563" algn="l"/>
                <a:tab pos="1030288" algn="l"/>
                <a:tab pos="1371600" algn="l"/>
              </a:tabLst>
              <a:defRPr/>
            </a:pPr>
            <a:r>
              <a:rPr lang="en-GB" dirty="0">
                <a:solidFill>
                  <a:srgbClr val="000000"/>
                </a:solidFill>
                <a:latin typeface="Lucida Console" pitchFamily="49" charset="0"/>
              </a:rPr>
              <a:t>  </a:t>
            </a:r>
            <a:r>
              <a:rPr lang="en-GB" dirty="0">
                <a:solidFill>
                  <a:srgbClr val="0000CC"/>
                </a:solidFill>
                <a:latin typeface="Lucida Console" pitchFamily="49" charset="0"/>
              </a:rPr>
              <a:t>public</a:t>
            </a:r>
            <a:r>
              <a:rPr lang="en-GB" dirty="0">
                <a:solidFill>
                  <a:srgbClr val="000000"/>
                </a:solidFill>
                <a:latin typeface="Lucida Console" pitchFamily="49" charset="0"/>
              </a:rPr>
              <a:t> Car(</a:t>
            </a:r>
            <a:r>
              <a:rPr lang="en-GB" dirty="0">
                <a:latin typeface="Lucida Console" pitchFamily="49" charset="0"/>
              </a:rPr>
              <a:t>String</a:t>
            </a:r>
            <a:r>
              <a:rPr lang="en-GB" dirty="0">
                <a:solidFill>
                  <a:srgbClr val="000000"/>
                </a:solidFill>
                <a:latin typeface="Lucida Console" pitchFamily="49" charset="0"/>
              </a:rPr>
              <a:t> make) { </a:t>
            </a:r>
          </a:p>
          <a:p>
            <a:pPr defTabSz="739775" eaLnBrk="0" hangingPunct="0">
              <a:tabLst>
                <a:tab pos="341313" algn="l"/>
                <a:tab pos="690563" algn="l"/>
                <a:tab pos="1030288" algn="l"/>
                <a:tab pos="1371600" algn="l"/>
              </a:tabLst>
              <a:defRPr/>
            </a:pPr>
            <a:r>
              <a:rPr lang="en-GB" dirty="0">
                <a:solidFill>
                  <a:srgbClr val="000000"/>
                </a:solidFill>
                <a:latin typeface="Lucida Console" pitchFamily="49" charset="0"/>
              </a:rPr>
              <a:t>	  </a:t>
            </a:r>
            <a:r>
              <a:rPr lang="en-GB" dirty="0" err="1">
                <a:solidFill>
                  <a:srgbClr val="0000CC"/>
                </a:solidFill>
                <a:latin typeface="Lucida Console" pitchFamily="49" charset="0"/>
              </a:rPr>
              <a:t>this</a:t>
            </a:r>
            <a:r>
              <a:rPr lang="en-GB" dirty="0" err="1">
                <a:solidFill>
                  <a:srgbClr val="000000"/>
                </a:solidFill>
                <a:latin typeface="Lucida Console" pitchFamily="49" charset="0"/>
              </a:rPr>
              <a:t>.make</a:t>
            </a:r>
            <a:r>
              <a:rPr lang="en-GB" dirty="0">
                <a:solidFill>
                  <a:srgbClr val="000000"/>
                </a:solidFill>
                <a:latin typeface="Lucida Console" pitchFamily="49" charset="0"/>
              </a:rPr>
              <a:t> = make; </a:t>
            </a:r>
          </a:p>
          <a:p>
            <a:pPr defTabSz="739775" eaLnBrk="0" hangingPunct="0">
              <a:tabLst>
                <a:tab pos="341313" algn="l"/>
                <a:tab pos="690563" algn="l"/>
                <a:tab pos="1030288" algn="l"/>
                <a:tab pos="1371600" algn="l"/>
              </a:tabLst>
              <a:defRPr/>
            </a:pPr>
            <a:r>
              <a:rPr lang="en-GB" dirty="0">
                <a:solidFill>
                  <a:srgbClr val="000000"/>
                </a:solidFill>
                <a:latin typeface="Lucida Console" pitchFamily="49" charset="0"/>
              </a:rPr>
              <a:t>  }</a:t>
            </a:r>
          </a:p>
          <a:p>
            <a:pPr defTabSz="739775" eaLnBrk="0" hangingPunct="0">
              <a:tabLst>
                <a:tab pos="341313" algn="l"/>
                <a:tab pos="690563" algn="l"/>
                <a:tab pos="1030288" algn="l"/>
                <a:tab pos="1371600" algn="l"/>
              </a:tabLst>
              <a:defRPr/>
            </a:pPr>
            <a:endParaRPr lang="en-GB" dirty="0">
              <a:solidFill>
                <a:srgbClr val="0000C8"/>
              </a:solidFill>
              <a:latin typeface="Lucida Console" pitchFamily="49" charset="0"/>
            </a:endParaRPr>
          </a:p>
          <a:p>
            <a:pPr defTabSz="739775" eaLnBrk="0" hangingPunct="0">
              <a:tabLst>
                <a:tab pos="341313" algn="l"/>
                <a:tab pos="690563" algn="l"/>
                <a:tab pos="1030288" algn="l"/>
                <a:tab pos="1371600" algn="l"/>
              </a:tabLst>
              <a:defRPr/>
            </a:pPr>
            <a:r>
              <a:rPr lang="en-GB" dirty="0">
                <a:solidFill>
                  <a:srgbClr val="0000C8"/>
                </a:solidFill>
                <a:latin typeface="Lucida Console" pitchFamily="49" charset="0"/>
              </a:rPr>
              <a:t>  public static </a:t>
            </a:r>
            <a:r>
              <a:rPr lang="en-GB" dirty="0">
                <a:solidFill>
                  <a:srgbClr val="000000"/>
                </a:solidFill>
                <a:latin typeface="Lucida Console" pitchFamily="49" charset="0"/>
              </a:rPr>
              <a:t>Car</a:t>
            </a:r>
            <a:r>
              <a:rPr lang="en-GB" dirty="0">
                <a:solidFill>
                  <a:srgbClr val="0000C8"/>
                </a:solidFill>
                <a:latin typeface="Lucida Console" pitchFamily="49" charset="0"/>
              </a:rPr>
              <a:t> </a:t>
            </a:r>
            <a:r>
              <a:rPr lang="en-GB" dirty="0" err="1">
                <a:solidFill>
                  <a:srgbClr val="000000"/>
                </a:solidFill>
                <a:latin typeface="Lucida Console" pitchFamily="49" charset="0"/>
              </a:rPr>
              <a:t>makeBMW</a:t>
            </a:r>
            <a:r>
              <a:rPr lang="en-GB" dirty="0">
                <a:solidFill>
                  <a:srgbClr val="000000"/>
                </a:solidFill>
                <a:latin typeface="Lucida Console" pitchFamily="49" charset="0"/>
              </a:rPr>
              <a:t>() {</a:t>
            </a:r>
          </a:p>
          <a:p>
            <a:pPr defTabSz="739775" eaLnBrk="0" hangingPunct="0">
              <a:tabLst>
                <a:tab pos="341313" algn="l"/>
                <a:tab pos="690563" algn="l"/>
                <a:tab pos="1030288" algn="l"/>
                <a:tab pos="1371600" algn="l"/>
              </a:tabLst>
              <a:defRPr/>
            </a:pPr>
            <a:r>
              <a:rPr lang="en-GB" dirty="0">
                <a:solidFill>
                  <a:srgbClr val="000000"/>
                </a:solidFill>
                <a:latin typeface="Lucida Console" pitchFamily="49" charset="0"/>
              </a:rPr>
              <a:t>    Car </a:t>
            </a:r>
            <a:r>
              <a:rPr lang="en-GB" dirty="0" err="1">
                <a:solidFill>
                  <a:srgbClr val="000000"/>
                </a:solidFill>
                <a:latin typeface="Lucida Console" pitchFamily="49" charset="0"/>
              </a:rPr>
              <a:t>aCar</a:t>
            </a:r>
            <a:r>
              <a:rPr lang="en-GB" dirty="0">
                <a:solidFill>
                  <a:srgbClr val="000000"/>
                </a:solidFill>
                <a:latin typeface="Lucida Console" pitchFamily="49" charset="0"/>
              </a:rPr>
              <a:t> = </a:t>
            </a:r>
            <a:r>
              <a:rPr lang="en-GB" dirty="0">
                <a:solidFill>
                  <a:srgbClr val="0000C8"/>
                </a:solidFill>
                <a:latin typeface="Lucida Console" pitchFamily="49" charset="0"/>
              </a:rPr>
              <a:t>new</a:t>
            </a:r>
            <a:r>
              <a:rPr lang="en-GB" dirty="0">
                <a:solidFill>
                  <a:srgbClr val="000000"/>
                </a:solidFill>
                <a:latin typeface="Lucida Console" pitchFamily="49" charset="0"/>
              </a:rPr>
              <a:t> Car("BMW");</a:t>
            </a:r>
          </a:p>
          <a:p>
            <a:pPr defTabSz="739775" eaLnBrk="0" hangingPunct="0">
              <a:tabLst>
                <a:tab pos="341313" algn="l"/>
                <a:tab pos="690563" algn="l"/>
                <a:tab pos="1030288" algn="l"/>
                <a:tab pos="1371600" algn="l"/>
              </a:tabLst>
              <a:defRPr/>
            </a:pPr>
            <a:r>
              <a:rPr lang="en-GB" dirty="0">
                <a:solidFill>
                  <a:srgbClr val="000000"/>
                </a:solidFill>
                <a:latin typeface="Lucida Console" pitchFamily="49" charset="0"/>
              </a:rPr>
              <a:t>    </a:t>
            </a:r>
            <a:r>
              <a:rPr lang="en-GB" dirty="0" err="1">
                <a:solidFill>
                  <a:srgbClr val="FF0000"/>
                </a:solidFill>
                <a:latin typeface="Lucida Console" pitchFamily="49" charset="0"/>
              </a:rPr>
              <a:t>aCar.setOwner</a:t>
            </a:r>
            <a:r>
              <a:rPr lang="en-GB" dirty="0">
                <a:latin typeface="Lucida Console" pitchFamily="49" charset="0"/>
              </a:rPr>
              <a:t>(</a:t>
            </a:r>
            <a:r>
              <a:rPr lang="en-GB" dirty="0">
                <a:solidFill>
                  <a:srgbClr val="000000"/>
                </a:solidFill>
                <a:latin typeface="Lucida Console" pitchFamily="49" charset="0"/>
              </a:rPr>
              <a:t>“Tom“);</a:t>
            </a:r>
          </a:p>
          <a:p>
            <a:pPr defTabSz="739775" eaLnBrk="0" hangingPunct="0">
              <a:tabLst>
                <a:tab pos="341313" algn="l"/>
                <a:tab pos="690563" algn="l"/>
                <a:tab pos="1030288" algn="l"/>
                <a:tab pos="1371600" algn="l"/>
              </a:tabLst>
              <a:defRPr/>
            </a:pPr>
            <a:r>
              <a:rPr lang="en-GB" dirty="0">
                <a:solidFill>
                  <a:srgbClr val="0000C8"/>
                </a:solidFill>
                <a:latin typeface="Lucida Console" pitchFamily="49" charset="0"/>
              </a:rPr>
              <a:t>    return</a:t>
            </a:r>
            <a:r>
              <a:rPr lang="en-GB" dirty="0">
                <a:solidFill>
                  <a:srgbClr val="000000"/>
                </a:solidFill>
                <a:latin typeface="Lucida Console" pitchFamily="49" charset="0"/>
              </a:rPr>
              <a:t> </a:t>
            </a:r>
            <a:r>
              <a:rPr lang="en-GB" dirty="0" err="1">
                <a:solidFill>
                  <a:srgbClr val="000000"/>
                </a:solidFill>
                <a:latin typeface="Lucida Console" pitchFamily="49" charset="0"/>
              </a:rPr>
              <a:t>aCar</a:t>
            </a:r>
            <a:r>
              <a:rPr lang="en-GB" dirty="0">
                <a:solidFill>
                  <a:srgbClr val="000000"/>
                </a:solidFill>
                <a:latin typeface="Lucida Console" pitchFamily="49" charset="0"/>
              </a:rPr>
              <a:t>;</a:t>
            </a:r>
          </a:p>
          <a:p>
            <a:pPr defTabSz="739775" eaLnBrk="0" hangingPunct="0">
              <a:tabLst>
                <a:tab pos="341313" algn="l"/>
                <a:tab pos="690563" algn="l"/>
                <a:tab pos="1030288" algn="l"/>
                <a:tab pos="1371600" algn="l"/>
              </a:tabLst>
              <a:defRPr/>
            </a:pPr>
            <a:r>
              <a:rPr lang="en-GB" dirty="0">
                <a:solidFill>
                  <a:srgbClr val="000000"/>
                </a:solidFill>
                <a:latin typeface="Lucida Console" pitchFamily="49" charset="0"/>
              </a:rPr>
              <a:t>  }</a:t>
            </a:r>
            <a:br>
              <a:rPr lang="en-GB" dirty="0">
                <a:solidFill>
                  <a:srgbClr val="000000"/>
                </a:solidFill>
                <a:latin typeface="Lucida Console" pitchFamily="49" charset="0"/>
              </a:rPr>
            </a:br>
            <a:r>
              <a:rPr lang="en-GB" dirty="0">
                <a:solidFill>
                  <a:srgbClr val="000000"/>
                </a:solidFill>
                <a:latin typeface="Lucida Console" pitchFamily="49" charset="0"/>
              </a:rPr>
              <a:t>  </a:t>
            </a:r>
            <a:r>
              <a:rPr lang="en-GB" dirty="0">
                <a:solidFill>
                  <a:srgbClr val="0000C8"/>
                </a:solidFill>
                <a:latin typeface="Lucida Console" pitchFamily="49" charset="0"/>
              </a:rPr>
              <a:t>public void </a:t>
            </a:r>
            <a:r>
              <a:rPr lang="en-GB" dirty="0" err="1">
                <a:solidFill>
                  <a:srgbClr val="000000"/>
                </a:solidFill>
                <a:latin typeface="Lucida Console" pitchFamily="49" charset="0"/>
              </a:rPr>
              <a:t>setOwner</a:t>
            </a:r>
            <a:r>
              <a:rPr lang="en-GB" dirty="0">
                <a:solidFill>
                  <a:srgbClr val="000000"/>
                </a:solidFill>
                <a:latin typeface="Lucida Console" pitchFamily="49" charset="0"/>
              </a:rPr>
              <a:t>(string owner) {</a:t>
            </a:r>
            <a:br>
              <a:rPr lang="en-GB" dirty="0">
                <a:solidFill>
                  <a:srgbClr val="000000"/>
                </a:solidFill>
                <a:latin typeface="Lucida Console" pitchFamily="49" charset="0"/>
              </a:rPr>
            </a:br>
            <a:r>
              <a:rPr lang="en-GB" dirty="0">
                <a:solidFill>
                  <a:srgbClr val="000000"/>
                </a:solidFill>
                <a:latin typeface="Lucida Console" pitchFamily="49" charset="0"/>
              </a:rPr>
              <a:t>    </a:t>
            </a:r>
            <a:r>
              <a:rPr lang="en-GB" dirty="0" err="1">
                <a:solidFill>
                  <a:srgbClr val="0000C8"/>
                </a:solidFill>
                <a:latin typeface="Lucida Console" pitchFamily="49" charset="0"/>
              </a:rPr>
              <a:t>this</a:t>
            </a:r>
            <a:r>
              <a:rPr lang="en-GB" dirty="0" err="1">
                <a:solidFill>
                  <a:srgbClr val="000000"/>
                </a:solidFill>
                <a:latin typeface="Lucida Console" pitchFamily="49" charset="0"/>
              </a:rPr>
              <a:t>.owner</a:t>
            </a:r>
            <a:r>
              <a:rPr lang="en-GB" dirty="0">
                <a:solidFill>
                  <a:srgbClr val="000000"/>
                </a:solidFill>
                <a:latin typeface="Lucida Console" pitchFamily="49" charset="0"/>
              </a:rPr>
              <a:t> = owner;</a:t>
            </a:r>
            <a:br>
              <a:rPr lang="en-GB" dirty="0">
                <a:solidFill>
                  <a:srgbClr val="000000"/>
                </a:solidFill>
                <a:latin typeface="Lucida Console" pitchFamily="49" charset="0"/>
              </a:rPr>
            </a:br>
            <a:r>
              <a:rPr lang="en-GB" dirty="0">
                <a:solidFill>
                  <a:srgbClr val="000000"/>
                </a:solidFill>
                <a:latin typeface="Lucida Console" pitchFamily="49" charset="0"/>
              </a:rPr>
              <a:t>  }</a:t>
            </a:r>
          </a:p>
          <a:p>
            <a:pPr defTabSz="739775" eaLnBrk="0" hangingPunct="0">
              <a:tabLst>
                <a:tab pos="341313" algn="l"/>
                <a:tab pos="690563" algn="l"/>
                <a:tab pos="1030288" algn="l"/>
                <a:tab pos="1371600" algn="l"/>
              </a:tabLst>
              <a:defRPr/>
            </a:pPr>
            <a:r>
              <a:rPr lang="en-GB" dirty="0">
                <a:solidFill>
                  <a:srgbClr val="000000"/>
                </a:solidFill>
                <a:latin typeface="Lucida Console" pitchFamily="49" charset="0"/>
              </a:rPr>
              <a:t>	...</a:t>
            </a:r>
          </a:p>
          <a:p>
            <a:pPr defTabSz="739775" eaLnBrk="0" hangingPunct="0">
              <a:tabLst>
                <a:tab pos="341313" algn="l"/>
                <a:tab pos="690563" algn="l"/>
                <a:tab pos="1030288" algn="l"/>
                <a:tab pos="1371600" algn="l"/>
              </a:tabLst>
              <a:defRPr/>
            </a:pPr>
            <a:r>
              <a:rPr lang="en-GB" dirty="0">
                <a:solidFill>
                  <a:srgbClr val="000000"/>
                </a:solidFill>
                <a:latin typeface="Lucida Console" pitchFamily="49" charset="0"/>
              </a:rPr>
              <a:t>}</a:t>
            </a:r>
          </a:p>
        </p:txBody>
      </p:sp>
    </p:spTree>
    <p:extLst>
      <p:ext uri="{BB962C8B-B14F-4D97-AF65-F5344CB8AC3E}">
        <p14:creationId xmlns:p14="http://schemas.microsoft.com/office/powerpoint/2010/main" val="353087622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2" name="Rectangle 2"/>
          <p:cNvSpPr>
            <a:spLocks noGrp="1" noChangeArrowheads="1"/>
          </p:cNvSpPr>
          <p:nvPr>
            <p:ph type="title"/>
          </p:nvPr>
        </p:nvSpPr>
        <p:spPr>
          <a:xfrm>
            <a:off x="329811" y="562058"/>
            <a:ext cx="11517818" cy="805001"/>
          </a:xfrm>
        </p:spPr>
        <p:txBody>
          <a:bodyPr/>
          <a:lstStyle/>
          <a:p>
            <a:pPr eaLnBrk="1" hangingPunct="1"/>
            <a:r>
              <a:rPr lang="en-GB" dirty="0"/>
              <a:t>C# static initialiser block(s)</a:t>
            </a:r>
          </a:p>
        </p:txBody>
      </p:sp>
      <p:sp>
        <p:nvSpPr>
          <p:cNvPr id="10243" name="Rectangle 3"/>
          <p:cNvSpPr>
            <a:spLocks noGrp="1" noChangeArrowheads="1"/>
          </p:cNvSpPr>
          <p:nvPr>
            <p:ph idx="1"/>
          </p:nvPr>
        </p:nvSpPr>
        <p:spPr>
          <a:xfrm>
            <a:off x="341272" y="1368256"/>
            <a:ext cx="11647527" cy="2778113"/>
          </a:xfrm>
        </p:spPr>
        <p:txBody>
          <a:bodyPr vert="horz" lIns="0" tIns="0" rIns="0" bIns="0" rtlCol="0" anchor="t" anchorCtr="0">
            <a:noAutofit/>
          </a:bodyPr>
          <a:lstStyle/>
          <a:p>
            <a:pPr marL="342900" indent="-342900">
              <a:buFont typeface="Arial" panose="020B0604020202020204" pitchFamily="34" charset="0"/>
              <a:buChar char="•"/>
            </a:pPr>
            <a:r>
              <a:rPr lang="en-GB" b="1" dirty="0"/>
              <a:t>You can create a static constructor with no parameter or access modifiers</a:t>
            </a:r>
          </a:p>
          <a:p>
            <a:pPr marL="1026000" lvl="2" indent="-342900">
              <a:buSzPct val="115000"/>
              <a:buFont typeface="Arial" panose="020B0604020202020204" pitchFamily="34" charset="0"/>
              <a:buChar char="•"/>
            </a:pPr>
            <a:r>
              <a:rPr lang="en-GB" dirty="0"/>
              <a:t>Invoked on first access to any of the type's members</a:t>
            </a:r>
          </a:p>
          <a:p>
            <a:pPr marL="1026000" lvl="2" indent="-342900">
              <a:buSzPct val="115000"/>
              <a:buFont typeface="Arial" panose="020B0604020202020204" pitchFamily="34" charset="0"/>
              <a:buChar char="•"/>
            </a:pPr>
            <a:r>
              <a:rPr lang="en-GB" dirty="0"/>
              <a:t>Runs before any methods are invoked or objects created</a:t>
            </a:r>
          </a:p>
          <a:p>
            <a:pPr marL="1026000" lvl="2" indent="-342900">
              <a:buSzPct val="115000"/>
              <a:buFont typeface="Arial" panose="020B0604020202020204" pitchFamily="34" charset="0"/>
              <a:buChar char="•"/>
            </a:pPr>
            <a:r>
              <a:rPr lang="en-GB" dirty="0"/>
              <a:t>Used to do non-trivial initialisation of static fields</a:t>
            </a:r>
          </a:p>
        </p:txBody>
      </p:sp>
      <p:sp>
        <p:nvSpPr>
          <p:cNvPr id="902148" name="Rectangle 4"/>
          <p:cNvSpPr>
            <a:spLocks noChangeArrowheads="1"/>
          </p:cNvSpPr>
          <p:nvPr/>
        </p:nvSpPr>
        <p:spPr bwMode="auto">
          <a:xfrm>
            <a:off x="1417555" y="3128950"/>
            <a:ext cx="8935485" cy="3413755"/>
          </a:xfrm>
          <a:prstGeom prst="rect">
            <a:avLst/>
          </a:prstGeom>
          <a:solidFill>
            <a:schemeClr val="accent5">
              <a:lumMod val="20000"/>
              <a:lumOff val="80000"/>
            </a:schemeClr>
          </a:solidFill>
          <a:ln w="19050">
            <a:noFill/>
            <a:miter lim="800000"/>
            <a:headEnd/>
            <a:tailEnd/>
          </a:ln>
          <a:effectLst>
            <a:outerShdw blurRad="50800" dist="38100" algn="l" rotWithShape="0">
              <a:prstClr val="black">
                <a:alpha val="40000"/>
              </a:prstClr>
            </a:outerShdw>
          </a:effectLst>
        </p:spPr>
        <p:txBody>
          <a:bodyPr wrap="square" lIns="90488" tIns="44450" rIns="90488" bIns="44450">
            <a:spAutoFit/>
          </a:bodyPr>
          <a:lstStyle/>
          <a:p>
            <a:pPr defTabSz="739775" eaLnBrk="0" hangingPunct="0">
              <a:tabLst>
                <a:tab pos="341313" algn="l"/>
                <a:tab pos="690563" algn="l"/>
                <a:tab pos="1030288" algn="l"/>
                <a:tab pos="1371600" algn="l"/>
              </a:tabLst>
              <a:defRPr/>
            </a:pPr>
            <a:r>
              <a:rPr lang="en-GB" dirty="0">
                <a:solidFill>
                  <a:srgbClr val="0000C8"/>
                </a:solidFill>
                <a:latin typeface="Lucida Console" pitchFamily="49" charset="0"/>
              </a:rPr>
              <a:t>public class </a:t>
            </a:r>
            <a:r>
              <a:rPr lang="en-GB" dirty="0">
                <a:solidFill>
                  <a:srgbClr val="000000"/>
                </a:solidFill>
                <a:latin typeface="Lucida Console" pitchFamily="49" charset="0"/>
              </a:rPr>
              <a:t>Car {</a:t>
            </a:r>
          </a:p>
          <a:p>
            <a:pPr defTabSz="739775" eaLnBrk="0" hangingPunct="0">
              <a:tabLst>
                <a:tab pos="341313" algn="l"/>
                <a:tab pos="690563" algn="l"/>
                <a:tab pos="1030288" algn="l"/>
                <a:tab pos="1371600" algn="l"/>
              </a:tabLst>
              <a:defRPr/>
            </a:pPr>
            <a:r>
              <a:rPr lang="en-GB" dirty="0">
                <a:solidFill>
                  <a:srgbClr val="0000C8"/>
                </a:solidFill>
                <a:latin typeface="Lucida Console" pitchFamily="49" charset="0"/>
              </a:rPr>
              <a:t>  static </a:t>
            </a:r>
            <a:r>
              <a:rPr lang="en-GB" dirty="0" err="1">
                <a:solidFill>
                  <a:srgbClr val="000000"/>
                </a:solidFill>
                <a:latin typeface="Lucida Console" pitchFamily="49" charset="0"/>
              </a:rPr>
              <a:t>licenseAgency</a:t>
            </a:r>
            <a:r>
              <a:rPr lang="en-GB" dirty="0">
                <a:solidFill>
                  <a:srgbClr val="0000C8"/>
                </a:solidFill>
                <a:latin typeface="Lucida Console" pitchFamily="49" charset="0"/>
              </a:rPr>
              <a:t> </a:t>
            </a:r>
            <a:r>
              <a:rPr lang="en-GB" dirty="0">
                <a:solidFill>
                  <a:srgbClr val="000000"/>
                </a:solidFill>
                <a:latin typeface="Lucida Console" pitchFamily="49" charset="0"/>
              </a:rPr>
              <a:t>DVLA;</a:t>
            </a:r>
          </a:p>
          <a:p>
            <a:pPr defTabSz="739775" eaLnBrk="0" hangingPunct="0">
              <a:tabLst>
                <a:tab pos="341313" algn="l"/>
                <a:tab pos="690563" algn="l"/>
                <a:tab pos="1030288" algn="l"/>
                <a:tab pos="1371600" algn="l"/>
              </a:tabLst>
              <a:defRPr/>
            </a:pPr>
            <a:endParaRPr lang="en-GB" dirty="0">
              <a:solidFill>
                <a:srgbClr val="0000C8"/>
              </a:solidFill>
              <a:latin typeface="Lucida Console" pitchFamily="49" charset="0"/>
            </a:endParaRPr>
          </a:p>
          <a:p>
            <a:pPr defTabSz="739775" eaLnBrk="0" hangingPunct="0">
              <a:tabLst>
                <a:tab pos="341313" algn="l"/>
                <a:tab pos="690563" algn="l"/>
                <a:tab pos="1030288" algn="l"/>
                <a:tab pos="1371600" algn="l"/>
              </a:tabLst>
              <a:defRPr/>
            </a:pPr>
            <a:r>
              <a:rPr lang="en-GB" dirty="0">
                <a:solidFill>
                  <a:srgbClr val="0000C8"/>
                </a:solidFill>
                <a:latin typeface="Lucida Console" pitchFamily="49" charset="0"/>
              </a:rPr>
              <a:t>  </a:t>
            </a:r>
            <a:r>
              <a:rPr lang="en-GB" dirty="0">
                <a:solidFill>
                  <a:srgbClr val="FF0000"/>
                </a:solidFill>
                <a:latin typeface="Lucida Console" pitchFamily="49" charset="0"/>
              </a:rPr>
              <a:t>static </a:t>
            </a:r>
            <a:r>
              <a:rPr lang="en-GB" dirty="0">
                <a:latin typeface="Lucida Console" pitchFamily="49" charset="0"/>
              </a:rPr>
              <a:t>Car()</a:t>
            </a:r>
            <a:r>
              <a:rPr lang="en-GB" dirty="0">
                <a:solidFill>
                  <a:srgbClr val="FF0000"/>
                </a:solidFill>
                <a:latin typeface="Lucida Console" pitchFamily="49" charset="0"/>
              </a:rPr>
              <a:t> </a:t>
            </a:r>
            <a:r>
              <a:rPr lang="en-GB" dirty="0">
                <a:solidFill>
                  <a:srgbClr val="000000"/>
                </a:solidFill>
                <a:latin typeface="Lucida Console" pitchFamily="49" charset="0"/>
              </a:rPr>
              <a:t>{</a:t>
            </a:r>
            <a:br>
              <a:rPr lang="en-GB" dirty="0">
                <a:solidFill>
                  <a:srgbClr val="000000"/>
                </a:solidFill>
                <a:latin typeface="Lucida Console" pitchFamily="49" charset="0"/>
              </a:rPr>
            </a:br>
            <a:r>
              <a:rPr lang="en-GB" dirty="0">
                <a:solidFill>
                  <a:srgbClr val="000000"/>
                </a:solidFill>
                <a:latin typeface="Lucida Console" pitchFamily="49" charset="0"/>
              </a:rPr>
              <a:t>    </a:t>
            </a:r>
            <a:r>
              <a:rPr lang="en-GB" dirty="0">
                <a:solidFill>
                  <a:srgbClr val="0000C8"/>
                </a:solidFill>
                <a:latin typeface="Lucida Console" pitchFamily="49" charset="0"/>
              </a:rPr>
              <a:t>if</a:t>
            </a:r>
            <a:r>
              <a:rPr lang="en-GB" dirty="0">
                <a:solidFill>
                  <a:srgbClr val="000000"/>
                </a:solidFill>
                <a:latin typeface="Lucida Console" pitchFamily="49" charset="0"/>
              </a:rPr>
              <a:t>(...) DVLA = </a:t>
            </a:r>
            <a:r>
              <a:rPr lang="en-GB" dirty="0">
                <a:solidFill>
                  <a:srgbClr val="0000C8"/>
                </a:solidFill>
                <a:latin typeface="Lucida Console" pitchFamily="49" charset="0"/>
              </a:rPr>
              <a:t>new</a:t>
            </a:r>
            <a:r>
              <a:rPr lang="en-GB" dirty="0">
                <a:solidFill>
                  <a:srgbClr val="000000"/>
                </a:solidFill>
                <a:latin typeface="Lucida Console" pitchFamily="49" charset="0"/>
              </a:rPr>
              <a:t> </a:t>
            </a:r>
            <a:r>
              <a:rPr lang="en-GB" dirty="0" err="1">
                <a:solidFill>
                  <a:srgbClr val="000000"/>
                </a:solidFill>
                <a:latin typeface="Lucida Console" pitchFamily="49" charset="0"/>
              </a:rPr>
              <a:t>LicenseAgency</a:t>
            </a:r>
            <a:r>
              <a:rPr lang="en-GB" dirty="0">
                <a:solidFill>
                  <a:srgbClr val="000000"/>
                </a:solidFill>
                <a:latin typeface="Lucida Console" pitchFamily="49" charset="0"/>
              </a:rPr>
              <a:t>( ... );</a:t>
            </a:r>
          </a:p>
          <a:p>
            <a:pPr defTabSz="739775" eaLnBrk="0" hangingPunct="0">
              <a:tabLst>
                <a:tab pos="341313" algn="l"/>
                <a:tab pos="690563" algn="l"/>
                <a:tab pos="1030288" algn="l"/>
                <a:tab pos="1371600" algn="l"/>
              </a:tabLst>
              <a:defRPr/>
            </a:pPr>
            <a:r>
              <a:rPr lang="en-GB" dirty="0">
                <a:solidFill>
                  <a:srgbClr val="000000"/>
                </a:solidFill>
                <a:latin typeface="Lucida Console" pitchFamily="49" charset="0"/>
              </a:rPr>
              <a:t>  }</a:t>
            </a:r>
          </a:p>
          <a:p>
            <a:pPr defTabSz="739775" eaLnBrk="0" hangingPunct="0">
              <a:tabLst>
                <a:tab pos="341313" algn="l"/>
                <a:tab pos="690563" algn="l"/>
                <a:tab pos="1030288" algn="l"/>
                <a:tab pos="1371600" algn="l"/>
              </a:tabLst>
              <a:defRPr/>
            </a:pPr>
            <a:br>
              <a:rPr lang="en-GB" dirty="0">
                <a:solidFill>
                  <a:srgbClr val="000000"/>
                </a:solidFill>
                <a:latin typeface="Lucida Console" pitchFamily="49" charset="0"/>
              </a:rPr>
            </a:br>
            <a:r>
              <a:rPr lang="en-GB" dirty="0">
                <a:solidFill>
                  <a:srgbClr val="000000"/>
                </a:solidFill>
                <a:latin typeface="Lucida Console" pitchFamily="49" charset="0"/>
              </a:rPr>
              <a:t>  </a:t>
            </a:r>
            <a:r>
              <a:rPr lang="en-GB" dirty="0">
                <a:solidFill>
                  <a:srgbClr val="0000C8"/>
                </a:solidFill>
                <a:latin typeface="Lucida Console" pitchFamily="49" charset="0"/>
              </a:rPr>
              <a:t>public static void </a:t>
            </a:r>
            <a:r>
              <a:rPr lang="en-GB" dirty="0" err="1">
                <a:solidFill>
                  <a:srgbClr val="000000"/>
                </a:solidFill>
                <a:latin typeface="Lucida Console" pitchFamily="49" charset="0"/>
              </a:rPr>
              <a:t>setLicenseAgency</a:t>
            </a:r>
            <a:r>
              <a:rPr lang="en-GB" dirty="0">
                <a:solidFill>
                  <a:srgbClr val="000000"/>
                </a:solidFill>
                <a:latin typeface="Lucida Console" pitchFamily="49" charset="0"/>
              </a:rPr>
              <a:t> (</a:t>
            </a:r>
            <a:r>
              <a:rPr lang="en-GB" dirty="0" err="1">
                <a:solidFill>
                  <a:srgbClr val="000000"/>
                </a:solidFill>
                <a:latin typeface="Lucida Console" pitchFamily="49" charset="0"/>
              </a:rPr>
              <a:t>LicenseAgency</a:t>
            </a:r>
            <a:r>
              <a:rPr lang="en-GB" dirty="0">
                <a:solidFill>
                  <a:srgbClr val="000000"/>
                </a:solidFill>
                <a:latin typeface="Lucida Console" pitchFamily="49" charset="0"/>
              </a:rPr>
              <a:t> </a:t>
            </a:r>
            <a:r>
              <a:rPr lang="en-GB" dirty="0" err="1">
                <a:solidFill>
                  <a:srgbClr val="000000"/>
                </a:solidFill>
                <a:latin typeface="Lucida Console" pitchFamily="49" charset="0"/>
              </a:rPr>
              <a:t>dvla</a:t>
            </a:r>
            <a:r>
              <a:rPr lang="en-GB" dirty="0">
                <a:solidFill>
                  <a:srgbClr val="000000"/>
                </a:solidFill>
                <a:latin typeface="Lucida Console" pitchFamily="49" charset="0"/>
              </a:rPr>
              <a:t>) {</a:t>
            </a:r>
            <a:br>
              <a:rPr lang="en-GB" dirty="0">
                <a:solidFill>
                  <a:srgbClr val="000000"/>
                </a:solidFill>
                <a:latin typeface="Lucida Console" pitchFamily="49" charset="0"/>
              </a:rPr>
            </a:br>
            <a:r>
              <a:rPr lang="en-GB" dirty="0">
                <a:solidFill>
                  <a:srgbClr val="000000"/>
                </a:solidFill>
                <a:latin typeface="Lucida Console" pitchFamily="49" charset="0"/>
              </a:rPr>
              <a:t>    DVLA = </a:t>
            </a:r>
            <a:r>
              <a:rPr lang="en-GB" dirty="0" err="1">
                <a:solidFill>
                  <a:srgbClr val="000000"/>
                </a:solidFill>
                <a:latin typeface="Lucida Console" pitchFamily="49" charset="0"/>
              </a:rPr>
              <a:t>dvla</a:t>
            </a:r>
            <a:r>
              <a:rPr lang="en-GB" dirty="0">
                <a:solidFill>
                  <a:srgbClr val="000000"/>
                </a:solidFill>
                <a:latin typeface="Lucida Console" pitchFamily="49" charset="0"/>
              </a:rPr>
              <a:t>;</a:t>
            </a:r>
            <a:br>
              <a:rPr lang="en-GB" dirty="0">
                <a:solidFill>
                  <a:srgbClr val="000000"/>
                </a:solidFill>
                <a:latin typeface="Lucida Console" pitchFamily="49" charset="0"/>
              </a:rPr>
            </a:br>
            <a:r>
              <a:rPr lang="en-GB" dirty="0">
                <a:solidFill>
                  <a:srgbClr val="000000"/>
                </a:solidFill>
                <a:latin typeface="Lucida Console" pitchFamily="49" charset="0"/>
              </a:rPr>
              <a:t>  }</a:t>
            </a:r>
          </a:p>
          <a:p>
            <a:pPr defTabSz="739775" eaLnBrk="0" hangingPunct="0">
              <a:tabLst>
                <a:tab pos="341313" algn="l"/>
                <a:tab pos="690563" algn="l"/>
                <a:tab pos="1030288" algn="l"/>
                <a:tab pos="1371600" algn="l"/>
              </a:tabLst>
              <a:defRPr/>
            </a:pPr>
            <a:endParaRPr lang="en-GB" dirty="0">
              <a:solidFill>
                <a:srgbClr val="000000"/>
              </a:solidFill>
              <a:latin typeface="Lucida Console" pitchFamily="49" charset="0"/>
            </a:endParaRPr>
          </a:p>
          <a:p>
            <a:pPr defTabSz="739775" eaLnBrk="0" hangingPunct="0">
              <a:tabLst>
                <a:tab pos="341313" algn="l"/>
                <a:tab pos="690563" algn="l"/>
                <a:tab pos="1030288" algn="l"/>
                <a:tab pos="1371600" algn="l"/>
              </a:tabLst>
              <a:defRPr/>
            </a:pPr>
            <a:r>
              <a:rPr lang="en-GB" dirty="0">
                <a:solidFill>
                  <a:srgbClr val="000000"/>
                </a:solidFill>
                <a:latin typeface="Lucida Console" pitchFamily="49" charset="0"/>
              </a:rPr>
              <a:t>}</a:t>
            </a:r>
          </a:p>
        </p:txBody>
      </p:sp>
    </p:spTree>
    <p:extLst>
      <p:ext uri="{BB962C8B-B14F-4D97-AF65-F5344CB8AC3E}">
        <p14:creationId xmlns:p14="http://schemas.microsoft.com/office/powerpoint/2010/main" val="141538666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6" name="Rectangle 2"/>
          <p:cNvSpPr>
            <a:spLocks noGrp="1" noChangeArrowheads="1"/>
          </p:cNvSpPr>
          <p:nvPr>
            <p:ph type="title"/>
          </p:nvPr>
        </p:nvSpPr>
        <p:spPr/>
        <p:txBody>
          <a:bodyPr/>
          <a:lstStyle/>
          <a:p>
            <a:pPr eaLnBrk="1" hangingPunct="1"/>
            <a:r>
              <a:rPr lang="en-GB" dirty="0"/>
              <a:t>Creating read-only values by property procedures</a:t>
            </a:r>
          </a:p>
        </p:txBody>
      </p:sp>
      <p:sp>
        <p:nvSpPr>
          <p:cNvPr id="11267" name="Rectangle 3"/>
          <p:cNvSpPr>
            <a:spLocks noGrp="1" noChangeArrowheads="1"/>
          </p:cNvSpPr>
          <p:nvPr>
            <p:ph idx="1"/>
          </p:nvPr>
        </p:nvSpPr>
        <p:spPr>
          <a:xfrm>
            <a:off x="341272" y="1368256"/>
            <a:ext cx="11301379" cy="3898020"/>
          </a:xfrm>
        </p:spPr>
        <p:txBody>
          <a:bodyPr vert="horz" lIns="0" tIns="0" rIns="0" bIns="0" rtlCol="0" anchor="t" anchorCtr="0">
            <a:noAutofit/>
          </a:bodyPr>
          <a:lstStyle/>
          <a:p>
            <a:pPr marL="342900" indent="-342900">
              <a:buFont typeface="Arial" panose="020B0604020202020204" pitchFamily="34" charset="0"/>
              <a:buChar char="•"/>
            </a:pPr>
            <a:r>
              <a:rPr lang="en-GB" sz="2000" dirty="0" err="1">
                <a:solidFill>
                  <a:srgbClr val="0000FF"/>
                </a:solidFill>
                <a:latin typeface="Cascadia Mono" panose="020B0609020000020004" pitchFamily="49" charset="0"/>
              </a:rPr>
              <a:t>readonly</a:t>
            </a:r>
            <a:r>
              <a:rPr lang="en-GB" dirty="0"/>
              <a:t> variables can be assigned to in declaration or in a constructor</a:t>
            </a:r>
          </a:p>
          <a:p>
            <a:pPr marL="684000" lvl="1" indent="-342900">
              <a:buSzPct val="115000"/>
              <a:buFont typeface="Arial" panose="020B0604020202020204" pitchFamily="34" charset="0"/>
              <a:buChar char="•"/>
            </a:pPr>
            <a:r>
              <a:rPr lang="en-GB" dirty="0"/>
              <a:t>Then they are read-only – can be instance or static members</a:t>
            </a:r>
          </a:p>
          <a:p>
            <a:pPr marL="180000" lvl="1" indent="-180000">
              <a:buFont typeface="Arial" panose="020B0604020202020204" pitchFamily="34" charset="0"/>
              <a:buChar char="•"/>
            </a:pPr>
            <a:endParaRPr lang="en-GB" dirty="0"/>
          </a:p>
          <a:p>
            <a:pPr marL="0" lvl="1" indent="0">
              <a:buNone/>
            </a:pPr>
            <a:endParaRPr lang="en-GB" sz="4000" dirty="0"/>
          </a:p>
          <a:p>
            <a:pPr marL="0" lvl="1" indent="0">
              <a:buNone/>
            </a:pPr>
            <a:endParaRPr lang="en-GB" dirty="0"/>
          </a:p>
          <a:p>
            <a:pPr marL="342900" indent="-342900">
              <a:buFont typeface="Arial" panose="020B0604020202020204" pitchFamily="34" charset="0"/>
              <a:buChar char="•"/>
            </a:pPr>
            <a:endParaRPr lang="en-GB" dirty="0"/>
          </a:p>
        </p:txBody>
      </p:sp>
      <p:sp>
        <p:nvSpPr>
          <p:cNvPr id="863237" name="Rectangle 5"/>
          <p:cNvSpPr>
            <a:spLocks noChangeArrowheads="1"/>
          </p:cNvSpPr>
          <p:nvPr/>
        </p:nvSpPr>
        <p:spPr bwMode="auto">
          <a:xfrm>
            <a:off x="1040668" y="2449838"/>
            <a:ext cx="9708612" cy="3690754"/>
          </a:xfrm>
          <a:prstGeom prst="rect">
            <a:avLst/>
          </a:prstGeom>
          <a:solidFill>
            <a:schemeClr val="accent5">
              <a:lumMod val="20000"/>
              <a:lumOff val="80000"/>
            </a:schemeClr>
          </a:solidFill>
          <a:ln w="19050">
            <a:noFill/>
            <a:miter lim="800000"/>
            <a:headEnd/>
            <a:tailEnd/>
          </a:ln>
          <a:effectLst>
            <a:outerShdw blurRad="50800" dist="38100" algn="l" rotWithShape="0">
              <a:prstClr val="black">
                <a:alpha val="40000"/>
              </a:prstClr>
            </a:outerShdw>
          </a:effectLst>
        </p:spPr>
        <p:txBody>
          <a:bodyPr wrap="square" lIns="90488" tIns="44450" rIns="90488" bIns="44450">
            <a:spAutoFit/>
          </a:bodyPr>
          <a:lstStyle/>
          <a:p>
            <a:pPr defTabSz="739775" eaLnBrk="0" hangingPunct="0">
              <a:tabLst>
                <a:tab pos="341313" algn="l"/>
                <a:tab pos="690563" algn="l"/>
                <a:tab pos="1030288" algn="l"/>
                <a:tab pos="1371600" algn="l"/>
              </a:tabLst>
              <a:defRPr/>
            </a:pPr>
            <a:r>
              <a:rPr lang="en-GB" dirty="0">
                <a:solidFill>
                  <a:srgbClr val="0000C8"/>
                </a:solidFill>
                <a:latin typeface="Lucida Console" pitchFamily="49" charset="0"/>
              </a:rPr>
              <a:t>public class</a:t>
            </a:r>
            <a:r>
              <a:rPr lang="en-GB" dirty="0">
                <a:solidFill>
                  <a:srgbClr val="000000"/>
                </a:solidFill>
                <a:latin typeface="Lucida Console" pitchFamily="49" charset="0"/>
              </a:rPr>
              <a:t> Car {</a:t>
            </a:r>
          </a:p>
          <a:p>
            <a:pPr defTabSz="739775" eaLnBrk="0" hangingPunct="0">
              <a:tabLst>
                <a:tab pos="341313" algn="l"/>
                <a:tab pos="690563" algn="l"/>
                <a:tab pos="1030288" algn="l"/>
                <a:tab pos="1371600" algn="l"/>
              </a:tabLst>
              <a:defRPr/>
            </a:pPr>
            <a:endParaRPr lang="en-GB" dirty="0">
              <a:solidFill>
                <a:srgbClr val="000000"/>
              </a:solidFill>
              <a:latin typeface="Lucida Console" pitchFamily="49" charset="0"/>
            </a:endParaRPr>
          </a:p>
          <a:p>
            <a:pPr defTabSz="739775" eaLnBrk="0" hangingPunct="0">
              <a:tabLst>
                <a:tab pos="341313" algn="l"/>
                <a:tab pos="690563" algn="l"/>
                <a:tab pos="1030288" algn="l"/>
                <a:tab pos="1371600" algn="l"/>
              </a:tabLst>
              <a:defRPr/>
            </a:pPr>
            <a:r>
              <a:rPr lang="en-GB" dirty="0">
                <a:solidFill>
                  <a:srgbClr val="000000"/>
                </a:solidFill>
                <a:latin typeface="Lucida Console" pitchFamily="49" charset="0"/>
              </a:rPr>
              <a:t>  </a:t>
            </a:r>
            <a:r>
              <a:rPr lang="en-GB" dirty="0">
                <a:solidFill>
                  <a:srgbClr val="0000C8"/>
                </a:solidFill>
                <a:latin typeface="Lucida Console" pitchFamily="49" charset="0"/>
              </a:rPr>
              <a:t>public </a:t>
            </a:r>
            <a:r>
              <a:rPr lang="en-GB" dirty="0">
                <a:solidFill>
                  <a:srgbClr val="000000"/>
                </a:solidFill>
                <a:latin typeface="Lucida Console" pitchFamily="49" charset="0"/>
              </a:rPr>
              <a:t>int </a:t>
            </a:r>
            <a:r>
              <a:rPr lang="en-GB" b="1" dirty="0" err="1">
                <a:solidFill>
                  <a:srgbClr val="000000"/>
                </a:solidFill>
                <a:latin typeface="Lucida Console" pitchFamily="49" charset="0"/>
              </a:rPr>
              <a:t>YearOfCreation</a:t>
            </a:r>
            <a:r>
              <a:rPr lang="en-GB" dirty="0">
                <a:solidFill>
                  <a:srgbClr val="000000"/>
                </a:solidFill>
                <a:latin typeface="Lucida Console" pitchFamily="49" charset="0"/>
              </a:rPr>
              <a:t>;</a:t>
            </a:r>
          </a:p>
          <a:p>
            <a:pPr defTabSz="739775" eaLnBrk="0" hangingPunct="0">
              <a:tabLst>
                <a:tab pos="341313" algn="l"/>
                <a:tab pos="690563" algn="l"/>
                <a:tab pos="1030288" algn="l"/>
                <a:tab pos="1371600" algn="l"/>
              </a:tabLst>
              <a:defRPr/>
            </a:pPr>
            <a:r>
              <a:rPr lang="en-GB" dirty="0">
                <a:solidFill>
                  <a:srgbClr val="000000"/>
                </a:solidFill>
                <a:latin typeface="Lucida Console" pitchFamily="49" charset="0"/>
              </a:rPr>
              <a:t>  </a:t>
            </a:r>
          </a:p>
          <a:p>
            <a:pPr defTabSz="739775" eaLnBrk="0" hangingPunct="0">
              <a:tabLst>
                <a:tab pos="341313" algn="l"/>
                <a:tab pos="690563" algn="l"/>
                <a:tab pos="1030288" algn="l"/>
                <a:tab pos="1371600" algn="l"/>
              </a:tabLst>
              <a:defRPr/>
            </a:pPr>
            <a:r>
              <a:rPr lang="en-GB" dirty="0">
                <a:solidFill>
                  <a:srgbClr val="000000"/>
                </a:solidFill>
                <a:latin typeface="Lucida Console" pitchFamily="49" charset="0"/>
              </a:rPr>
              <a:t>  </a:t>
            </a:r>
            <a:r>
              <a:rPr lang="en-GB" dirty="0">
                <a:solidFill>
                  <a:srgbClr val="0000C8"/>
                </a:solidFill>
                <a:latin typeface="Lucida Console" pitchFamily="49" charset="0"/>
              </a:rPr>
              <a:t>public</a:t>
            </a:r>
            <a:r>
              <a:rPr lang="en-GB" dirty="0">
                <a:solidFill>
                  <a:srgbClr val="000000"/>
                </a:solidFill>
                <a:latin typeface="Lucida Console" pitchFamily="49" charset="0"/>
              </a:rPr>
              <a:t> Car() {	</a:t>
            </a:r>
            <a:br>
              <a:rPr lang="en-GB" dirty="0">
                <a:solidFill>
                  <a:srgbClr val="000000"/>
                </a:solidFill>
                <a:latin typeface="Lucida Console" pitchFamily="49" charset="0"/>
              </a:rPr>
            </a:br>
            <a:r>
              <a:rPr lang="en-GB" dirty="0">
                <a:solidFill>
                  <a:srgbClr val="000000"/>
                </a:solidFill>
                <a:latin typeface="Lucida Console" pitchFamily="49" charset="0"/>
              </a:rPr>
              <a:t>     </a:t>
            </a:r>
            <a:r>
              <a:rPr lang="en-GB" b="1" dirty="0" err="1">
                <a:solidFill>
                  <a:srgbClr val="000000"/>
                </a:solidFill>
                <a:latin typeface="Lucida Console" pitchFamily="49" charset="0"/>
              </a:rPr>
              <a:t>yearOfCreation</a:t>
            </a:r>
            <a:r>
              <a:rPr lang="en-GB" dirty="0">
                <a:solidFill>
                  <a:srgbClr val="000000"/>
                </a:solidFill>
                <a:latin typeface="Lucida Console" pitchFamily="49" charset="0"/>
              </a:rPr>
              <a:t> = </a:t>
            </a:r>
            <a:r>
              <a:rPr lang="en-GB" dirty="0" err="1">
                <a:solidFill>
                  <a:srgbClr val="000000"/>
                </a:solidFill>
                <a:latin typeface="Lucida Console" pitchFamily="49" charset="0"/>
              </a:rPr>
              <a:t>DateTime.Now.Year</a:t>
            </a:r>
            <a:r>
              <a:rPr lang="en-GB" dirty="0">
                <a:solidFill>
                  <a:srgbClr val="000000"/>
                </a:solidFill>
                <a:latin typeface="Lucida Console" pitchFamily="49" charset="0"/>
              </a:rPr>
              <a:t>;</a:t>
            </a:r>
            <a:br>
              <a:rPr lang="en-GB" dirty="0">
                <a:solidFill>
                  <a:srgbClr val="000000"/>
                </a:solidFill>
                <a:latin typeface="Lucida Console" pitchFamily="49" charset="0"/>
              </a:rPr>
            </a:br>
            <a:r>
              <a:rPr lang="en-GB" dirty="0">
                <a:solidFill>
                  <a:srgbClr val="000000"/>
                </a:solidFill>
                <a:latin typeface="Lucida Console" pitchFamily="49" charset="0"/>
              </a:rPr>
              <a:t>  }</a:t>
            </a:r>
          </a:p>
          <a:p>
            <a:pPr defTabSz="739775" eaLnBrk="0" hangingPunct="0">
              <a:tabLst>
                <a:tab pos="341313" algn="l"/>
                <a:tab pos="690563" algn="l"/>
                <a:tab pos="1030288" algn="l"/>
                <a:tab pos="1371600" algn="l"/>
              </a:tabLst>
              <a:defRPr/>
            </a:pPr>
            <a:endParaRPr lang="en-GB" dirty="0">
              <a:solidFill>
                <a:srgbClr val="000000"/>
              </a:solidFill>
              <a:latin typeface="Lucida Console" pitchFamily="49" charset="0"/>
            </a:endParaRPr>
          </a:p>
          <a:p>
            <a:pPr defTabSz="739775" eaLnBrk="0" hangingPunct="0">
              <a:tabLst>
                <a:tab pos="341313" algn="l"/>
                <a:tab pos="690563" algn="l"/>
                <a:tab pos="1030288" algn="l"/>
                <a:tab pos="1371600" algn="l"/>
              </a:tabLst>
              <a:defRPr/>
            </a:pPr>
            <a:r>
              <a:rPr lang="en-GB" dirty="0">
                <a:solidFill>
                  <a:srgbClr val="000000"/>
                </a:solidFill>
                <a:latin typeface="Lucida Console" pitchFamily="49" charset="0"/>
              </a:rPr>
              <a:t>  </a:t>
            </a:r>
            <a:r>
              <a:rPr lang="en-GB" dirty="0">
                <a:solidFill>
                  <a:srgbClr val="0000C8"/>
                </a:solidFill>
                <a:latin typeface="Lucida Console" pitchFamily="49" charset="0"/>
              </a:rPr>
              <a:t>public</a:t>
            </a:r>
            <a:r>
              <a:rPr lang="en-GB" dirty="0">
                <a:solidFill>
                  <a:srgbClr val="000000"/>
                </a:solidFill>
                <a:latin typeface="Lucida Console" pitchFamily="49" charset="0"/>
              </a:rPr>
              <a:t> </a:t>
            </a:r>
            <a:r>
              <a:rPr lang="en-GB" sz="1800" dirty="0">
                <a:solidFill>
                  <a:srgbClr val="0000FF"/>
                </a:solidFill>
                <a:latin typeface="Cascadia Mono" panose="020B0609020000020004" pitchFamily="49" charset="0"/>
              </a:rPr>
              <a:t>void</a:t>
            </a:r>
            <a:r>
              <a:rPr lang="en-GB" sz="1800" dirty="0">
                <a:solidFill>
                  <a:srgbClr val="000000"/>
                </a:solidFill>
                <a:latin typeface="Cascadia Mono" panose="020B0609020000020004" pitchFamily="49" charset="0"/>
              </a:rPr>
              <a:t> </a:t>
            </a:r>
            <a:r>
              <a:rPr lang="en-GB" dirty="0" err="1">
                <a:solidFill>
                  <a:srgbClr val="000000"/>
                </a:solidFill>
                <a:latin typeface="Lucida Console" pitchFamily="49" charset="0"/>
              </a:rPr>
              <a:t>ChangeYearOfCreation</a:t>
            </a:r>
            <a:r>
              <a:rPr lang="en-GB" dirty="0">
                <a:solidFill>
                  <a:srgbClr val="000000"/>
                </a:solidFill>
                <a:latin typeface="Lucida Console" pitchFamily="49" charset="0"/>
              </a:rPr>
              <a:t>() {	</a:t>
            </a:r>
            <a:br>
              <a:rPr lang="en-GB" dirty="0">
                <a:solidFill>
                  <a:srgbClr val="000000"/>
                </a:solidFill>
                <a:latin typeface="Lucida Console" pitchFamily="49" charset="0"/>
              </a:rPr>
            </a:br>
            <a:endParaRPr lang="en-GB" dirty="0">
              <a:solidFill>
                <a:srgbClr val="000000"/>
              </a:solidFill>
              <a:latin typeface="Lucida Console" pitchFamily="49" charset="0"/>
            </a:endParaRPr>
          </a:p>
          <a:p>
            <a:pPr defTabSz="739775" eaLnBrk="0" hangingPunct="0">
              <a:tabLst>
                <a:tab pos="341313" algn="l"/>
                <a:tab pos="690563" algn="l"/>
                <a:tab pos="1030288" algn="l"/>
                <a:tab pos="1371600" algn="l"/>
              </a:tabLst>
              <a:defRPr/>
            </a:pPr>
            <a:r>
              <a:rPr lang="en-GB" dirty="0">
                <a:solidFill>
                  <a:srgbClr val="000000"/>
                </a:solidFill>
                <a:latin typeface="Lucida Console" pitchFamily="49" charset="0"/>
              </a:rPr>
              <a:t>     </a:t>
            </a:r>
            <a:r>
              <a:rPr lang="en-GB" b="1" dirty="0" err="1">
                <a:solidFill>
                  <a:srgbClr val="000000"/>
                </a:solidFill>
                <a:latin typeface="Lucida Console" pitchFamily="49" charset="0"/>
              </a:rPr>
              <a:t>yearOfCreation</a:t>
            </a:r>
            <a:r>
              <a:rPr lang="en-GB" b="1" dirty="0">
                <a:solidFill>
                  <a:srgbClr val="000000"/>
                </a:solidFill>
                <a:latin typeface="Lucida Console" pitchFamily="49" charset="0"/>
              </a:rPr>
              <a:t>++</a:t>
            </a:r>
            <a:r>
              <a:rPr lang="en-GB" dirty="0">
                <a:solidFill>
                  <a:srgbClr val="000000"/>
                </a:solidFill>
                <a:latin typeface="Lucida Console" pitchFamily="49" charset="0"/>
              </a:rPr>
              <a:t>; </a:t>
            </a:r>
          </a:p>
          <a:p>
            <a:pPr defTabSz="739775" eaLnBrk="0" hangingPunct="0">
              <a:tabLst>
                <a:tab pos="341313" algn="l"/>
                <a:tab pos="690563" algn="l"/>
                <a:tab pos="1030288" algn="l"/>
                <a:tab pos="1371600" algn="l"/>
              </a:tabLst>
              <a:defRPr/>
            </a:pPr>
            <a:r>
              <a:rPr lang="en-GB" dirty="0">
                <a:solidFill>
                  <a:srgbClr val="000000"/>
                </a:solidFill>
                <a:latin typeface="Lucida Console" pitchFamily="49" charset="0"/>
              </a:rPr>
              <a:t>  }</a:t>
            </a:r>
          </a:p>
          <a:p>
            <a:pPr defTabSz="739775" eaLnBrk="0" hangingPunct="0">
              <a:tabLst>
                <a:tab pos="341313" algn="l"/>
                <a:tab pos="690563" algn="l"/>
                <a:tab pos="1030288" algn="l"/>
                <a:tab pos="1371600" algn="l"/>
              </a:tabLst>
              <a:defRPr/>
            </a:pPr>
            <a:r>
              <a:rPr lang="en-GB" dirty="0">
                <a:solidFill>
                  <a:srgbClr val="000000"/>
                </a:solidFill>
                <a:latin typeface="Lucida Console" pitchFamily="49" charset="0"/>
              </a:rPr>
              <a:t>}</a:t>
            </a:r>
            <a:endParaRPr lang="en-GB" dirty="0">
              <a:solidFill>
                <a:srgbClr val="008000"/>
              </a:solidFill>
              <a:latin typeface="Lucida Console" pitchFamily="49" charset="0"/>
            </a:endParaRPr>
          </a:p>
        </p:txBody>
      </p:sp>
      <p:sp>
        <p:nvSpPr>
          <p:cNvPr id="2" name="Rectangle 21">
            <a:extLst>
              <a:ext uri="{FF2B5EF4-FFF2-40B4-BE49-F238E27FC236}">
                <a16:creationId xmlns:a16="http://schemas.microsoft.com/office/drawing/2014/main" id="{3CA1CBA6-221F-594E-64AB-CCAB613AAAEF}"/>
              </a:ext>
            </a:extLst>
          </p:cNvPr>
          <p:cNvSpPr>
            <a:spLocks noChangeArrowheads="1"/>
          </p:cNvSpPr>
          <p:nvPr/>
        </p:nvSpPr>
        <p:spPr bwMode="auto">
          <a:xfrm>
            <a:off x="4346817" y="4764574"/>
            <a:ext cx="476250" cy="698500"/>
          </a:xfrm>
          <a:prstGeom prst="rect">
            <a:avLst/>
          </a:prstGeom>
          <a:noFill/>
          <a:ln w="12700">
            <a:noFill/>
            <a:miter lim="800000"/>
            <a:headEnd/>
            <a:tailEnd/>
          </a:ln>
          <a:effectLst/>
        </p:spPr>
        <p:txBody>
          <a:bodyPr lIns="90488" tIns="44450" rIns="90488" bIns="44450">
            <a:spAutoFit/>
          </a:bodyPr>
          <a:lstStyle/>
          <a:p>
            <a:pPr defTabSz="739775" eaLnBrk="0" hangingPunct="0">
              <a:defRPr/>
            </a:pPr>
            <a:r>
              <a:rPr lang="en-US" sz="4000" dirty="0">
                <a:solidFill>
                  <a:srgbClr val="FF3300"/>
                </a:solidFill>
                <a:latin typeface="Wingdings" pitchFamily="2" charset="2"/>
              </a:rPr>
              <a:t></a:t>
            </a:r>
          </a:p>
        </p:txBody>
      </p:sp>
      <p:sp>
        <p:nvSpPr>
          <p:cNvPr id="3" name="Speech Bubble: Rectangle with Corners Rounded 2">
            <a:extLst>
              <a:ext uri="{FF2B5EF4-FFF2-40B4-BE49-F238E27FC236}">
                <a16:creationId xmlns:a16="http://schemas.microsoft.com/office/drawing/2014/main" id="{D8813153-43FF-9738-5CDE-7FE8E0528A69}"/>
              </a:ext>
            </a:extLst>
          </p:cNvPr>
          <p:cNvSpPr/>
          <p:nvPr/>
        </p:nvSpPr>
        <p:spPr>
          <a:xfrm>
            <a:off x="7120177" y="3515360"/>
            <a:ext cx="2936735" cy="701040"/>
          </a:xfrm>
          <a:prstGeom prst="wedgeRoundRectCallout">
            <a:avLst>
              <a:gd name="adj1" fmla="val -58193"/>
              <a:gd name="adj2" fmla="val 27083"/>
              <a:gd name="adj3" fmla="val 16667"/>
            </a:avLst>
          </a:prstGeom>
          <a:solidFill>
            <a:schemeClr val="tx2"/>
          </a:solidFill>
          <a:ln>
            <a:noFill/>
          </a:ln>
          <a:effectLst>
            <a:outerShdw blurRad="50800" dist="38100" algn="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400" b="1" dirty="0">
                <a:solidFill>
                  <a:schemeClr val="tx1"/>
                </a:solidFill>
              </a:rPr>
              <a:t>Constructors can change </a:t>
            </a:r>
            <a:r>
              <a:rPr lang="en-GB" sz="1600" dirty="0" err="1">
                <a:solidFill>
                  <a:srgbClr val="0000FF"/>
                </a:solidFill>
                <a:latin typeface="Cascadia Mono" panose="020B0609020000020004" pitchFamily="49" charset="0"/>
              </a:rPr>
              <a:t>readonly</a:t>
            </a:r>
            <a:r>
              <a:rPr lang="en-GB" sz="1400" b="1" dirty="0">
                <a:solidFill>
                  <a:schemeClr val="tx1"/>
                </a:solidFill>
              </a:rPr>
              <a:t> vars</a:t>
            </a:r>
          </a:p>
        </p:txBody>
      </p:sp>
    </p:spTree>
    <p:extLst>
      <p:ext uri="{BB962C8B-B14F-4D97-AF65-F5344CB8AC3E}">
        <p14:creationId xmlns:p14="http://schemas.microsoft.com/office/powerpoint/2010/main" val="307480560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6" name="Rectangle 2"/>
          <p:cNvSpPr>
            <a:spLocks noGrp="1" noChangeArrowheads="1"/>
          </p:cNvSpPr>
          <p:nvPr>
            <p:ph type="title"/>
          </p:nvPr>
        </p:nvSpPr>
        <p:spPr/>
        <p:txBody>
          <a:bodyPr/>
          <a:lstStyle/>
          <a:p>
            <a:pPr eaLnBrk="1" hangingPunct="1"/>
            <a:r>
              <a:rPr lang="en-GB" dirty="0"/>
              <a:t>Creating read-only values using property procedures</a:t>
            </a:r>
          </a:p>
        </p:txBody>
      </p:sp>
      <p:sp>
        <p:nvSpPr>
          <p:cNvPr id="863237" name="Rectangle 5"/>
          <p:cNvSpPr>
            <a:spLocks noChangeArrowheads="1"/>
          </p:cNvSpPr>
          <p:nvPr/>
        </p:nvSpPr>
        <p:spPr bwMode="auto">
          <a:xfrm>
            <a:off x="1040668" y="1799598"/>
            <a:ext cx="10064212" cy="3690754"/>
          </a:xfrm>
          <a:prstGeom prst="rect">
            <a:avLst/>
          </a:prstGeom>
          <a:solidFill>
            <a:schemeClr val="accent5">
              <a:lumMod val="20000"/>
              <a:lumOff val="80000"/>
            </a:schemeClr>
          </a:solidFill>
          <a:ln w="19050">
            <a:noFill/>
            <a:miter lim="800000"/>
            <a:headEnd/>
            <a:tailEnd/>
          </a:ln>
          <a:effectLst>
            <a:outerShdw blurRad="50800" dist="38100" algn="l" rotWithShape="0">
              <a:prstClr val="black">
                <a:alpha val="40000"/>
              </a:prstClr>
            </a:outerShdw>
          </a:effectLst>
        </p:spPr>
        <p:txBody>
          <a:bodyPr wrap="square" lIns="90488" tIns="44450" rIns="90488" bIns="44450">
            <a:spAutoFit/>
          </a:bodyPr>
          <a:lstStyle/>
          <a:p>
            <a:pPr defTabSz="739775" eaLnBrk="0" hangingPunct="0">
              <a:tabLst>
                <a:tab pos="341313" algn="l"/>
                <a:tab pos="690563" algn="l"/>
                <a:tab pos="1030288" algn="l"/>
                <a:tab pos="1371600" algn="l"/>
              </a:tabLst>
              <a:defRPr/>
            </a:pPr>
            <a:r>
              <a:rPr lang="en-GB" dirty="0">
                <a:solidFill>
                  <a:srgbClr val="0000C8"/>
                </a:solidFill>
                <a:latin typeface="Lucida Console" pitchFamily="49" charset="0"/>
              </a:rPr>
              <a:t>public class</a:t>
            </a:r>
            <a:r>
              <a:rPr lang="en-GB" dirty="0">
                <a:solidFill>
                  <a:srgbClr val="000000"/>
                </a:solidFill>
                <a:latin typeface="Lucida Console" pitchFamily="49" charset="0"/>
              </a:rPr>
              <a:t> Car {</a:t>
            </a:r>
          </a:p>
          <a:p>
            <a:pPr defTabSz="739775" eaLnBrk="0" hangingPunct="0">
              <a:tabLst>
                <a:tab pos="341313" algn="l"/>
                <a:tab pos="690563" algn="l"/>
                <a:tab pos="1030288" algn="l"/>
                <a:tab pos="1371600" algn="l"/>
              </a:tabLst>
              <a:defRPr/>
            </a:pPr>
            <a:endParaRPr lang="en-GB" dirty="0">
              <a:solidFill>
                <a:srgbClr val="000000"/>
              </a:solidFill>
              <a:latin typeface="Lucida Console" pitchFamily="49" charset="0"/>
            </a:endParaRPr>
          </a:p>
          <a:p>
            <a:pPr defTabSz="739775" eaLnBrk="0" hangingPunct="0">
              <a:tabLst>
                <a:tab pos="341313" algn="l"/>
                <a:tab pos="690563" algn="l"/>
                <a:tab pos="1030288" algn="l"/>
                <a:tab pos="1371600" algn="l"/>
              </a:tabLst>
              <a:defRPr/>
            </a:pPr>
            <a:r>
              <a:rPr lang="en-GB" dirty="0">
                <a:solidFill>
                  <a:srgbClr val="000000"/>
                </a:solidFill>
                <a:latin typeface="Lucida Console" pitchFamily="49" charset="0"/>
              </a:rPr>
              <a:t>  </a:t>
            </a:r>
            <a:r>
              <a:rPr lang="en-GB" dirty="0">
                <a:solidFill>
                  <a:srgbClr val="0000C8"/>
                </a:solidFill>
                <a:latin typeface="Lucida Console" pitchFamily="49" charset="0"/>
              </a:rPr>
              <a:t>public </a:t>
            </a:r>
            <a:r>
              <a:rPr lang="en-GB" dirty="0">
                <a:solidFill>
                  <a:srgbClr val="000000"/>
                </a:solidFill>
                <a:latin typeface="Lucida Console" pitchFamily="49" charset="0"/>
              </a:rPr>
              <a:t>int </a:t>
            </a:r>
            <a:r>
              <a:rPr lang="en-GB" b="1" dirty="0" err="1">
                <a:solidFill>
                  <a:srgbClr val="000000"/>
                </a:solidFill>
                <a:latin typeface="Lucida Console" pitchFamily="49" charset="0"/>
              </a:rPr>
              <a:t>yearOfCreation</a:t>
            </a:r>
            <a:r>
              <a:rPr lang="en-GB" b="1" dirty="0">
                <a:solidFill>
                  <a:srgbClr val="000000"/>
                </a:solidFill>
                <a:latin typeface="Lucida Console" pitchFamily="49" charset="0"/>
              </a:rPr>
              <a:t> </a:t>
            </a:r>
            <a:r>
              <a:rPr lang="en-GB" sz="1800" dirty="0">
                <a:solidFill>
                  <a:srgbClr val="000000"/>
                </a:solidFill>
                <a:latin typeface="Cascadia Mono" panose="020B0609020000020004" pitchFamily="49" charset="0"/>
              </a:rPr>
              <a:t>{ </a:t>
            </a:r>
            <a:r>
              <a:rPr lang="en-GB" sz="1800" dirty="0">
                <a:solidFill>
                  <a:srgbClr val="0000FF"/>
                </a:solidFill>
                <a:latin typeface="Cascadia Mono" panose="020B0609020000020004" pitchFamily="49" charset="0"/>
              </a:rPr>
              <a:t>get</a:t>
            </a:r>
            <a:r>
              <a:rPr lang="en-GB" sz="1800" dirty="0">
                <a:solidFill>
                  <a:srgbClr val="000000"/>
                </a:solidFill>
                <a:latin typeface="Cascadia Mono" panose="020B0609020000020004" pitchFamily="49" charset="0"/>
              </a:rPr>
              <a:t>; </a:t>
            </a:r>
            <a:r>
              <a:rPr lang="en-GB" sz="1800" dirty="0">
                <a:solidFill>
                  <a:srgbClr val="0000FF"/>
                </a:solidFill>
                <a:latin typeface="Cascadia Mono" panose="020B0609020000020004" pitchFamily="49" charset="0"/>
              </a:rPr>
              <a:t>private</a:t>
            </a:r>
            <a:r>
              <a:rPr lang="en-GB" sz="1800" dirty="0">
                <a:solidFill>
                  <a:srgbClr val="000000"/>
                </a:solidFill>
                <a:latin typeface="Cascadia Mono" panose="020B0609020000020004" pitchFamily="49" charset="0"/>
              </a:rPr>
              <a:t> </a:t>
            </a:r>
            <a:r>
              <a:rPr lang="en-GB" sz="1800" dirty="0">
                <a:solidFill>
                  <a:srgbClr val="0000FF"/>
                </a:solidFill>
                <a:latin typeface="Cascadia Mono" panose="020B0609020000020004" pitchFamily="49" charset="0"/>
              </a:rPr>
              <a:t>set</a:t>
            </a:r>
            <a:r>
              <a:rPr lang="en-GB" sz="1800" dirty="0">
                <a:solidFill>
                  <a:srgbClr val="000000"/>
                </a:solidFill>
                <a:latin typeface="Cascadia Mono" panose="020B0609020000020004" pitchFamily="49" charset="0"/>
              </a:rPr>
              <a:t>; }</a:t>
            </a:r>
            <a:r>
              <a:rPr lang="en-GB" dirty="0">
                <a:solidFill>
                  <a:srgbClr val="000000"/>
                </a:solidFill>
                <a:latin typeface="Lucida Console" pitchFamily="49" charset="0"/>
              </a:rPr>
              <a:t>;</a:t>
            </a:r>
          </a:p>
          <a:p>
            <a:pPr defTabSz="739775" eaLnBrk="0" hangingPunct="0">
              <a:tabLst>
                <a:tab pos="341313" algn="l"/>
                <a:tab pos="690563" algn="l"/>
                <a:tab pos="1030288" algn="l"/>
                <a:tab pos="1371600" algn="l"/>
              </a:tabLst>
              <a:defRPr/>
            </a:pPr>
            <a:r>
              <a:rPr lang="en-GB" dirty="0">
                <a:solidFill>
                  <a:srgbClr val="000000"/>
                </a:solidFill>
                <a:latin typeface="Lucida Console" pitchFamily="49" charset="0"/>
              </a:rPr>
              <a:t>  </a:t>
            </a:r>
          </a:p>
          <a:p>
            <a:pPr defTabSz="739775" eaLnBrk="0" hangingPunct="0">
              <a:tabLst>
                <a:tab pos="341313" algn="l"/>
                <a:tab pos="690563" algn="l"/>
                <a:tab pos="1030288" algn="l"/>
                <a:tab pos="1371600" algn="l"/>
              </a:tabLst>
              <a:defRPr/>
            </a:pPr>
            <a:r>
              <a:rPr lang="en-GB" dirty="0">
                <a:solidFill>
                  <a:srgbClr val="000000"/>
                </a:solidFill>
                <a:latin typeface="Lucida Console" pitchFamily="49" charset="0"/>
              </a:rPr>
              <a:t>  </a:t>
            </a:r>
            <a:r>
              <a:rPr lang="en-GB" dirty="0">
                <a:solidFill>
                  <a:srgbClr val="0000C8"/>
                </a:solidFill>
                <a:latin typeface="Lucida Console" pitchFamily="49" charset="0"/>
              </a:rPr>
              <a:t>public</a:t>
            </a:r>
            <a:r>
              <a:rPr lang="en-GB" dirty="0">
                <a:solidFill>
                  <a:srgbClr val="000000"/>
                </a:solidFill>
                <a:latin typeface="Lucida Console" pitchFamily="49" charset="0"/>
              </a:rPr>
              <a:t> Car() {	</a:t>
            </a:r>
            <a:br>
              <a:rPr lang="en-GB" dirty="0">
                <a:solidFill>
                  <a:srgbClr val="000000"/>
                </a:solidFill>
                <a:latin typeface="Lucida Console" pitchFamily="49" charset="0"/>
              </a:rPr>
            </a:br>
            <a:r>
              <a:rPr lang="en-GB" dirty="0">
                <a:solidFill>
                  <a:srgbClr val="000000"/>
                </a:solidFill>
                <a:latin typeface="Lucida Console" pitchFamily="49" charset="0"/>
              </a:rPr>
              <a:t>     </a:t>
            </a:r>
            <a:r>
              <a:rPr lang="en-GB" b="1" dirty="0" err="1">
                <a:solidFill>
                  <a:srgbClr val="000000"/>
                </a:solidFill>
                <a:latin typeface="Lucida Console" pitchFamily="49" charset="0"/>
              </a:rPr>
              <a:t>yearOfCreation</a:t>
            </a:r>
            <a:r>
              <a:rPr lang="en-GB" dirty="0">
                <a:solidFill>
                  <a:srgbClr val="000000"/>
                </a:solidFill>
                <a:latin typeface="Lucida Console" pitchFamily="49" charset="0"/>
              </a:rPr>
              <a:t> = </a:t>
            </a:r>
            <a:r>
              <a:rPr lang="en-GB" dirty="0" err="1">
                <a:solidFill>
                  <a:srgbClr val="000000"/>
                </a:solidFill>
                <a:latin typeface="Lucida Console" pitchFamily="49" charset="0"/>
              </a:rPr>
              <a:t>DateTime.Now.Year</a:t>
            </a:r>
            <a:r>
              <a:rPr lang="en-GB" dirty="0">
                <a:solidFill>
                  <a:srgbClr val="000000"/>
                </a:solidFill>
                <a:latin typeface="Lucida Console" pitchFamily="49" charset="0"/>
              </a:rPr>
              <a:t>;</a:t>
            </a:r>
            <a:br>
              <a:rPr lang="en-GB" dirty="0">
                <a:solidFill>
                  <a:srgbClr val="000000"/>
                </a:solidFill>
                <a:latin typeface="Lucida Console" pitchFamily="49" charset="0"/>
              </a:rPr>
            </a:br>
            <a:r>
              <a:rPr lang="en-GB" dirty="0">
                <a:solidFill>
                  <a:srgbClr val="000000"/>
                </a:solidFill>
                <a:latin typeface="Lucida Console" pitchFamily="49" charset="0"/>
              </a:rPr>
              <a:t>  }</a:t>
            </a:r>
          </a:p>
          <a:p>
            <a:pPr defTabSz="739775" eaLnBrk="0" hangingPunct="0">
              <a:tabLst>
                <a:tab pos="341313" algn="l"/>
                <a:tab pos="690563" algn="l"/>
                <a:tab pos="1030288" algn="l"/>
                <a:tab pos="1371600" algn="l"/>
              </a:tabLst>
              <a:defRPr/>
            </a:pPr>
            <a:endParaRPr lang="en-GB" dirty="0">
              <a:solidFill>
                <a:srgbClr val="000000"/>
              </a:solidFill>
              <a:latin typeface="Lucida Console" pitchFamily="49" charset="0"/>
            </a:endParaRPr>
          </a:p>
          <a:p>
            <a:pPr defTabSz="739775" eaLnBrk="0" hangingPunct="0">
              <a:tabLst>
                <a:tab pos="341313" algn="l"/>
                <a:tab pos="690563" algn="l"/>
                <a:tab pos="1030288" algn="l"/>
                <a:tab pos="1371600" algn="l"/>
              </a:tabLst>
              <a:defRPr/>
            </a:pPr>
            <a:r>
              <a:rPr lang="en-GB" dirty="0">
                <a:solidFill>
                  <a:srgbClr val="000000"/>
                </a:solidFill>
                <a:latin typeface="Lucida Console" pitchFamily="49" charset="0"/>
              </a:rPr>
              <a:t>  </a:t>
            </a:r>
            <a:r>
              <a:rPr lang="en-GB" dirty="0">
                <a:solidFill>
                  <a:srgbClr val="0000C8"/>
                </a:solidFill>
                <a:latin typeface="Lucida Console" pitchFamily="49" charset="0"/>
              </a:rPr>
              <a:t>public</a:t>
            </a:r>
            <a:r>
              <a:rPr lang="en-GB" dirty="0">
                <a:solidFill>
                  <a:srgbClr val="000000"/>
                </a:solidFill>
                <a:latin typeface="Lucida Console" pitchFamily="49" charset="0"/>
              </a:rPr>
              <a:t> </a:t>
            </a:r>
            <a:r>
              <a:rPr lang="en-GB" sz="1800" dirty="0">
                <a:solidFill>
                  <a:srgbClr val="0000FF"/>
                </a:solidFill>
                <a:latin typeface="Cascadia Mono" panose="020B0609020000020004" pitchFamily="49" charset="0"/>
              </a:rPr>
              <a:t>void</a:t>
            </a:r>
            <a:r>
              <a:rPr lang="en-GB" sz="1800" dirty="0">
                <a:solidFill>
                  <a:srgbClr val="000000"/>
                </a:solidFill>
                <a:latin typeface="Cascadia Mono" panose="020B0609020000020004" pitchFamily="49" charset="0"/>
              </a:rPr>
              <a:t> </a:t>
            </a:r>
            <a:r>
              <a:rPr lang="en-GB" dirty="0" err="1">
                <a:solidFill>
                  <a:srgbClr val="000000"/>
                </a:solidFill>
                <a:latin typeface="Lucida Console" pitchFamily="49" charset="0"/>
              </a:rPr>
              <a:t>ChangeYearOfCreation</a:t>
            </a:r>
            <a:r>
              <a:rPr lang="en-GB" dirty="0">
                <a:solidFill>
                  <a:srgbClr val="000000"/>
                </a:solidFill>
                <a:latin typeface="Lucida Console" pitchFamily="49" charset="0"/>
              </a:rPr>
              <a:t>() {	</a:t>
            </a:r>
            <a:br>
              <a:rPr lang="en-GB" dirty="0">
                <a:solidFill>
                  <a:srgbClr val="000000"/>
                </a:solidFill>
                <a:latin typeface="Lucida Console" pitchFamily="49" charset="0"/>
              </a:rPr>
            </a:br>
            <a:endParaRPr lang="en-GB" dirty="0">
              <a:solidFill>
                <a:srgbClr val="000000"/>
              </a:solidFill>
              <a:latin typeface="Lucida Console" pitchFamily="49" charset="0"/>
            </a:endParaRPr>
          </a:p>
          <a:p>
            <a:pPr defTabSz="739775" eaLnBrk="0" hangingPunct="0">
              <a:tabLst>
                <a:tab pos="341313" algn="l"/>
                <a:tab pos="690563" algn="l"/>
                <a:tab pos="1030288" algn="l"/>
                <a:tab pos="1371600" algn="l"/>
              </a:tabLst>
              <a:defRPr/>
            </a:pPr>
            <a:r>
              <a:rPr lang="en-GB" dirty="0">
                <a:solidFill>
                  <a:srgbClr val="000000"/>
                </a:solidFill>
                <a:latin typeface="Lucida Console" pitchFamily="49" charset="0"/>
              </a:rPr>
              <a:t>     </a:t>
            </a:r>
            <a:r>
              <a:rPr lang="en-GB" b="1" dirty="0" err="1">
                <a:solidFill>
                  <a:srgbClr val="000000"/>
                </a:solidFill>
                <a:latin typeface="Lucida Console" pitchFamily="49" charset="0"/>
              </a:rPr>
              <a:t>yearOfCreation</a:t>
            </a:r>
            <a:r>
              <a:rPr lang="en-GB" b="1" dirty="0">
                <a:solidFill>
                  <a:srgbClr val="000000"/>
                </a:solidFill>
                <a:latin typeface="Lucida Console" pitchFamily="49" charset="0"/>
              </a:rPr>
              <a:t>++</a:t>
            </a:r>
            <a:r>
              <a:rPr lang="en-GB" dirty="0">
                <a:solidFill>
                  <a:srgbClr val="000000"/>
                </a:solidFill>
                <a:latin typeface="Lucida Console" pitchFamily="49" charset="0"/>
              </a:rPr>
              <a:t>; </a:t>
            </a:r>
            <a:r>
              <a:rPr lang="en-GB" sz="2000" b="1" dirty="0">
                <a:solidFill>
                  <a:schemeClr val="tx2">
                    <a:lumMod val="75000"/>
                  </a:schemeClr>
                </a:solidFill>
                <a:latin typeface="Lucida Console" pitchFamily="49" charset="0"/>
              </a:rPr>
              <a:t>✔</a:t>
            </a:r>
            <a:endParaRPr lang="en-GB" b="1" dirty="0">
              <a:solidFill>
                <a:schemeClr val="tx2">
                  <a:lumMod val="75000"/>
                </a:schemeClr>
              </a:solidFill>
              <a:latin typeface="Lucida Console" pitchFamily="49" charset="0"/>
            </a:endParaRPr>
          </a:p>
          <a:p>
            <a:pPr defTabSz="739775" eaLnBrk="0" hangingPunct="0">
              <a:tabLst>
                <a:tab pos="341313" algn="l"/>
                <a:tab pos="690563" algn="l"/>
                <a:tab pos="1030288" algn="l"/>
                <a:tab pos="1371600" algn="l"/>
              </a:tabLst>
              <a:defRPr/>
            </a:pPr>
            <a:r>
              <a:rPr lang="en-GB" dirty="0">
                <a:solidFill>
                  <a:srgbClr val="000000"/>
                </a:solidFill>
                <a:latin typeface="Lucida Console" pitchFamily="49" charset="0"/>
              </a:rPr>
              <a:t>  }</a:t>
            </a:r>
          </a:p>
          <a:p>
            <a:pPr defTabSz="739775" eaLnBrk="0" hangingPunct="0">
              <a:tabLst>
                <a:tab pos="341313" algn="l"/>
                <a:tab pos="690563" algn="l"/>
                <a:tab pos="1030288" algn="l"/>
                <a:tab pos="1371600" algn="l"/>
              </a:tabLst>
              <a:defRPr/>
            </a:pPr>
            <a:r>
              <a:rPr lang="en-GB" dirty="0">
                <a:solidFill>
                  <a:srgbClr val="000000"/>
                </a:solidFill>
                <a:latin typeface="Lucida Console" pitchFamily="49" charset="0"/>
              </a:rPr>
              <a:t>}</a:t>
            </a:r>
            <a:endParaRPr lang="en-GB" dirty="0">
              <a:solidFill>
                <a:srgbClr val="008000"/>
              </a:solidFill>
              <a:latin typeface="Lucida Console" pitchFamily="49" charset="0"/>
            </a:endParaRPr>
          </a:p>
        </p:txBody>
      </p:sp>
      <p:sp>
        <p:nvSpPr>
          <p:cNvPr id="3" name="Speech Bubble: Rectangle with Corners Rounded 2">
            <a:extLst>
              <a:ext uri="{FF2B5EF4-FFF2-40B4-BE49-F238E27FC236}">
                <a16:creationId xmlns:a16="http://schemas.microsoft.com/office/drawing/2014/main" id="{D8813153-43FF-9738-5CDE-7FE8E0528A69}"/>
              </a:ext>
            </a:extLst>
          </p:cNvPr>
          <p:cNvSpPr/>
          <p:nvPr/>
        </p:nvSpPr>
        <p:spPr>
          <a:xfrm>
            <a:off x="7120177" y="3058160"/>
            <a:ext cx="3629103" cy="481861"/>
          </a:xfrm>
          <a:prstGeom prst="wedgeRoundRectCallout">
            <a:avLst>
              <a:gd name="adj1" fmla="val -58193"/>
              <a:gd name="adj2" fmla="val 27083"/>
              <a:gd name="adj3" fmla="val 16667"/>
            </a:avLst>
          </a:prstGeom>
          <a:solidFill>
            <a:schemeClr val="tx2"/>
          </a:solidFill>
          <a:ln>
            <a:noFill/>
          </a:ln>
          <a:effectLst>
            <a:outerShdw blurRad="50800" dist="38100" algn="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400" b="1" dirty="0">
                <a:solidFill>
                  <a:schemeClr val="tx1"/>
                </a:solidFill>
              </a:rPr>
              <a:t>Constructors can change the value</a:t>
            </a:r>
          </a:p>
        </p:txBody>
      </p:sp>
      <p:sp>
        <p:nvSpPr>
          <p:cNvPr id="5" name="Speech Bubble: Rectangle with Corners Rounded 4">
            <a:extLst>
              <a:ext uri="{FF2B5EF4-FFF2-40B4-BE49-F238E27FC236}">
                <a16:creationId xmlns:a16="http://schemas.microsoft.com/office/drawing/2014/main" id="{9F0B986F-BC6A-5714-2B59-7EEE35B61505}"/>
              </a:ext>
            </a:extLst>
          </p:cNvPr>
          <p:cNvSpPr/>
          <p:nvPr/>
        </p:nvSpPr>
        <p:spPr>
          <a:xfrm>
            <a:off x="5088177" y="4602480"/>
            <a:ext cx="2948383" cy="481861"/>
          </a:xfrm>
          <a:prstGeom prst="wedgeRoundRectCallout">
            <a:avLst>
              <a:gd name="adj1" fmla="val -58538"/>
              <a:gd name="adj2" fmla="val -21412"/>
              <a:gd name="adj3" fmla="val 16667"/>
            </a:avLst>
          </a:prstGeom>
          <a:solidFill>
            <a:schemeClr val="tx2"/>
          </a:solidFill>
          <a:ln>
            <a:noFill/>
          </a:ln>
          <a:effectLst>
            <a:outerShdw blurRad="50800" dist="38100" algn="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400" b="1" dirty="0">
                <a:solidFill>
                  <a:schemeClr val="tx1"/>
                </a:solidFill>
              </a:rPr>
              <a:t>Or any method in the class</a:t>
            </a:r>
          </a:p>
        </p:txBody>
      </p:sp>
    </p:spTree>
    <p:extLst>
      <p:ext uri="{BB962C8B-B14F-4D97-AF65-F5344CB8AC3E}">
        <p14:creationId xmlns:p14="http://schemas.microsoft.com/office/powerpoint/2010/main" val="289893659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6" name="Rectangle 2"/>
          <p:cNvSpPr>
            <a:spLocks noGrp="1" noChangeArrowheads="1"/>
          </p:cNvSpPr>
          <p:nvPr>
            <p:ph type="title"/>
          </p:nvPr>
        </p:nvSpPr>
        <p:spPr/>
        <p:txBody>
          <a:bodyPr/>
          <a:lstStyle/>
          <a:p>
            <a:pPr eaLnBrk="1" hangingPunct="1"/>
            <a:r>
              <a:rPr lang="en-GB" dirty="0"/>
              <a:t>Creating constant values</a:t>
            </a:r>
          </a:p>
        </p:txBody>
      </p:sp>
      <p:sp>
        <p:nvSpPr>
          <p:cNvPr id="863237" name="Rectangle 5"/>
          <p:cNvSpPr>
            <a:spLocks noChangeArrowheads="1"/>
          </p:cNvSpPr>
          <p:nvPr/>
        </p:nvSpPr>
        <p:spPr bwMode="auto">
          <a:xfrm>
            <a:off x="1040668" y="1515118"/>
            <a:ext cx="9708612" cy="4521751"/>
          </a:xfrm>
          <a:prstGeom prst="rect">
            <a:avLst/>
          </a:prstGeom>
          <a:solidFill>
            <a:schemeClr val="accent5">
              <a:lumMod val="20000"/>
              <a:lumOff val="80000"/>
            </a:schemeClr>
          </a:solidFill>
          <a:ln w="19050">
            <a:noFill/>
            <a:miter lim="800000"/>
            <a:headEnd/>
            <a:tailEnd/>
          </a:ln>
          <a:effectLst>
            <a:outerShdw blurRad="50800" dist="38100" algn="l" rotWithShape="0">
              <a:prstClr val="black">
                <a:alpha val="40000"/>
              </a:prstClr>
            </a:outerShdw>
          </a:effectLst>
        </p:spPr>
        <p:txBody>
          <a:bodyPr wrap="square" lIns="90488" tIns="44450" rIns="90488" bIns="44450">
            <a:spAutoFit/>
          </a:bodyPr>
          <a:lstStyle/>
          <a:p>
            <a:pPr defTabSz="739775" eaLnBrk="0" hangingPunct="0">
              <a:tabLst>
                <a:tab pos="341313" algn="l"/>
                <a:tab pos="690563" algn="l"/>
                <a:tab pos="1030288" algn="l"/>
                <a:tab pos="1371600" algn="l"/>
              </a:tabLst>
              <a:defRPr/>
            </a:pPr>
            <a:r>
              <a:rPr lang="en-GB" dirty="0">
                <a:solidFill>
                  <a:srgbClr val="0000C8"/>
                </a:solidFill>
                <a:latin typeface="Lucida Console" pitchFamily="49" charset="0"/>
              </a:rPr>
              <a:t>public class</a:t>
            </a:r>
            <a:r>
              <a:rPr lang="en-GB" dirty="0">
                <a:solidFill>
                  <a:srgbClr val="000000"/>
                </a:solidFill>
                <a:latin typeface="Lucida Console" pitchFamily="49" charset="0"/>
              </a:rPr>
              <a:t> Car {</a:t>
            </a:r>
          </a:p>
          <a:p>
            <a:pPr defTabSz="739775" eaLnBrk="0" hangingPunct="0">
              <a:tabLst>
                <a:tab pos="341313" algn="l"/>
                <a:tab pos="690563" algn="l"/>
                <a:tab pos="1030288" algn="l"/>
                <a:tab pos="1371600" algn="l"/>
              </a:tabLst>
              <a:defRPr/>
            </a:pPr>
            <a:endParaRPr lang="en-GB" dirty="0">
              <a:solidFill>
                <a:srgbClr val="000000"/>
              </a:solidFill>
              <a:latin typeface="Lucida Console" pitchFamily="49" charset="0"/>
            </a:endParaRPr>
          </a:p>
          <a:p>
            <a:pPr defTabSz="739775" eaLnBrk="0" hangingPunct="0">
              <a:tabLst>
                <a:tab pos="341313" algn="l"/>
                <a:tab pos="690563" algn="l"/>
                <a:tab pos="1030288" algn="l"/>
                <a:tab pos="1371600" algn="l"/>
              </a:tabLst>
              <a:defRPr/>
            </a:pPr>
            <a:r>
              <a:rPr lang="en-GB" dirty="0">
                <a:solidFill>
                  <a:srgbClr val="000000"/>
                </a:solidFill>
                <a:latin typeface="Lucida Console" pitchFamily="49" charset="0"/>
              </a:rPr>
              <a:t>  </a:t>
            </a:r>
            <a:r>
              <a:rPr lang="en-GB" dirty="0">
                <a:solidFill>
                  <a:srgbClr val="0000C8"/>
                </a:solidFill>
                <a:latin typeface="Lucida Console" pitchFamily="49" charset="0"/>
              </a:rPr>
              <a:t>public </a:t>
            </a:r>
            <a:r>
              <a:rPr lang="en-GB" sz="1800" dirty="0" err="1">
                <a:solidFill>
                  <a:srgbClr val="0000FF"/>
                </a:solidFill>
                <a:latin typeface="Cascadia Mono" panose="020B0609020000020004" pitchFamily="49" charset="0"/>
              </a:rPr>
              <a:t>const</a:t>
            </a:r>
            <a:r>
              <a:rPr lang="en-GB" dirty="0">
                <a:solidFill>
                  <a:srgbClr val="FA3200"/>
                </a:solidFill>
                <a:latin typeface="Lucida Console" pitchFamily="49" charset="0"/>
              </a:rPr>
              <a:t> </a:t>
            </a:r>
            <a:r>
              <a:rPr lang="en-GB" dirty="0">
                <a:solidFill>
                  <a:srgbClr val="000000"/>
                </a:solidFill>
                <a:latin typeface="Lucida Console" pitchFamily="49" charset="0"/>
              </a:rPr>
              <a:t>double VAT = 0.2;</a:t>
            </a:r>
          </a:p>
          <a:p>
            <a:pPr defTabSz="739775" eaLnBrk="0" hangingPunct="0">
              <a:tabLst>
                <a:tab pos="341313" algn="l"/>
                <a:tab pos="690563" algn="l"/>
                <a:tab pos="1030288" algn="l"/>
                <a:tab pos="1371600" algn="l"/>
              </a:tabLst>
              <a:defRPr/>
            </a:pPr>
            <a:endParaRPr lang="en-GB" dirty="0">
              <a:solidFill>
                <a:srgbClr val="000000"/>
              </a:solidFill>
              <a:latin typeface="Lucida Console" pitchFamily="49" charset="0"/>
            </a:endParaRPr>
          </a:p>
          <a:p>
            <a:pPr defTabSz="739775" eaLnBrk="0" hangingPunct="0">
              <a:tabLst>
                <a:tab pos="341313" algn="l"/>
                <a:tab pos="690563" algn="l"/>
                <a:tab pos="1030288" algn="l"/>
                <a:tab pos="1371600" algn="l"/>
              </a:tabLst>
              <a:defRPr/>
            </a:pPr>
            <a:r>
              <a:rPr lang="en-GB" dirty="0">
                <a:solidFill>
                  <a:srgbClr val="000000"/>
                </a:solidFill>
                <a:latin typeface="Lucida Console" pitchFamily="49" charset="0"/>
              </a:rPr>
              <a:t>  </a:t>
            </a:r>
            <a:r>
              <a:rPr lang="en-GB" dirty="0">
                <a:solidFill>
                  <a:srgbClr val="0000C8"/>
                </a:solidFill>
                <a:latin typeface="Lucida Console" pitchFamily="49" charset="0"/>
              </a:rPr>
              <a:t>public </a:t>
            </a:r>
            <a:r>
              <a:rPr lang="en-GB" sz="1800" dirty="0" err="1">
                <a:solidFill>
                  <a:srgbClr val="0000FF"/>
                </a:solidFill>
                <a:latin typeface="Cascadia Mono" panose="020B0609020000020004" pitchFamily="49" charset="0"/>
              </a:rPr>
              <a:t>const</a:t>
            </a:r>
            <a:r>
              <a:rPr lang="en-GB" dirty="0">
                <a:solidFill>
                  <a:srgbClr val="FA3200"/>
                </a:solidFill>
                <a:latin typeface="Lucida Console" pitchFamily="49" charset="0"/>
              </a:rPr>
              <a:t> </a:t>
            </a:r>
            <a:r>
              <a:rPr lang="en-GB" dirty="0">
                <a:solidFill>
                  <a:srgbClr val="000000"/>
                </a:solidFill>
                <a:latin typeface="Lucida Console" pitchFamily="49" charset="0"/>
              </a:rPr>
              <a:t>double RATE = </a:t>
            </a:r>
            <a:r>
              <a:rPr lang="en-GB" dirty="0" err="1">
                <a:solidFill>
                  <a:srgbClr val="000000"/>
                </a:solidFill>
                <a:latin typeface="Lucida Console" pitchFamily="49" charset="0"/>
              </a:rPr>
              <a:t>getRate</a:t>
            </a:r>
            <a:r>
              <a:rPr lang="en-GB" dirty="0">
                <a:solidFill>
                  <a:srgbClr val="000000"/>
                </a:solidFill>
                <a:latin typeface="Lucida Console" pitchFamily="49" charset="0"/>
              </a:rPr>
              <a:t>();  </a:t>
            </a:r>
          </a:p>
          <a:p>
            <a:pPr defTabSz="739775" eaLnBrk="0" hangingPunct="0">
              <a:tabLst>
                <a:tab pos="341313" algn="l"/>
                <a:tab pos="690563" algn="l"/>
                <a:tab pos="1030288" algn="l"/>
                <a:tab pos="1371600" algn="l"/>
              </a:tabLst>
              <a:defRPr/>
            </a:pPr>
            <a:endParaRPr lang="en-GB" dirty="0">
              <a:solidFill>
                <a:srgbClr val="000000"/>
              </a:solidFill>
              <a:latin typeface="Lucida Console" pitchFamily="49" charset="0"/>
            </a:endParaRPr>
          </a:p>
          <a:p>
            <a:pPr defTabSz="739775" eaLnBrk="0" hangingPunct="0">
              <a:tabLst>
                <a:tab pos="341313" algn="l"/>
                <a:tab pos="690563" algn="l"/>
                <a:tab pos="1030288" algn="l"/>
                <a:tab pos="1371600" algn="l"/>
              </a:tabLst>
              <a:defRPr/>
            </a:pPr>
            <a:endParaRPr lang="en-GB" dirty="0">
              <a:solidFill>
                <a:srgbClr val="000000"/>
              </a:solidFill>
              <a:latin typeface="Lucida Console" pitchFamily="49" charset="0"/>
            </a:endParaRPr>
          </a:p>
          <a:p>
            <a:pPr defTabSz="739775" eaLnBrk="0" hangingPunct="0">
              <a:tabLst>
                <a:tab pos="341313" algn="l"/>
                <a:tab pos="690563" algn="l"/>
                <a:tab pos="1030288" algn="l"/>
                <a:tab pos="1371600" algn="l"/>
              </a:tabLst>
              <a:defRPr/>
            </a:pPr>
            <a:r>
              <a:rPr lang="en-GB" dirty="0">
                <a:solidFill>
                  <a:srgbClr val="000000"/>
                </a:solidFill>
                <a:latin typeface="Lucida Console" pitchFamily="49" charset="0"/>
              </a:rPr>
              <a:t>  </a:t>
            </a:r>
            <a:r>
              <a:rPr lang="en-GB" dirty="0">
                <a:solidFill>
                  <a:srgbClr val="0000C8"/>
                </a:solidFill>
                <a:latin typeface="Lucida Console" pitchFamily="49" charset="0"/>
              </a:rPr>
              <a:t>public</a:t>
            </a:r>
            <a:r>
              <a:rPr lang="en-GB" dirty="0">
                <a:solidFill>
                  <a:srgbClr val="000000"/>
                </a:solidFill>
                <a:latin typeface="Lucida Console" pitchFamily="49" charset="0"/>
              </a:rPr>
              <a:t> Car() {	</a:t>
            </a:r>
            <a:br>
              <a:rPr lang="en-GB" dirty="0">
                <a:solidFill>
                  <a:srgbClr val="000000"/>
                </a:solidFill>
                <a:latin typeface="Lucida Console" pitchFamily="49" charset="0"/>
              </a:rPr>
            </a:br>
            <a:r>
              <a:rPr lang="en-GB" dirty="0">
                <a:solidFill>
                  <a:srgbClr val="000000"/>
                </a:solidFill>
                <a:latin typeface="Lucida Console" pitchFamily="49" charset="0"/>
              </a:rPr>
              <a:t>     VAT = 0.15;</a:t>
            </a:r>
            <a:br>
              <a:rPr lang="en-GB" dirty="0">
                <a:solidFill>
                  <a:srgbClr val="000000"/>
                </a:solidFill>
                <a:latin typeface="Lucida Console" pitchFamily="49" charset="0"/>
              </a:rPr>
            </a:br>
            <a:r>
              <a:rPr lang="en-GB" dirty="0">
                <a:solidFill>
                  <a:srgbClr val="000000"/>
                </a:solidFill>
                <a:latin typeface="Lucida Console" pitchFamily="49" charset="0"/>
              </a:rPr>
              <a:t>  }</a:t>
            </a:r>
          </a:p>
          <a:p>
            <a:pPr defTabSz="739775" eaLnBrk="0" hangingPunct="0">
              <a:tabLst>
                <a:tab pos="341313" algn="l"/>
                <a:tab pos="690563" algn="l"/>
                <a:tab pos="1030288" algn="l"/>
                <a:tab pos="1371600" algn="l"/>
              </a:tabLst>
              <a:defRPr/>
            </a:pPr>
            <a:endParaRPr lang="en-GB" dirty="0">
              <a:solidFill>
                <a:srgbClr val="000000"/>
              </a:solidFill>
              <a:latin typeface="Lucida Console" pitchFamily="49" charset="0"/>
            </a:endParaRPr>
          </a:p>
          <a:p>
            <a:pPr defTabSz="739775" eaLnBrk="0" hangingPunct="0">
              <a:tabLst>
                <a:tab pos="341313" algn="l"/>
                <a:tab pos="690563" algn="l"/>
                <a:tab pos="1030288" algn="l"/>
                <a:tab pos="1371600" algn="l"/>
              </a:tabLst>
              <a:defRPr/>
            </a:pPr>
            <a:r>
              <a:rPr lang="en-GB" dirty="0">
                <a:solidFill>
                  <a:srgbClr val="000000"/>
                </a:solidFill>
                <a:latin typeface="Lucida Console" pitchFamily="49" charset="0"/>
              </a:rPr>
              <a:t>  </a:t>
            </a:r>
            <a:r>
              <a:rPr lang="en-GB" dirty="0">
                <a:solidFill>
                  <a:srgbClr val="0000C8"/>
                </a:solidFill>
                <a:latin typeface="Lucida Console" pitchFamily="49" charset="0"/>
              </a:rPr>
              <a:t>public</a:t>
            </a:r>
            <a:r>
              <a:rPr lang="en-GB" dirty="0">
                <a:solidFill>
                  <a:srgbClr val="000000"/>
                </a:solidFill>
                <a:latin typeface="Lucida Console" pitchFamily="49" charset="0"/>
              </a:rPr>
              <a:t> </a:t>
            </a:r>
            <a:r>
              <a:rPr lang="en-GB" sz="1800" dirty="0">
                <a:solidFill>
                  <a:srgbClr val="0000FF"/>
                </a:solidFill>
                <a:latin typeface="Cascadia Mono" panose="020B0609020000020004" pitchFamily="49" charset="0"/>
              </a:rPr>
              <a:t>void</a:t>
            </a:r>
            <a:r>
              <a:rPr lang="en-GB" sz="1800" dirty="0">
                <a:solidFill>
                  <a:srgbClr val="000000"/>
                </a:solidFill>
                <a:latin typeface="Cascadia Mono" panose="020B0609020000020004" pitchFamily="49" charset="0"/>
              </a:rPr>
              <a:t> </a:t>
            </a:r>
            <a:r>
              <a:rPr lang="en-GB" dirty="0" err="1">
                <a:solidFill>
                  <a:srgbClr val="000000"/>
                </a:solidFill>
                <a:latin typeface="Lucida Console" pitchFamily="49" charset="0"/>
              </a:rPr>
              <a:t>ChangeYearOfCreation</a:t>
            </a:r>
            <a:r>
              <a:rPr lang="en-GB" dirty="0">
                <a:solidFill>
                  <a:srgbClr val="000000"/>
                </a:solidFill>
                <a:latin typeface="Lucida Console" pitchFamily="49" charset="0"/>
              </a:rPr>
              <a:t>() {	</a:t>
            </a:r>
            <a:br>
              <a:rPr lang="en-GB" dirty="0">
                <a:solidFill>
                  <a:srgbClr val="000000"/>
                </a:solidFill>
                <a:latin typeface="Lucida Console" pitchFamily="49" charset="0"/>
              </a:rPr>
            </a:br>
            <a:endParaRPr lang="en-GB" dirty="0">
              <a:solidFill>
                <a:srgbClr val="000000"/>
              </a:solidFill>
              <a:latin typeface="Lucida Console" pitchFamily="49" charset="0"/>
            </a:endParaRPr>
          </a:p>
          <a:p>
            <a:pPr defTabSz="739775" eaLnBrk="0" hangingPunct="0">
              <a:tabLst>
                <a:tab pos="341313" algn="l"/>
                <a:tab pos="690563" algn="l"/>
                <a:tab pos="1030288" algn="l"/>
                <a:tab pos="1371600" algn="l"/>
              </a:tabLst>
              <a:defRPr/>
            </a:pPr>
            <a:r>
              <a:rPr lang="en-GB" dirty="0">
                <a:solidFill>
                  <a:srgbClr val="000000"/>
                </a:solidFill>
                <a:latin typeface="Lucida Console" pitchFamily="49" charset="0"/>
              </a:rPr>
              <a:t>     </a:t>
            </a:r>
            <a:r>
              <a:rPr lang="en-GB" b="1" dirty="0" err="1">
                <a:solidFill>
                  <a:srgbClr val="000000"/>
                </a:solidFill>
                <a:latin typeface="Lucida Console" pitchFamily="49" charset="0"/>
              </a:rPr>
              <a:t>yearOfCreation</a:t>
            </a:r>
            <a:r>
              <a:rPr lang="en-GB" b="1" dirty="0">
                <a:solidFill>
                  <a:srgbClr val="000000"/>
                </a:solidFill>
                <a:latin typeface="Lucida Console" pitchFamily="49" charset="0"/>
              </a:rPr>
              <a:t>++</a:t>
            </a:r>
            <a:r>
              <a:rPr lang="en-GB" dirty="0">
                <a:solidFill>
                  <a:srgbClr val="000000"/>
                </a:solidFill>
                <a:latin typeface="Lucida Console" pitchFamily="49" charset="0"/>
              </a:rPr>
              <a:t>; </a:t>
            </a:r>
          </a:p>
          <a:p>
            <a:pPr defTabSz="739775" eaLnBrk="0" hangingPunct="0">
              <a:tabLst>
                <a:tab pos="341313" algn="l"/>
                <a:tab pos="690563" algn="l"/>
                <a:tab pos="1030288" algn="l"/>
                <a:tab pos="1371600" algn="l"/>
              </a:tabLst>
              <a:defRPr/>
            </a:pPr>
            <a:r>
              <a:rPr lang="en-GB" dirty="0">
                <a:solidFill>
                  <a:srgbClr val="000000"/>
                </a:solidFill>
                <a:latin typeface="Lucida Console" pitchFamily="49" charset="0"/>
              </a:rPr>
              <a:t>  }</a:t>
            </a:r>
          </a:p>
          <a:p>
            <a:pPr defTabSz="739775" eaLnBrk="0" hangingPunct="0">
              <a:tabLst>
                <a:tab pos="341313" algn="l"/>
                <a:tab pos="690563" algn="l"/>
                <a:tab pos="1030288" algn="l"/>
                <a:tab pos="1371600" algn="l"/>
              </a:tabLst>
              <a:defRPr/>
            </a:pPr>
            <a:r>
              <a:rPr lang="en-GB" dirty="0">
                <a:solidFill>
                  <a:srgbClr val="000000"/>
                </a:solidFill>
                <a:latin typeface="Lucida Console" pitchFamily="49" charset="0"/>
              </a:rPr>
              <a:t>}</a:t>
            </a:r>
            <a:endParaRPr lang="en-GB" dirty="0">
              <a:solidFill>
                <a:srgbClr val="008000"/>
              </a:solidFill>
              <a:latin typeface="Lucida Console" pitchFamily="49" charset="0"/>
            </a:endParaRPr>
          </a:p>
        </p:txBody>
      </p:sp>
      <p:sp>
        <p:nvSpPr>
          <p:cNvPr id="2" name="Rectangle 21">
            <a:extLst>
              <a:ext uri="{FF2B5EF4-FFF2-40B4-BE49-F238E27FC236}">
                <a16:creationId xmlns:a16="http://schemas.microsoft.com/office/drawing/2014/main" id="{3CA1CBA6-221F-594E-64AB-CCAB613AAAEF}"/>
              </a:ext>
            </a:extLst>
          </p:cNvPr>
          <p:cNvSpPr>
            <a:spLocks noChangeArrowheads="1"/>
          </p:cNvSpPr>
          <p:nvPr/>
        </p:nvSpPr>
        <p:spPr bwMode="auto">
          <a:xfrm>
            <a:off x="3401937" y="3626654"/>
            <a:ext cx="476250" cy="698500"/>
          </a:xfrm>
          <a:prstGeom prst="rect">
            <a:avLst/>
          </a:prstGeom>
          <a:noFill/>
          <a:ln w="12700">
            <a:noFill/>
            <a:miter lim="800000"/>
            <a:headEnd/>
            <a:tailEnd/>
          </a:ln>
          <a:effectLst/>
        </p:spPr>
        <p:txBody>
          <a:bodyPr lIns="90488" tIns="44450" rIns="90488" bIns="44450">
            <a:spAutoFit/>
          </a:bodyPr>
          <a:lstStyle/>
          <a:p>
            <a:pPr defTabSz="739775" eaLnBrk="0" hangingPunct="0">
              <a:defRPr/>
            </a:pPr>
            <a:r>
              <a:rPr lang="en-US" sz="4000" dirty="0">
                <a:solidFill>
                  <a:srgbClr val="FF3300"/>
                </a:solidFill>
                <a:latin typeface="Wingdings" pitchFamily="2" charset="2"/>
              </a:rPr>
              <a:t></a:t>
            </a:r>
          </a:p>
        </p:txBody>
      </p:sp>
      <p:sp>
        <p:nvSpPr>
          <p:cNvPr id="3" name="Speech Bubble: Rectangle with Corners Rounded 2">
            <a:extLst>
              <a:ext uri="{FF2B5EF4-FFF2-40B4-BE49-F238E27FC236}">
                <a16:creationId xmlns:a16="http://schemas.microsoft.com/office/drawing/2014/main" id="{D8813153-43FF-9738-5CDE-7FE8E0528A69}"/>
              </a:ext>
            </a:extLst>
          </p:cNvPr>
          <p:cNvSpPr/>
          <p:nvPr/>
        </p:nvSpPr>
        <p:spPr>
          <a:xfrm>
            <a:off x="4346817" y="3248735"/>
            <a:ext cx="4817503" cy="398705"/>
          </a:xfrm>
          <a:prstGeom prst="wedgeRoundRectCallout">
            <a:avLst>
              <a:gd name="adj1" fmla="val -58193"/>
              <a:gd name="adj2" fmla="val 27083"/>
              <a:gd name="adj3" fmla="val 16667"/>
            </a:avLst>
          </a:prstGeom>
          <a:solidFill>
            <a:schemeClr val="tx2"/>
          </a:solidFill>
          <a:ln>
            <a:noFill/>
          </a:ln>
          <a:effectLst>
            <a:outerShdw blurRad="50800" dist="38100" algn="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400" b="1" dirty="0">
                <a:solidFill>
                  <a:schemeClr val="tx1"/>
                </a:solidFill>
              </a:rPr>
              <a:t>Not even a constructor can change the value</a:t>
            </a:r>
          </a:p>
        </p:txBody>
      </p:sp>
      <p:sp>
        <p:nvSpPr>
          <p:cNvPr id="6" name="Speech Bubble: Rectangle with Corners Rounded 5">
            <a:extLst>
              <a:ext uri="{FF2B5EF4-FFF2-40B4-BE49-F238E27FC236}">
                <a16:creationId xmlns:a16="http://schemas.microsoft.com/office/drawing/2014/main" id="{549C766B-CD33-DA3B-1739-65CA649AF2BA}"/>
              </a:ext>
            </a:extLst>
          </p:cNvPr>
          <p:cNvSpPr/>
          <p:nvPr/>
        </p:nvSpPr>
        <p:spPr>
          <a:xfrm>
            <a:off x="6023217" y="2062479"/>
            <a:ext cx="4248543" cy="398705"/>
          </a:xfrm>
          <a:prstGeom prst="wedgeRoundRectCallout">
            <a:avLst>
              <a:gd name="adj1" fmla="val -58432"/>
              <a:gd name="adj2" fmla="val -17830"/>
              <a:gd name="adj3" fmla="val 16667"/>
            </a:avLst>
          </a:prstGeom>
          <a:solidFill>
            <a:schemeClr val="tx2"/>
          </a:solidFill>
          <a:ln>
            <a:noFill/>
          </a:ln>
          <a:effectLst>
            <a:outerShdw blurRad="50800" dist="38100" algn="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400" b="1" dirty="0">
                <a:solidFill>
                  <a:schemeClr val="tx1"/>
                </a:solidFill>
              </a:rPr>
              <a:t>Value can only be set during declaration</a:t>
            </a:r>
          </a:p>
        </p:txBody>
      </p:sp>
      <p:sp>
        <p:nvSpPr>
          <p:cNvPr id="7" name="Speech Bubble: Rectangle with Corners Rounded 6">
            <a:extLst>
              <a:ext uri="{FF2B5EF4-FFF2-40B4-BE49-F238E27FC236}">
                <a16:creationId xmlns:a16="http://schemas.microsoft.com/office/drawing/2014/main" id="{E3081A52-768D-2BAB-ABF5-BDAD46305C26}"/>
              </a:ext>
            </a:extLst>
          </p:cNvPr>
          <p:cNvSpPr/>
          <p:nvPr/>
        </p:nvSpPr>
        <p:spPr>
          <a:xfrm>
            <a:off x="6968097" y="2682239"/>
            <a:ext cx="3029343" cy="398705"/>
          </a:xfrm>
          <a:prstGeom prst="wedgeRoundRectCallout">
            <a:avLst>
              <a:gd name="adj1" fmla="val -58432"/>
              <a:gd name="adj2" fmla="val -17830"/>
              <a:gd name="adj3" fmla="val 16667"/>
            </a:avLst>
          </a:prstGeom>
          <a:solidFill>
            <a:schemeClr val="accent4">
              <a:lumMod val="40000"/>
              <a:lumOff val="60000"/>
            </a:schemeClr>
          </a:solidFill>
          <a:ln>
            <a:noFill/>
          </a:ln>
          <a:effectLst>
            <a:outerShdw blurRad="50800" dist="38100" algn="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400" b="1" dirty="0">
                <a:solidFill>
                  <a:schemeClr val="tx1"/>
                </a:solidFill>
              </a:rPr>
              <a:t>Has to be a constant value</a:t>
            </a:r>
          </a:p>
        </p:txBody>
      </p:sp>
      <p:sp>
        <p:nvSpPr>
          <p:cNvPr id="8" name="Rectangle 21">
            <a:extLst>
              <a:ext uri="{FF2B5EF4-FFF2-40B4-BE49-F238E27FC236}">
                <a16:creationId xmlns:a16="http://schemas.microsoft.com/office/drawing/2014/main" id="{E20C08C5-1A40-16B3-02E9-CE38F6DE1D44}"/>
              </a:ext>
            </a:extLst>
          </p:cNvPr>
          <p:cNvSpPr>
            <a:spLocks noChangeArrowheads="1"/>
          </p:cNvSpPr>
          <p:nvPr/>
        </p:nvSpPr>
        <p:spPr bwMode="auto">
          <a:xfrm>
            <a:off x="933057" y="2488734"/>
            <a:ext cx="476250" cy="698500"/>
          </a:xfrm>
          <a:prstGeom prst="rect">
            <a:avLst/>
          </a:prstGeom>
          <a:noFill/>
          <a:ln w="12700">
            <a:noFill/>
            <a:miter lim="800000"/>
            <a:headEnd/>
            <a:tailEnd/>
          </a:ln>
          <a:effectLst/>
        </p:spPr>
        <p:txBody>
          <a:bodyPr lIns="90488" tIns="44450" rIns="90488" bIns="44450">
            <a:spAutoFit/>
          </a:bodyPr>
          <a:lstStyle/>
          <a:p>
            <a:pPr defTabSz="739775" eaLnBrk="0" hangingPunct="0">
              <a:defRPr/>
            </a:pPr>
            <a:r>
              <a:rPr lang="en-US" sz="4000" dirty="0">
                <a:solidFill>
                  <a:srgbClr val="FF3300"/>
                </a:solidFill>
                <a:latin typeface="Wingdings" pitchFamily="2" charset="2"/>
              </a:rPr>
              <a:t></a:t>
            </a:r>
          </a:p>
        </p:txBody>
      </p:sp>
    </p:spTree>
    <p:extLst>
      <p:ext uri="{BB962C8B-B14F-4D97-AF65-F5344CB8AC3E}">
        <p14:creationId xmlns:p14="http://schemas.microsoft.com/office/powerpoint/2010/main" val="275391950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type="body" sz="quarter" idx="11"/>
          </p:nvPr>
        </p:nvSpPr>
        <p:spPr/>
        <p:txBody>
          <a:bodyPr vert="horz" lIns="0" tIns="0" rIns="0" bIns="0" rtlCol="0" anchor="t" anchorCtr="0">
            <a:noAutofit/>
          </a:bodyPr>
          <a:lstStyle/>
          <a:p>
            <a:r>
              <a:rPr lang="en-GB" b="1" dirty="0"/>
              <a:t>Type members are either:</a:t>
            </a:r>
          </a:p>
          <a:p>
            <a:pPr marL="342900" lvl="1" indent="-342900">
              <a:spcAft>
                <a:spcPts val="650"/>
              </a:spcAft>
              <a:buSzPct val="115000"/>
            </a:pPr>
            <a:r>
              <a:rPr lang="en-GB" dirty="0"/>
              <a:t>static (belong to type itself)</a:t>
            </a:r>
          </a:p>
          <a:p>
            <a:pPr marL="684000" lvl="2" indent="-342900">
              <a:buSzPct val="115000"/>
            </a:pPr>
            <a:r>
              <a:rPr lang="en-GB" dirty="0"/>
              <a:t>Always accessed via Type name</a:t>
            </a:r>
          </a:p>
          <a:p>
            <a:pPr marL="684000" lvl="2" indent="-342900">
              <a:buSzPct val="115000"/>
            </a:pPr>
            <a:r>
              <a:rPr lang="en-GB" dirty="0"/>
              <a:t>No instance needed to use them</a:t>
            </a:r>
          </a:p>
          <a:p>
            <a:pPr marL="342900" lvl="2" indent="-342900">
              <a:buSzPct val="115000"/>
            </a:pPr>
            <a:endParaRPr lang="en-GB" dirty="0"/>
          </a:p>
          <a:p>
            <a:pPr marL="342900" lvl="1" indent="-342900">
              <a:spcAft>
                <a:spcPts val="650"/>
              </a:spcAft>
              <a:buSzPct val="115000"/>
            </a:pPr>
            <a:endParaRPr lang="en-GB" dirty="0"/>
          </a:p>
        </p:txBody>
      </p:sp>
      <p:sp>
        <p:nvSpPr>
          <p:cNvPr id="857093" name="Rectangle 5"/>
          <p:cNvSpPr>
            <a:spLocks noChangeArrowheads="1"/>
          </p:cNvSpPr>
          <p:nvPr/>
        </p:nvSpPr>
        <p:spPr bwMode="auto">
          <a:xfrm>
            <a:off x="6792833" y="2220180"/>
            <a:ext cx="3339218" cy="366767"/>
          </a:xfrm>
          <a:prstGeom prst="rect">
            <a:avLst/>
          </a:prstGeom>
          <a:solidFill>
            <a:srgbClr val="28CFF9">
              <a:alpha val="50000"/>
            </a:srgbClr>
          </a:solidFill>
          <a:ln w="12700">
            <a:noFill/>
            <a:miter lim="800000"/>
            <a:headEnd/>
            <a:tailEnd/>
          </a:ln>
          <a:effectLst>
            <a:outerShdw dist="71842" dir="2700000" algn="ctr" rotWithShape="0">
              <a:schemeClr val="bg2"/>
            </a:outerShdw>
          </a:effectLst>
        </p:spPr>
        <p:txBody>
          <a:bodyPr wrap="square" lIns="90488" tIns="44450" rIns="90488" bIns="44450">
            <a:spAutoFit/>
          </a:bodyPr>
          <a:lstStyle/>
          <a:p>
            <a:pPr defTabSz="739775" eaLnBrk="0" hangingPunct="0">
              <a:tabLst>
                <a:tab pos="341313" algn="l"/>
                <a:tab pos="690563" algn="l"/>
                <a:tab pos="1030288" algn="l"/>
                <a:tab pos="1371600" algn="l"/>
              </a:tabLst>
              <a:defRPr/>
            </a:pPr>
            <a:r>
              <a:rPr lang="en-GB" dirty="0" err="1">
                <a:solidFill>
                  <a:srgbClr val="FF0000"/>
                </a:solidFill>
                <a:latin typeface="Lucida Console" pitchFamily="49" charset="0"/>
              </a:rPr>
              <a:t>Math.Pow</a:t>
            </a:r>
            <a:r>
              <a:rPr lang="en-GB" dirty="0">
                <a:solidFill>
                  <a:srgbClr val="000000"/>
                </a:solidFill>
                <a:latin typeface="Lucida Console" pitchFamily="49" charset="0"/>
              </a:rPr>
              <a:t>(2,3);</a:t>
            </a:r>
          </a:p>
        </p:txBody>
      </p:sp>
      <p:pic>
        <p:nvPicPr>
          <p:cNvPr id="6" name="Picture 2" descr="Reviews - Web Sites: Recommended - Research Guides at Thrift Library">
            <a:extLst>
              <a:ext uri="{FF2B5EF4-FFF2-40B4-BE49-F238E27FC236}">
                <a16:creationId xmlns:a16="http://schemas.microsoft.com/office/drawing/2014/main" id="{88BA6253-5D2C-65B5-FCA0-68AA231D9FC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58062" y="218981"/>
            <a:ext cx="2251845" cy="225184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3554523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0"/>
          </p:nvPr>
        </p:nvSpPr>
        <p:spPr/>
        <p:txBody>
          <a:bodyPr/>
          <a:lstStyle/>
          <a:p>
            <a:r>
              <a:rPr lang="en-GB" dirty="0"/>
              <a:t>Lab</a:t>
            </a:r>
            <a:endParaRPr lang="en-IN" dirty="0"/>
          </a:p>
        </p:txBody>
      </p:sp>
      <p:sp>
        <p:nvSpPr>
          <p:cNvPr id="4" name="Text Placeholder 3"/>
          <p:cNvSpPr>
            <a:spLocks noGrp="1"/>
          </p:cNvSpPr>
          <p:nvPr>
            <p:ph type="body" sz="quarter" idx="15"/>
          </p:nvPr>
        </p:nvSpPr>
        <p:spPr>
          <a:xfrm>
            <a:off x="4935538" y="678901"/>
            <a:ext cx="6565582" cy="4094163"/>
          </a:xfrm>
        </p:spPr>
        <p:txBody>
          <a:bodyPr/>
          <a:lstStyle/>
          <a:p>
            <a:pPr marL="342900" lvl="1" indent="-342900">
              <a:buSzPct val="115000"/>
            </a:pPr>
            <a:endParaRPr lang="en-GB" dirty="0"/>
          </a:p>
          <a:p>
            <a:pPr marL="342900" indent="-342900">
              <a:buChar char="•"/>
            </a:pPr>
            <a:endParaRPr lang="en-IN" b="1" dirty="0"/>
          </a:p>
          <a:p>
            <a:endParaRPr lang="en-IN" dirty="0"/>
          </a:p>
        </p:txBody>
      </p:sp>
      <p:graphicFrame>
        <p:nvGraphicFramePr>
          <p:cNvPr id="5" name="Text Placeholder 1">
            <a:extLst>
              <a:ext uri="{FF2B5EF4-FFF2-40B4-BE49-F238E27FC236}">
                <a16:creationId xmlns:a16="http://schemas.microsoft.com/office/drawing/2014/main" id="{F7B8000D-0CDD-BC6F-88D7-8B180D9ADC47}"/>
              </a:ext>
            </a:extLst>
          </p:cNvPr>
          <p:cNvGraphicFramePr/>
          <p:nvPr>
            <p:extLst>
              <p:ext uri="{D42A27DB-BD31-4B8C-83A1-F6EECF244321}">
                <p14:modId xmlns:p14="http://schemas.microsoft.com/office/powerpoint/2010/main" val="1137363097"/>
              </p:ext>
            </p:extLst>
          </p:nvPr>
        </p:nvGraphicFramePr>
        <p:xfrm>
          <a:off x="4419600" y="508001"/>
          <a:ext cx="6969760" cy="4937759"/>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418148506"/>
      </p:ext>
    </p:extLst>
  </p:cSld>
  <p:clrMapOvr>
    <a:masterClrMapping/>
  </p:clrMapOvr>
  <p:transition/>
</p:sld>
</file>

<file path=ppt/tags/tag1.xml><?xml version="1.0" encoding="utf-8"?>
<p:tagLst xmlns:a="http://schemas.openxmlformats.org/drawingml/2006/main" xmlns:r="http://schemas.openxmlformats.org/officeDocument/2006/relationships" xmlns:p="http://schemas.openxmlformats.org/presentationml/2006/main">
  <p:tag name="ISPRING_RESOURCE_PATHS_HASH_2" val="861ba5a240904b86632099fc56e12dead204a13"/>
</p:tagLst>
</file>

<file path=ppt/theme/theme1.xml><?xml version="1.0" encoding="utf-8"?>
<a:theme xmlns:a="http://schemas.openxmlformats.org/drawingml/2006/main" name="Master">
  <a:themeElements>
    <a:clrScheme name="QA Branding Custom Colour Set">
      <a:dk1>
        <a:srgbClr val="004050"/>
      </a:dk1>
      <a:lt1>
        <a:srgbClr val="FFFFFF"/>
      </a:lt1>
      <a:dk2>
        <a:srgbClr val="00EDB5"/>
      </a:dk2>
      <a:lt2>
        <a:srgbClr val="FFFFFF"/>
      </a:lt2>
      <a:accent1>
        <a:srgbClr val="004050"/>
      </a:accent1>
      <a:accent2>
        <a:srgbClr val="00EDB5"/>
      </a:accent2>
      <a:accent3>
        <a:srgbClr val="7F007D"/>
      </a:accent3>
      <a:accent4>
        <a:srgbClr val="FF004C"/>
      </a:accent4>
      <a:accent5>
        <a:srgbClr val="F8D237"/>
      </a:accent5>
      <a:accent6>
        <a:srgbClr val="F3612C"/>
      </a:accent6>
      <a:hlink>
        <a:srgbClr val="004050"/>
      </a:hlink>
      <a:folHlink>
        <a:srgbClr val="00EDB5"/>
      </a:folHlink>
    </a:clrScheme>
    <a:fontScheme name="QA Brand Fonts 2019">
      <a:majorFont>
        <a:latin typeface="Krana Fat B"/>
        <a:ea typeface=""/>
        <a:cs typeface=""/>
      </a:majorFont>
      <a:minorFont>
        <a:latin typeface="Montserra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txDef>
      <a:spPr/>
      <a:bodyPr vert="horz" lIns="0" tIns="0" rIns="0" bIns="0" rtlCol="0" anchor="t" anchorCtr="0">
        <a:normAutofit/>
      </a:bodyPr>
      <a:lstStyle>
        <a:defPPr algn="l">
          <a:defRPr smtClean="0"/>
        </a:defPPr>
      </a:lstStyle>
    </a:txDef>
  </a:objectDefaults>
  <a:extraClrSchemeLst/>
  <a:extLst>
    <a:ext uri="{05A4C25C-085E-4340-85A3-A5531E510DB2}">
      <thm15:themeFamily xmlns:thm15="http://schemas.microsoft.com/office/thememl/2012/main" name="Trainer Slidedeck Template DRAFT v0.1" id="{7AC1CA74-4441-42CA-9897-72DF6ED83A1A}" vid="{6017FA94-E546-4DB4-BF25-6AABB84AA04E}"/>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Courseware" ma:contentTypeID="0x010100F0967B7CEE8D417F966757887D9466FB00B3EF5B1D149FDF49B1880C030D548140" ma:contentTypeVersion="0" ma:contentTypeDescription="Base content type which represents courseware documents" ma:contentTypeScope="" ma:versionID="ab0d7ca79e0ea5a537b031f986da336c">
  <xsd:schema xmlns:xsd="http://www.w3.org/2001/XMLSchema" xmlns:xs="http://www.w3.org/2001/XMLSchema" xmlns:p="http://schemas.microsoft.com/office/2006/metadata/properties" xmlns:ns2="6794D9DE-4FDF-4DC0-8B2C-5438320C69D5" targetNamespace="http://schemas.microsoft.com/office/2006/metadata/properties" ma:root="true" ma:fieldsID="7ff8e7c62cc10108c036e94c947d8fb9" ns2:_="">
    <xsd:import namespace="6794D9DE-4FDF-4DC0-8B2C-5438320C69D5"/>
    <xsd:element name="properties">
      <xsd:complexType>
        <xsd:sequence>
          <xsd:element name="documentManagement">
            <xsd:complexType>
              <xsd:all>
                <xsd:element ref="ns2:BookTypeField0" minOccurs="0"/>
                <xsd:element ref="ns2:SequenceNumber" minOccurs="0"/>
                <xsd:element ref="ns2:IsBuildFil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794D9DE-4FDF-4DC0-8B2C-5438320C69D5" elementFormDefault="qualified">
    <xsd:import namespace="http://schemas.microsoft.com/office/2006/documentManagement/types"/>
    <xsd:import namespace="http://schemas.microsoft.com/office/infopath/2007/PartnerControls"/>
    <xsd:element name="BookTypeField0" ma:index="9" nillable="true" ma:taxonomy="true" ma:internalName="BookTypeField0" ma:taxonomyFieldName="BookType" ma:displayName="Book Type" ma:fieldId="{e7c6b654-e04e-4e45-9cfd-676dbef3a3c6}" ma:sspId="63102202-80dd-4165-b1ca-d09cf2756dc1" ma:termSetId="3300959e-7346-4208-831a-90b552f1677b" ma:anchorId="00000000-0000-0000-0000-000000000000" ma:open="false" ma:isKeyword="false">
      <xsd:complexType>
        <xsd:sequence>
          <xsd:element ref="pc:Terms" minOccurs="0" maxOccurs="1"/>
        </xsd:sequence>
      </xsd:complexType>
    </xsd:element>
    <xsd:element name="SequenceNumber" ma:index="10" nillable="true" ma:displayName="Sequence Number" ma:decimals="0" ma:internalName="SequenceNumber">
      <xsd:simpleType>
        <xsd:restriction base="dms:Number"/>
      </xsd:simpleType>
    </xsd:element>
    <xsd:element name="IsBuildFile" ma:index="11" nillable="true" ma:displayName="Is Build File" ma:hidden="true" ma:internalName="IsBuildFile">
      <xsd:simpleType>
        <xsd:restriction base="dms:Boolea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SequenceNumber xmlns="6794D9DE-4FDF-4DC0-8B2C-5438320C69D5" xsi:nil="true"/>
    <IsBuildFile xmlns="6794D9DE-4FDF-4DC0-8B2C-5438320C69D5" xsi:nil="true"/>
    <BookTypeField0 xmlns="6794D9DE-4FDF-4DC0-8B2C-5438320C69D5">
      <Terms xmlns="http://schemas.microsoft.com/office/infopath/2007/PartnerControls">
        <TermInfo xmlns="http://schemas.microsoft.com/office/infopath/2007/PartnerControls">
          <TermName xmlns="http://schemas.microsoft.com/office/infopath/2007/PartnerControls">IK</TermName>
          <TermId xmlns="http://schemas.microsoft.com/office/infopath/2007/PartnerControls">5abe6401-e87a-4499-80b4-3d21a1a6ebd7</TermId>
        </TermInfo>
      </Terms>
    </BookTypeField0>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3271DF08-82F2-4A02-867C-B628BF8B692B}">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6794D9DE-4FDF-4DC0-8B2C-5438320C69D5"/>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5D50175C-B2BF-4A5C-A0B1-BFF44FE2944E}">
  <ds:schemaRefs>
    <ds:schemaRef ds:uri="http://schemas.microsoft.com/office/2006/metadata/properties"/>
    <ds:schemaRef ds:uri="http://schemas.microsoft.com/office/infopath/2007/PartnerControls"/>
    <ds:schemaRef ds:uri="6794D9DE-4FDF-4DC0-8B2C-5438320C69D5"/>
  </ds:schemaRefs>
</ds:datastoreItem>
</file>

<file path=customXml/itemProps3.xml><?xml version="1.0" encoding="utf-8"?>
<ds:datastoreItem xmlns:ds="http://schemas.openxmlformats.org/officeDocument/2006/customXml" ds:itemID="{DA141400-90D0-43B3-B64F-3F2A440B3515}">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
  <TotalTime>0</TotalTime>
  <Words>1806</Words>
  <Application>Microsoft Office PowerPoint</Application>
  <PresentationFormat>Widescreen</PresentationFormat>
  <Paragraphs>225</Paragraphs>
  <Slides>14</Slides>
  <Notes>14</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14</vt:i4>
      </vt:variant>
    </vt:vector>
  </HeadingPairs>
  <TitlesOfParts>
    <vt:vector size="23" baseType="lpstr">
      <vt:lpstr>Arial</vt:lpstr>
      <vt:lpstr>Calibri</vt:lpstr>
      <vt:lpstr>Cascadia Mono</vt:lpstr>
      <vt:lpstr>Consolas</vt:lpstr>
      <vt:lpstr>Krana Fat B</vt:lpstr>
      <vt:lpstr>Lucida Console</vt:lpstr>
      <vt:lpstr>Montserrat</vt:lpstr>
      <vt:lpstr>Wingdings</vt:lpstr>
      <vt:lpstr>Master</vt:lpstr>
      <vt:lpstr>Static fields and methods</vt:lpstr>
      <vt:lpstr>PowerPoint Presentation</vt:lpstr>
      <vt:lpstr>Objects in memory</vt:lpstr>
      <vt:lpstr>Static members</vt:lpstr>
      <vt:lpstr>Static – A few framework classes</vt:lpstr>
      <vt:lpstr>this</vt:lpstr>
      <vt:lpstr>Using static - Simple Factory pattern</vt:lpstr>
      <vt:lpstr>More on static Members</vt:lpstr>
      <vt:lpstr>C# static initialiser block(s)</vt:lpstr>
      <vt:lpstr>Creating read-only values by property procedures</vt:lpstr>
      <vt:lpstr>Creating read-only values using property procedures</vt:lpstr>
      <vt:lpstr>Creating constant values</vt:lpstr>
      <vt:lpstr>PowerPoint Presentation</vt:lpstr>
      <vt:lpstr>PowerPoint Presentation</vt:lpstr>
    </vt:vector>
  </TitlesOfParts>
  <Manager/>
  <Company>QA Ltd</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Singh, Vaishali</dc:creator>
  <cp:keywords/>
  <dc:description/>
  <cp:lastModifiedBy>mike baradaran</cp:lastModifiedBy>
  <cp:revision>1074</cp:revision>
  <cp:lastPrinted>2019-07-03T09:46:41Z</cp:lastPrinted>
  <dcterms:created xsi:type="dcterms:W3CDTF">2019-09-05T08:17:12Z</dcterms:created>
  <dcterms:modified xsi:type="dcterms:W3CDTF">2025-12-05T13:38:15Z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Order">
    <vt:r8>1100</vt:r8>
  </property>
  <property fmtid="{D5CDD505-2E9C-101B-9397-08002B2CF9AE}" pid="3" name="Chapter">
    <vt:lpwstr>1</vt:lpwstr>
  </property>
  <property fmtid="{D5CDD505-2E9C-101B-9397-08002B2CF9AE}" pid="4" name="ContentTypeId">
    <vt:lpwstr>0x010100F0967B7CEE8D417F966757887D9466FB00B3EF5B1D149FDF49B1880C030D548140</vt:lpwstr>
  </property>
  <property fmtid="{D5CDD505-2E9C-101B-9397-08002B2CF9AE}" pid="5" name="BookType">
    <vt:lpwstr>7</vt:lpwstr>
  </property>
</Properties>
</file>