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6"/>
  </p:notesMasterIdLst>
  <p:handoutMasterIdLst>
    <p:handoutMasterId r:id="rId17"/>
  </p:handoutMasterIdLst>
  <p:sldIdLst>
    <p:sldId id="299" r:id="rId5"/>
    <p:sldId id="790" r:id="rId6"/>
    <p:sldId id="810" r:id="rId7"/>
    <p:sldId id="801" r:id="rId8"/>
    <p:sldId id="802" r:id="rId9"/>
    <p:sldId id="803" r:id="rId10"/>
    <p:sldId id="804" r:id="rId11"/>
    <p:sldId id="805" r:id="rId12"/>
    <p:sldId id="811" r:id="rId13"/>
    <p:sldId id="824" r:id="rId14"/>
    <p:sldId id="823" r:id="rId15"/>
  </p:sldIdLst>
  <p:sldSz cx="12192000" cy="6858000"/>
  <p:notesSz cx="6645275" cy="9775825"/>
  <p:custDataLst>
    <p:tags r:id="rId18"/>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slide" id="{DE8BF54A-1323-4403-83F8-D7B5510C9D53}">
          <p14:sldIdLst>
            <p14:sldId id="299"/>
            <p14:sldId id="790"/>
            <p14:sldId id="810"/>
            <p14:sldId id="801"/>
            <p14:sldId id="802"/>
            <p14:sldId id="803"/>
            <p14:sldId id="804"/>
            <p14:sldId id="805"/>
            <p14:sldId id="811"/>
            <p14:sldId id="824"/>
            <p14:sldId id="823"/>
          </p14:sldIdLst>
        </p14:section>
      </p14:sectionLst>
    </p:ext>
    <p:ext uri="{EFAFB233-063F-42B5-8137-9DF3F51BA10A}">
      <p15:sldGuideLst xmlns:p15="http://schemas.microsoft.com/office/powerpoint/2012/main">
        <p15:guide id="1" pos="3840" userDrawn="1">
          <p15:clr>
            <a:srgbClr val="A4A3A4"/>
          </p15:clr>
        </p15:guide>
        <p15:guide id="2" orient="horz" pos="377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Barrow, Joshua" initials="BJ" lastIdx="30" clrIdx="0">
    <p:extLst>
      <p:ext uri="{19B8F6BF-5375-455C-9EA6-DF929625EA0E}">
        <p15:presenceInfo xmlns:p15="http://schemas.microsoft.com/office/powerpoint/2012/main" userId="S-1-5-21-3476036342-1731177862-1559577602-51474" providerId="AD"/>
      </p:ext>
    </p:extLst>
  </p:cmAuthor>
  <p:cmAuthor id="2" name="Singh, Vaishali" initials="SV" lastIdx="7" clrIdx="1">
    <p:extLst>
      <p:ext uri="{19B8F6BF-5375-455C-9EA6-DF929625EA0E}">
        <p15:presenceInfo xmlns:p15="http://schemas.microsoft.com/office/powerpoint/2012/main" userId="S-1-5-21-3476036342-1731177862-1559577602-1552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4050"/>
    <a:srgbClr val="7E007C"/>
    <a:srgbClr val="09EDB8"/>
    <a:srgbClr val="F3622C"/>
    <a:srgbClr val="FDE0D5"/>
    <a:srgbClr val="28CFF9"/>
    <a:srgbClr val="F91258"/>
    <a:srgbClr val="31D3AE"/>
    <a:srgbClr val="F3F3F3"/>
    <a:srgbClr val="F4F4F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905" autoAdjust="0"/>
    <p:restoredTop sz="71630" autoAdjust="0"/>
  </p:normalViewPr>
  <p:slideViewPr>
    <p:cSldViewPr snapToGrid="0" snapToObjects="1" showGuides="1">
      <p:cViewPr varScale="1">
        <p:scale>
          <a:sx n="77" d="100"/>
          <a:sy n="77" d="100"/>
        </p:scale>
        <p:origin x="930" y="294"/>
      </p:cViewPr>
      <p:guideLst>
        <p:guide pos="3840"/>
        <p:guide orient="horz" pos="377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82" d="100"/>
          <a:sy n="82" d="100"/>
        </p:scale>
        <p:origin x="3156" y="12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tags" Target="tags/tag1.xml"/><Relationship Id="rId3" Type="http://schemas.openxmlformats.org/officeDocument/2006/relationships/customXml" Target="../customXml/item3.xml"/><Relationship Id="rId21"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notesMaster" Target="notesMasters/notesMaster1.xml"/><Relationship Id="rId20"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commentAuthors" Target="commentAuthor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heme" Target="theme/theme1.xml"/></Relationships>
</file>

<file path=ppt/diagrams/_rels/data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svg"/><Relationship Id="rId1" Type="http://schemas.openxmlformats.org/officeDocument/2006/relationships/image" Target="../media/image23.png"/><Relationship Id="rId4" Type="http://schemas.openxmlformats.org/officeDocument/2006/relationships/image" Target="../media/image26.svg"/></Relationships>
</file>

<file path=ppt/diagrams/_rels/drawing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svg"/><Relationship Id="rId1" Type="http://schemas.openxmlformats.org/officeDocument/2006/relationships/image" Target="../media/image23.png"/><Relationship Id="rId4" Type="http://schemas.openxmlformats.org/officeDocument/2006/relationships/image" Target="../media/image26.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5FA7BE4-2A98-4B02-9510-7EFAF39B32EC}"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20414C31-A7F2-410B-A8A2-2074AACF2012}">
      <dgm:prSet custT="1"/>
      <dgm:spPr/>
      <dgm:t>
        <a:bodyPr/>
        <a:lstStyle/>
        <a:p>
          <a:r>
            <a:rPr lang="en-GB" sz="2000" b="1" dirty="0"/>
            <a:t>    Interfaces</a:t>
          </a:r>
          <a:endParaRPr lang="en-US" sz="1600" b="1" dirty="0"/>
        </a:p>
      </dgm:t>
    </dgm:pt>
    <dgm:pt modelId="{A5537179-FFE8-4D37-888A-AAD3C607B1BB}" type="parTrans" cxnId="{B2BE5219-F392-4120-9C61-30B42EF09C07}">
      <dgm:prSet/>
      <dgm:spPr/>
      <dgm:t>
        <a:bodyPr/>
        <a:lstStyle/>
        <a:p>
          <a:endParaRPr lang="en-US"/>
        </a:p>
      </dgm:t>
    </dgm:pt>
    <dgm:pt modelId="{B8FF9BF0-3F09-4B40-9D20-AAFDA877092C}" type="sibTrans" cxnId="{B2BE5219-F392-4120-9C61-30B42EF09C07}">
      <dgm:prSet/>
      <dgm:spPr/>
      <dgm:t>
        <a:bodyPr/>
        <a:lstStyle/>
        <a:p>
          <a:endParaRPr lang="en-US"/>
        </a:p>
      </dgm:t>
    </dgm:pt>
    <dgm:pt modelId="{EB544CAE-C268-4556-8B77-B6AF41E0C214}">
      <dgm:prSet custT="1"/>
      <dgm:spPr/>
      <dgm:t>
        <a:bodyPr/>
        <a:lstStyle/>
        <a:p>
          <a:r>
            <a:rPr lang="en-GB" sz="2000" b="1" dirty="0"/>
            <a:t>Duration 60 minutes</a:t>
          </a:r>
          <a:endParaRPr lang="en-US" sz="2400" b="0" dirty="0"/>
        </a:p>
      </dgm:t>
    </dgm:pt>
    <dgm:pt modelId="{8EC46064-FB22-48BD-9157-CFB16DFAE2E9}" type="parTrans" cxnId="{789F647B-A22C-49B5-9CEE-CE24E198B80B}">
      <dgm:prSet/>
      <dgm:spPr/>
      <dgm:t>
        <a:bodyPr/>
        <a:lstStyle/>
        <a:p>
          <a:endParaRPr lang="en-US"/>
        </a:p>
      </dgm:t>
    </dgm:pt>
    <dgm:pt modelId="{780DEF43-8EED-459C-8DFA-982C494C12FB}" type="sibTrans" cxnId="{789F647B-A22C-49B5-9CEE-CE24E198B80B}">
      <dgm:prSet/>
      <dgm:spPr/>
      <dgm:t>
        <a:bodyPr/>
        <a:lstStyle/>
        <a:p>
          <a:endParaRPr lang="en-US"/>
        </a:p>
      </dgm:t>
    </dgm:pt>
    <dgm:pt modelId="{E7F6EAA9-1048-45E6-A143-4541D8903BDB}" type="pres">
      <dgm:prSet presAssocID="{D5FA7BE4-2A98-4B02-9510-7EFAF39B32EC}" presName="root" presStyleCnt="0">
        <dgm:presLayoutVars>
          <dgm:dir/>
          <dgm:resizeHandles val="exact"/>
        </dgm:presLayoutVars>
      </dgm:prSet>
      <dgm:spPr/>
    </dgm:pt>
    <dgm:pt modelId="{138C29D8-924F-4AA7-B9EB-12B62EF94A0A}" type="pres">
      <dgm:prSet presAssocID="{20414C31-A7F2-410B-A8A2-2074AACF2012}" presName="compNode" presStyleCnt="0"/>
      <dgm:spPr/>
    </dgm:pt>
    <dgm:pt modelId="{0F45E7EC-4823-4B41-8FB7-1517A5644CF2}" type="pres">
      <dgm:prSet presAssocID="{20414C31-A7F2-410B-A8A2-2074AACF2012}" presName="bgRect" presStyleLbl="bgShp" presStyleIdx="0" presStyleCnt="2"/>
      <dgm:spPr/>
    </dgm:pt>
    <dgm:pt modelId="{270C9F17-21DD-4C6B-B4A4-FC56789D82E8}" type="pres">
      <dgm:prSet presAssocID="{20414C31-A7F2-410B-A8A2-2074AACF2012}"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Head with Gears"/>
        </a:ext>
      </dgm:extLst>
    </dgm:pt>
    <dgm:pt modelId="{5FA18B10-A546-407B-BFD4-81E437748BD0}" type="pres">
      <dgm:prSet presAssocID="{20414C31-A7F2-410B-A8A2-2074AACF2012}" presName="spaceRect" presStyleCnt="0"/>
      <dgm:spPr/>
    </dgm:pt>
    <dgm:pt modelId="{C656AC05-6F41-4032-BE1E-876234FB0335}" type="pres">
      <dgm:prSet presAssocID="{20414C31-A7F2-410B-A8A2-2074AACF2012}" presName="parTx" presStyleLbl="revTx" presStyleIdx="0" presStyleCnt="2" custScaleX="117685" custLinFactNeighborX="5708" custLinFactNeighborY="5955">
        <dgm:presLayoutVars>
          <dgm:chMax val="0"/>
          <dgm:chPref val="0"/>
        </dgm:presLayoutVars>
      </dgm:prSet>
      <dgm:spPr/>
    </dgm:pt>
    <dgm:pt modelId="{B015EF07-ED1F-4CB3-A3A7-4091453A6B41}" type="pres">
      <dgm:prSet presAssocID="{B8FF9BF0-3F09-4B40-9D20-AAFDA877092C}" presName="sibTrans" presStyleCnt="0"/>
      <dgm:spPr/>
    </dgm:pt>
    <dgm:pt modelId="{B64599BA-DCD9-4FCE-BDA8-FD048B6A3EEC}" type="pres">
      <dgm:prSet presAssocID="{EB544CAE-C268-4556-8B77-B6AF41E0C214}" presName="compNode" presStyleCnt="0"/>
      <dgm:spPr/>
    </dgm:pt>
    <dgm:pt modelId="{A30C6321-6940-4E9D-84D1-CFF719883A23}" type="pres">
      <dgm:prSet presAssocID="{EB544CAE-C268-4556-8B77-B6AF41E0C214}" presName="bgRect" presStyleLbl="bgShp" presStyleIdx="1" presStyleCnt="2" custLinFactNeighborX="984"/>
      <dgm:spPr/>
    </dgm:pt>
    <dgm:pt modelId="{319A5AB9-5146-4CC8-9B3C-F5994CAAC7CB}" type="pres">
      <dgm:prSet presAssocID="{EB544CAE-C268-4556-8B77-B6AF41E0C214}"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lock"/>
        </a:ext>
      </dgm:extLst>
    </dgm:pt>
    <dgm:pt modelId="{4C1BB512-F3BB-43EE-9CE4-9504E559D210}" type="pres">
      <dgm:prSet presAssocID="{EB544CAE-C268-4556-8B77-B6AF41E0C214}" presName="spaceRect" presStyleCnt="0"/>
      <dgm:spPr/>
    </dgm:pt>
    <dgm:pt modelId="{8D4A5A7B-430A-470B-97C9-2884B891E74A}" type="pres">
      <dgm:prSet presAssocID="{EB544CAE-C268-4556-8B77-B6AF41E0C214}" presName="parTx" presStyleLbl="revTx" presStyleIdx="1" presStyleCnt="2">
        <dgm:presLayoutVars>
          <dgm:chMax val="0"/>
          <dgm:chPref val="0"/>
        </dgm:presLayoutVars>
      </dgm:prSet>
      <dgm:spPr/>
    </dgm:pt>
  </dgm:ptLst>
  <dgm:cxnLst>
    <dgm:cxn modelId="{B2BE5219-F392-4120-9C61-30B42EF09C07}" srcId="{D5FA7BE4-2A98-4B02-9510-7EFAF39B32EC}" destId="{20414C31-A7F2-410B-A8A2-2074AACF2012}" srcOrd="0" destOrd="0" parTransId="{A5537179-FFE8-4D37-888A-AAD3C607B1BB}" sibTransId="{B8FF9BF0-3F09-4B40-9D20-AAFDA877092C}"/>
    <dgm:cxn modelId="{DE718C37-8600-413B-AF15-3D97C4D6915B}" type="presOf" srcId="{D5FA7BE4-2A98-4B02-9510-7EFAF39B32EC}" destId="{E7F6EAA9-1048-45E6-A143-4541D8903BDB}" srcOrd="0" destOrd="0" presId="urn:microsoft.com/office/officeart/2018/2/layout/IconVerticalSolidList"/>
    <dgm:cxn modelId="{AA353D44-1F2B-445F-A8FA-B054AA7F76A1}" type="presOf" srcId="{EB544CAE-C268-4556-8B77-B6AF41E0C214}" destId="{8D4A5A7B-430A-470B-97C9-2884B891E74A}" srcOrd="0" destOrd="0" presId="urn:microsoft.com/office/officeart/2018/2/layout/IconVerticalSolidList"/>
    <dgm:cxn modelId="{789F647B-A22C-49B5-9CEE-CE24E198B80B}" srcId="{D5FA7BE4-2A98-4B02-9510-7EFAF39B32EC}" destId="{EB544CAE-C268-4556-8B77-B6AF41E0C214}" srcOrd="1" destOrd="0" parTransId="{8EC46064-FB22-48BD-9157-CFB16DFAE2E9}" sibTransId="{780DEF43-8EED-459C-8DFA-982C494C12FB}"/>
    <dgm:cxn modelId="{6A9768A7-9C9B-48D1-AB31-0E5F79F0750F}" type="presOf" srcId="{20414C31-A7F2-410B-A8A2-2074AACF2012}" destId="{C656AC05-6F41-4032-BE1E-876234FB0335}" srcOrd="0" destOrd="0" presId="urn:microsoft.com/office/officeart/2018/2/layout/IconVerticalSolidList"/>
    <dgm:cxn modelId="{5F6091D2-572A-4521-85FF-AA8A6C29846A}" type="presParOf" srcId="{E7F6EAA9-1048-45E6-A143-4541D8903BDB}" destId="{138C29D8-924F-4AA7-B9EB-12B62EF94A0A}" srcOrd="0" destOrd="0" presId="urn:microsoft.com/office/officeart/2018/2/layout/IconVerticalSolidList"/>
    <dgm:cxn modelId="{3276DD5E-C0AC-416E-A4F0-BE554558219C}" type="presParOf" srcId="{138C29D8-924F-4AA7-B9EB-12B62EF94A0A}" destId="{0F45E7EC-4823-4B41-8FB7-1517A5644CF2}" srcOrd="0" destOrd="0" presId="urn:microsoft.com/office/officeart/2018/2/layout/IconVerticalSolidList"/>
    <dgm:cxn modelId="{3CB14AC9-56C7-4C8D-9EEC-6D5691F936C4}" type="presParOf" srcId="{138C29D8-924F-4AA7-B9EB-12B62EF94A0A}" destId="{270C9F17-21DD-4C6B-B4A4-FC56789D82E8}" srcOrd="1" destOrd="0" presId="urn:microsoft.com/office/officeart/2018/2/layout/IconVerticalSolidList"/>
    <dgm:cxn modelId="{45A74FE9-3B4D-4A63-B970-51D44F6CABF5}" type="presParOf" srcId="{138C29D8-924F-4AA7-B9EB-12B62EF94A0A}" destId="{5FA18B10-A546-407B-BFD4-81E437748BD0}" srcOrd="2" destOrd="0" presId="urn:microsoft.com/office/officeart/2018/2/layout/IconVerticalSolidList"/>
    <dgm:cxn modelId="{E2F7E5F7-6CEA-432E-8219-8FCD648DFDA8}" type="presParOf" srcId="{138C29D8-924F-4AA7-B9EB-12B62EF94A0A}" destId="{C656AC05-6F41-4032-BE1E-876234FB0335}" srcOrd="3" destOrd="0" presId="urn:microsoft.com/office/officeart/2018/2/layout/IconVerticalSolidList"/>
    <dgm:cxn modelId="{C808A7CC-51D3-4C33-AB31-554D1652DEF9}" type="presParOf" srcId="{E7F6EAA9-1048-45E6-A143-4541D8903BDB}" destId="{B015EF07-ED1F-4CB3-A3A7-4091453A6B41}" srcOrd="1" destOrd="0" presId="urn:microsoft.com/office/officeart/2018/2/layout/IconVerticalSolidList"/>
    <dgm:cxn modelId="{7EEBB25C-9CB6-4089-B7F2-A01D1B746529}" type="presParOf" srcId="{E7F6EAA9-1048-45E6-A143-4541D8903BDB}" destId="{B64599BA-DCD9-4FCE-BDA8-FD048B6A3EEC}" srcOrd="2" destOrd="0" presId="urn:microsoft.com/office/officeart/2018/2/layout/IconVerticalSolidList"/>
    <dgm:cxn modelId="{BCF9EA9A-3AF6-4AE0-B3A4-4CF6B7DFC6E3}" type="presParOf" srcId="{B64599BA-DCD9-4FCE-BDA8-FD048B6A3EEC}" destId="{A30C6321-6940-4E9D-84D1-CFF719883A23}" srcOrd="0" destOrd="0" presId="urn:microsoft.com/office/officeart/2018/2/layout/IconVerticalSolidList"/>
    <dgm:cxn modelId="{F5B506FF-2C7D-4561-98D7-6ED63318B9D2}" type="presParOf" srcId="{B64599BA-DCD9-4FCE-BDA8-FD048B6A3EEC}" destId="{319A5AB9-5146-4CC8-9B3C-F5994CAAC7CB}" srcOrd="1" destOrd="0" presId="urn:microsoft.com/office/officeart/2018/2/layout/IconVerticalSolidList"/>
    <dgm:cxn modelId="{35613772-D6C6-4C22-BE96-DFF63EB87521}" type="presParOf" srcId="{B64599BA-DCD9-4FCE-BDA8-FD048B6A3EEC}" destId="{4C1BB512-F3BB-43EE-9CE4-9504E559D210}" srcOrd="2" destOrd="0" presId="urn:microsoft.com/office/officeart/2018/2/layout/IconVerticalSolidList"/>
    <dgm:cxn modelId="{CAB38E2A-B608-4F65-AEA3-10BD6D672291}" type="presParOf" srcId="{B64599BA-DCD9-4FCE-BDA8-FD048B6A3EEC}" destId="{8D4A5A7B-430A-470B-97C9-2884B891E74A}"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F45E7EC-4823-4B41-8FB7-1517A5644CF2}">
      <dsp:nvSpPr>
        <dsp:cNvPr id="0" name=""/>
        <dsp:cNvSpPr/>
      </dsp:nvSpPr>
      <dsp:spPr>
        <a:xfrm>
          <a:off x="-231310" y="618168"/>
          <a:ext cx="6565582" cy="112764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70C9F17-21DD-4C6B-B4A4-FC56789D82E8}">
      <dsp:nvSpPr>
        <dsp:cNvPr id="0" name=""/>
        <dsp:cNvSpPr/>
      </dsp:nvSpPr>
      <dsp:spPr>
        <a:xfrm>
          <a:off x="109802" y="871888"/>
          <a:ext cx="620205" cy="620205"/>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656AC05-6F41-4032-BE1E-876234FB0335}">
      <dsp:nvSpPr>
        <dsp:cNvPr id="0" name=""/>
        <dsp:cNvSpPr/>
      </dsp:nvSpPr>
      <dsp:spPr>
        <a:xfrm>
          <a:off x="605952" y="685319"/>
          <a:ext cx="6190939" cy="11276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9343" tIns="119343" rIns="119343" bIns="119343" numCol="1" spcCol="1270" anchor="ctr" anchorCtr="0">
          <a:noAutofit/>
        </a:bodyPr>
        <a:lstStyle/>
        <a:p>
          <a:pPr marL="0" lvl="0" indent="0" algn="l" defTabSz="889000">
            <a:lnSpc>
              <a:spcPct val="90000"/>
            </a:lnSpc>
            <a:spcBef>
              <a:spcPct val="0"/>
            </a:spcBef>
            <a:spcAft>
              <a:spcPct val="35000"/>
            </a:spcAft>
            <a:buNone/>
          </a:pPr>
          <a:r>
            <a:rPr lang="en-GB" sz="2000" b="1" kern="1200" dirty="0"/>
            <a:t>    Interfaces</a:t>
          </a:r>
          <a:endParaRPr lang="en-US" sz="1600" b="1" kern="1200" dirty="0"/>
        </a:p>
      </dsp:txBody>
      <dsp:txXfrm>
        <a:off x="605952" y="685319"/>
        <a:ext cx="6190939" cy="1127646"/>
      </dsp:txXfrm>
    </dsp:sp>
    <dsp:sp modelId="{A30C6321-6940-4E9D-84D1-CFF719883A23}">
      <dsp:nvSpPr>
        <dsp:cNvPr id="0" name=""/>
        <dsp:cNvSpPr/>
      </dsp:nvSpPr>
      <dsp:spPr>
        <a:xfrm>
          <a:off x="-166705" y="2027726"/>
          <a:ext cx="6565582" cy="112764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19A5AB9-5146-4CC8-9B3C-F5994CAAC7CB}">
      <dsp:nvSpPr>
        <dsp:cNvPr id="0" name=""/>
        <dsp:cNvSpPr/>
      </dsp:nvSpPr>
      <dsp:spPr>
        <a:xfrm>
          <a:off x="109802" y="2281447"/>
          <a:ext cx="620205" cy="620205"/>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D4A5A7B-430A-470B-97C9-2884B891E74A}">
      <dsp:nvSpPr>
        <dsp:cNvPr id="0" name=""/>
        <dsp:cNvSpPr/>
      </dsp:nvSpPr>
      <dsp:spPr>
        <a:xfrm>
          <a:off x="1071121" y="2027726"/>
          <a:ext cx="5260602" cy="11276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9343" tIns="119343" rIns="119343" bIns="119343" numCol="1" spcCol="1270" anchor="ctr" anchorCtr="0">
          <a:noAutofit/>
        </a:bodyPr>
        <a:lstStyle/>
        <a:p>
          <a:pPr marL="0" lvl="0" indent="0" algn="l" defTabSz="889000">
            <a:lnSpc>
              <a:spcPct val="90000"/>
            </a:lnSpc>
            <a:spcBef>
              <a:spcPct val="0"/>
            </a:spcBef>
            <a:spcAft>
              <a:spcPct val="35000"/>
            </a:spcAft>
            <a:buNone/>
          </a:pPr>
          <a:r>
            <a:rPr lang="en-GB" sz="2000" b="1" kern="1200" dirty="0"/>
            <a:t>Duration 60 minutes</a:t>
          </a:r>
          <a:endParaRPr lang="en-US" sz="2400" b="0" kern="1200" dirty="0"/>
        </a:p>
      </dsp:txBody>
      <dsp:txXfrm>
        <a:off x="1071121" y="2027726"/>
        <a:ext cx="5260602" cy="1127646"/>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1"/>
            <a:ext cx="2879725" cy="49053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sz="quarter" idx="1"/>
          </p:nvPr>
        </p:nvSpPr>
        <p:spPr>
          <a:xfrm>
            <a:off x="3763964" y="1"/>
            <a:ext cx="2879725" cy="490538"/>
          </a:xfrm>
          <a:prstGeom prst="rect">
            <a:avLst/>
          </a:prstGeom>
        </p:spPr>
        <p:txBody>
          <a:bodyPr vert="horz" lIns="91440" tIns="45720" rIns="91440" bIns="45720" rtlCol="0"/>
          <a:lstStyle>
            <a:lvl1pPr algn="r">
              <a:defRPr sz="1200"/>
            </a:lvl1pPr>
          </a:lstStyle>
          <a:p>
            <a:fld id="{86D088FE-3E68-47FE-8BA4-634CD34BABBC}" type="datetimeFigureOut">
              <a:rPr lang="en-GB" smtClean="0"/>
              <a:t>11/12/2025</a:t>
            </a:fld>
            <a:endParaRPr lang="en-GB"/>
          </a:p>
        </p:txBody>
      </p:sp>
      <p:sp>
        <p:nvSpPr>
          <p:cNvPr id="4" name="Footer Placeholder 3"/>
          <p:cNvSpPr>
            <a:spLocks noGrp="1"/>
          </p:cNvSpPr>
          <p:nvPr>
            <p:ph type="ftr" sz="quarter" idx="2"/>
          </p:nvPr>
        </p:nvSpPr>
        <p:spPr>
          <a:xfrm>
            <a:off x="1" y="9285289"/>
            <a:ext cx="2879725" cy="490536"/>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p:cNvSpPr>
            <a:spLocks noGrp="1"/>
          </p:cNvSpPr>
          <p:nvPr>
            <p:ph type="sldNum" sz="quarter" idx="3"/>
          </p:nvPr>
        </p:nvSpPr>
        <p:spPr>
          <a:xfrm>
            <a:off x="3763964" y="9285289"/>
            <a:ext cx="2879725" cy="490536"/>
          </a:xfrm>
          <a:prstGeom prst="rect">
            <a:avLst/>
          </a:prstGeom>
        </p:spPr>
        <p:txBody>
          <a:bodyPr vert="horz" lIns="91440" tIns="45720" rIns="91440" bIns="45720" rtlCol="0" anchor="b"/>
          <a:lstStyle>
            <a:lvl1pPr algn="r">
              <a:defRPr sz="1200"/>
            </a:lvl1pPr>
          </a:lstStyle>
          <a:p>
            <a:fld id="{29B31C5D-0DE0-4486-9782-41885BE58160}" type="slidenum">
              <a:rPr lang="en-GB" smtClean="0"/>
              <a:t>‹#›</a:t>
            </a:fld>
            <a:endParaRPr lang="en-GB"/>
          </a:p>
        </p:txBody>
      </p:sp>
    </p:spTree>
    <p:extLst>
      <p:ext uri="{BB962C8B-B14F-4D97-AF65-F5344CB8AC3E}">
        <p14:creationId xmlns:p14="http://schemas.microsoft.com/office/powerpoint/2010/main" val="299308254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2879619" cy="490489"/>
          </a:xfrm>
          <a:prstGeom prst="rect">
            <a:avLst/>
          </a:prstGeom>
        </p:spPr>
        <p:txBody>
          <a:bodyPr vert="horz" lIns="91440" tIns="45720" rIns="91440" bIns="45720" rtlCol="0"/>
          <a:lstStyle>
            <a:lvl1pPr algn="l">
              <a:defRPr sz="1200">
                <a:latin typeface="Montserrat" panose="00000500000000000000" pitchFamily="2" charset="0"/>
              </a:defRPr>
            </a:lvl1pPr>
          </a:lstStyle>
          <a:p>
            <a:endParaRPr lang="en-GB" dirty="0"/>
          </a:p>
        </p:txBody>
      </p:sp>
      <p:sp>
        <p:nvSpPr>
          <p:cNvPr id="3" name="Date Placeholder 2"/>
          <p:cNvSpPr>
            <a:spLocks noGrp="1"/>
          </p:cNvSpPr>
          <p:nvPr>
            <p:ph type="dt" idx="1"/>
          </p:nvPr>
        </p:nvSpPr>
        <p:spPr>
          <a:xfrm>
            <a:off x="3764119" y="0"/>
            <a:ext cx="2879619" cy="490489"/>
          </a:xfrm>
          <a:prstGeom prst="rect">
            <a:avLst/>
          </a:prstGeom>
        </p:spPr>
        <p:txBody>
          <a:bodyPr vert="horz" lIns="91440" tIns="45720" rIns="91440" bIns="45720" rtlCol="0"/>
          <a:lstStyle>
            <a:lvl1pPr algn="r">
              <a:defRPr sz="1200">
                <a:latin typeface="Montserrat" panose="00000500000000000000" pitchFamily="2" charset="0"/>
              </a:defRPr>
            </a:lvl1pPr>
          </a:lstStyle>
          <a:p>
            <a:fld id="{1D6B66C6-1E92-0F4E-A300-9D4ED1F0C23F}" type="datetimeFigureOut">
              <a:rPr lang="en-GB" smtClean="0"/>
              <a:pPr/>
              <a:t>11/12/2025</a:t>
            </a:fld>
            <a:endParaRPr lang="en-GB"/>
          </a:p>
        </p:txBody>
      </p:sp>
      <p:sp>
        <p:nvSpPr>
          <p:cNvPr id="4" name="Slide Image Placeholder 3"/>
          <p:cNvSpPr>
            <a:spLocks noGrp="1" noRot="1" noChangeAspect="1"/>
          </p:cNvSpPr>
          <p:nvPr>
            <p:ph type="sldImg" idx="2"/>
          </p:nvPr>
        </p:nvSpPr>
        <p:spPr>
          <a:xfrm>
            <a:off x="388938" y="1220788"/>
            <a:ext cx="5867400" cy="3300412"/>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64528" y="4704617"/>
            <a:ext cx="5316220" cy="3849231"/>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4"/>
          </p:nvPr>
        </p:nvSpPr>
        <p:spPr>
          <a:xfrm>
            <a:off x="1" y="9285339"/>
            <a:ext cx="2879619" cy="490488"/>
          </a:xfrm>
          <a:prstGeom prst="rect">
            <a:avLst/>
          </a:prstGeom>
        </p:spPr>
        <p:txBody>
          <a:bodyPr vert="horz" lIns="91440" tIns="45720" rIns="91440" bIns="45720" rtlCol="0" anchor="b"/>
          <a:lstStyle>
            <a:lvl1pPr algn="l">
              <a:defRPr sz="1200">
                <a:latin typeface="Montserrat" panose="00000500000000000000" pitchFamily="2" charset="0"/>
              </a:defRPr>
            </a:lvl1pPr>
          </a:lstStyle>
          <a:p>
            <a:endParaRPr lang="en-GB"/>
          </a:p>
        </p:txBody>
      </p:sp>
      <p:sp>
        <p:nvSpPr>
          <p:cNvPr id="7" name="Slide Number Placeholder 6"/>
          <p:cNvSpPr>
            <a:spLocks noGrp="1"/>
          </p:cNvSpPr>
          <p:nvPr>
            <p:ph type="sldNum" sz="quarter" idx="5"/>
          </p:nvPr>
        </p:nvSpPr>
        <p:spPr>
          <a:xfrm>
            <a:off x="3764119" y="9285339"/>
            <a:ext cx="2879619" cy="490488"/>
          </a:xfrm>
          <a:prstGeom prst="rect">
            <a:avLst/>
          </a:prstGeom>
        </p:spPr>
        <p:txBody>
          <a:bodyPr vert="horz" lIns="91440" tIns="45720" rIns="91440" bIns="45720" rtlCol="0" anchor="b"/>
          <a:lstStyle>
            <a:lvl1pPr algn="r">
              <a:defRPr sz="1200">
                <a:latin typeface="Montserrat" panose="00000500000000000000" pitchFamily="2" charset="0"/>
              </a:defRPr>
            </a:lvl1pPr>
          </a:lstStyle>
          <a:p>
            <a:fld id="{548901C6-1DA1-FB44-ABEE-06A0FEB7738E}" type="slidenum">
              <a:rPr lang="en-GB" smtClean="0"/>
              <a:pPr/>
              <a:t>‹#›</a:t>
            </a:fld>
            <a:endParaRPr lang="en-GB"/>
          </a:p>
        </p:txBody>
      </p:sp>
    </p:spTree>
    <p:extLst>
      <p:ext uri="{BB962C8B-B14F-4D97-AF65-F5344CB8AC3E}">
        <p14:creationId xmlns:p14="http://schemas.microsoft.com/office/powerpoint/2010/main" val="12276747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ontserrat" panose="00000500000000000000" pitchFamily="2" charset="0"/>
        <a:ea typeface="+mn-ea"/>
        <a:cs typeface="+mn-cs"/>
      </a:defRPr>
    </a:lvl1pPr>
    <a:lvl2pPr marL="457200" algn="l" defTabSz="914400" rtl="0" eaLnBrk="1" latinLnBrk="0" hangingPunct="1">
      <a:defRPr sz="1200" kern="1200">
        <a:solidFill>
          <a:schemeClr val="tx1"/>
        </a:solidFill>
        <a:latin typeface="Montserrat" panose="00000500000000000000" pitchFamily="2" charset="0"/>
        <a:ea typeface="+mn-ea"/>
        <a:cs typeface="+mn-cs"/>
      </a:defRPr>
    </a:lvl2pPr>
    <a:lvl3pPr marL="914400" algn="l" defTabSz="914400" rtl="0" eaLnBrk="1" latinLnBrk="0" hangingPunct="1">
      <a:defRPr sz="1200" kern="1200">
        <a:solidFill>
          <a:schemeClr val="tx1"/>
        </a:solidFill>
        <a:latin typeface="Montserrat" panose="00000500000000000000" pitchFamily="2" charset="0"/>
        <a:ea typeface="+mn-ea"/>
        <a:cs typeface="+mn-cs"/>
      </a:defRPr>
    </a:lvl3pPr>
    <a:lvl4pPr marL="1371600" algn="l" defTabSz="914400" rtl="0" eaLnBrk="1" latinLnBrk="0" hangingPunct="1">
      <a:defRPr sz="1200" kern="1200">
        <a:solidFill>
          <a:schemeClr val="tx1"/>
        </a:solidFill>
        <a:latin typeface="Montserrat" panose="00000500000000000000" pitchFamily="2" charset="0"/>
        <a:ea typeface="+mn-ea"/>
        <a:cs typeface="+mn-cs"/>
      </a:defRPr>
    </a:lvl4pPr>
    <a:lvl5pPr marL="1828800" algn="l" defTabSz="914400" rtl="0" eaLnBrk="1" latinLnBrk="0" hangingPunct="1">
      <a:defRPr sz="1200" kern="1200">
        <a:solidFill>
          <a:schemeClr val="tx1"/>
        </a:solidFill>
        <a:latin typeface="Montserrat" panose="00000500000000000000" pitchFamily="2"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5BE1F5F-BEC2-48D5-A890-C07C79853E26}" type="slidenum">
              <a:rPr lang="en-GB" smtClean="0"/>
              <a:t>1</a:t>
            </a:fld>
            <a:endParaRPr lang="en-GB"/>
          </a:p>
        </p:txBody>
      </p:sp>
    </p:spTree>
    <p:extLst>
      <p:ext uri="{BB962C8B-B14F-4D97-AF65-F5344CB8AC3E}">
        <p14:creationId xmlns:p14="http://schemas.microsoft.com/office/powerpoint/2010/main" val="254693195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Rot="1" noChangeAspect="1" noChangeArrowheads="1" noTextEdit="1"/>
          </p:cNvSpPr>
          <p:nvPr>
            <p:ph type="sldImg"/>
          </p:nvPr>
        </p:nvSpPr>
        <p:spPr>
          <a:ln/>
        </p:spPr>
      </p:sp>
      <p:sp>
        <p:nvSpPr>
          <p:cNvPr id="20483" name="Rectangle 3"/>
          <p:cNvSpPr>
            <a:spLocks noGrp="1" noChangeArrowheads="1"/>
          </p:cNvSpPr>
          <p:nvPr>
            <p:ph type="body" idx="1"/>
          </p:nvPr>
        </p:nvSpPr>
        <p:spPr>
          <a:noFill/>
          <a:ln/>
        </p:spPr>
        <p:txBody>
          <a:bodyPr/>
          <a:lstStyle/>
          <a:p>
            <a:r>
              <a:rPr lang="en-GB" dirty="0"/>
              <a:t>So far, you have learned how to extend a class to provide more specialised derived classes with more functionality. In this chapter, we are going to look at how to design and implement higher-level abstract classes that derived classes can use. We will also look at interfaces, which are collections of abstract methods.</a:t>
            </a:r>
          </a:p>
          <a:p>
            <a:r>
              <a:rPr lang="en-GB" dirty="0"/>
              <a:t>By the end of this chapter, you will be able to:</a:t>
            </a:r>
          </a:p>
          <a:p>
            <a:pPr marL="619125" lvl="1" indent="-171450">
              <a:buFont typeface="Arial" panose="020B0604020202020204" pitchFamily="34" charset="0"/>
              <a:buChar char="•"/>
            </a:pPr>
            <a:r>
              <a:rPr lang="en-GB" dirty="0"/>
              <a:t>Design and implement an abstract class</a:t>
            </a:r>
          </a:p>
          <a:p>
            <a:pPr marL="619125" lvl="1" indent="-171450">
              <a:buFont typeface="Arial" panose="020B0604020202020204" pitchFamily="34" charset="0"/>
              <a:buChar char="•"/>
            </a:pPr>
            <a:r>
              <a:rPr lang="en-GB" dirty="0"/>
              <a:t>Define and use an interface</a:t>
            </a:r>
          </a:p>
          <a:p>
            <a:r>
              <a:rPr lang="en-GB" dirty="0"/>
              <a:t> </a:t>
            </a:r>
          </a:p>
        </p:txBody>
      </p:sp>
    </p:spTree>
    <p:extLst>
      <p:ext uri="{BB962C8B-B14F-4D97-AF65-F5344CB8AC3E}">
        <p14:creationId xmlns:p14="http://schemas.microsoft.com/office/powerpoint/2010/main" val="107934531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Rot="1" noChangeAspect="1" noChangeArrowheads="1" noTextEdit="1"/>
          </p:cNvSpPr>
          <p:nvPr>
            <p:ph type="sldImg"/>
          </p:nvPr>
        </p:nvSpPr>
        <p:spPr>
          <a:ln/>
        </p:spPr>
      </p:sp>
      <p:sp>
        <p:nvSpPr>
          <p:cNvPr id="24579" name="Rectangle 3"/>
          <p:cNvSpPr>
            <a:spLocks noGrp="1" noChangeArrowheads="1"/>
          </p:cNvSpPr>
          <p:nvPr>
            <p:ph type="body" idx="1"/>
          </p:nvPr>
        </p:nvSpPr>
        <p:spPr>
          <a:noFill/>
          <a:ln/>
        </p:spPr>
        <p:txBody>
          <a:bodyPr/>
          <a:lstStyle/>
          <a:p>
            <a:r>
              <a:rPr lang="en-GB" dirty="0"/>
              <a:t>An interface is conceptually similar to a abstract class, except that it cannot have any concrete methods or instance variables. In other words, it is simply a collection of abstract methods. Any class that implements an interface must implement all of the methods specified in that interface. The class can be marked abstract and can implement a method of the interface using the abstract keyword, thus delegating the implementation to its concrete derived classes.</a:t>
            </a:r>
          </a:p>
          <a:p>
            <a:r>
              <a:rPr lang="en-GB" dirty="0"/>
              <a:t>Note: it is very important to remember the difference between an abstract base class and an interface. An abstract base class can have instance fields and can provide implementation for a number of methods. An interface does not have fields, and can never provide an implementation for any of its methods.</a:t>
            </a:r>
          </a:p>
        </p:txBody>
      </p:sp>
    </p:spTree>
    <p:extLst>
      <p:ext uri="{BB962C8B-B14F-4D97-AF65-F5344CB8AC3E}">
        <p14:creationId xmlns:p14="http://schemas.microsoft.com/office/powerpoint/2010/main" val="237798833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Rot="1" noChangeAspect="1" noChangeArrowheads="1" noTextEdit="1"/>
          </p:cNvSpPr>
          <p:nvPr>
            <p:ph type="sldImg"/>
          </p:nvPr>
        </p:nvSpPr>
        <p:spPr>
          <a:ln/>
        </p:spPr>
      </p:sp>
      <p:sp>
        <p:nvSpPr>
          <p:cNvPr id="25603" name="Rectangle 3"/>
          <p:cNvSpPr>
            <a:spLocks noGrp="1" noChangeArrowheads="1"/>
          </p:cNvSpPr>
          <p:nvPr>
            <p:ph type="body" idx="1"/>
          </p:nvPr>
        </p:nvSpPr>
        <p:spPr>
          <a:noFill/>
          <a:ln/>
        </p:spPr>
        <p:txBody>
          <a:bodyPr/>
          <a:lstStyle/>
          <a:p>
            <a:r>
              <a:rPr lang="en-GB" dirty="0"/>
              <a:t>As shown on the slide, an interface is defined using the keyword interface. Any methods or properties are implicitly publicly accessible and abstract. Interface names often end with ‘able’ such as the standard java interfaces Comparable and </a:t>
            </a:r>
            <a:r>
              <a:rPr lang="en-GB" dirty="0" err="1"/>
              <a:t>Serializable</a:t>
            </a:r>
            <a:r>
              <a:rPr lang="en-GB" dirty="0"/>
              <a:t>.</a:t>
            </a:r>
          </a:p>
        </p:txBody>
      </p:sp>
    </p:spTree>
    <p:extLst>
      <p:ext uri="{BB962C8B-B14F-4D97-AF65-F5344CB8AC3E}">
        <p14:creationId xmlns:p14="http://schemas.microsoft.com/office/powerpoint/2010/main" val="134745761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Rot="1" noChangeAspect="1" noChangeArrowheads="1" noTextEdit="1"/>
          </p:cNvSpPr>
          <p:nvPr>
            <p:ph type="sldImg"/>
          </p:nvPr>
        </p:nvSpPr>
        <p:spPr>
          <a:ln/>
        </p:spPr>
      </p:sp>
      <p:sp>
        <p:nvSpPr>
          <p:cNvPr id="26627" name="Rectangle 3"/>
          <p:cNvSpPr>
            <a:spLocks noGrp="1" noChangeArrowheads="1"/>
          </p:cNvSpPr>
          <p:nvPr>
            <p:ph type="body" idx="1"/>
          </p:nvPr>
        </p:nvSpPr>
        <p:spPr>
          <a:noFill/>
          <a:ln/>
        </p:spPr>
        <p:txBody>
          <a:bodyPr/>
          <a:lstStyle/>
          <a:p>
            <a:r>
              <a:rPr lang="en-GB" dirty="0"/>
              <a:t>Both concrete and abstract classes can implement an interface, and both must implement all the methods defined in the interface (an abstract class can implement the methods abstractly).</a:t>
            </a:r>
          </a:p>
          <a:p>
            <a:r>
              <a:rPr lang="en-GB" dirty="0"/>
              <a:t>A class specifies that it implements an interface after its base-class specification using keyword implements. A class can also implement more than one interface by specifying a list of interfaces, separated by commas. For example:</a:t>
            </a:r>
          </a:p>
          <a:p>
            <a:endParaRPr lang="en-GB" dirty="0"/>
          </a:p>
          <a:p>
            <a:r>
              <a:rPr lang="en-GB" dirty="0"/>
              <a:t>	public class Rectangle implements</a:t>
            </a:r>
            <a:r>
              <a:rPr lang="en-GB" baseline="0" dirty="0"/>
              <a:t> </a:t>
            </a:r>
            <a:r>
              <a:rPr lang="en-GB" dirty="0" err="1"/>
              <a:t>Renderable</a:t>
            </a:r>
            <a:r>
              <a:rPr lang="en-GB" dirty="0"/>
              <a:t>, </a:t>
            </a:r>
            <a:r>
              <a:rPr lang="en-GB" dirty="0" err="1"/>
              <a:t>Serializable</a:t>
            </a:r>
            <a:r>
              <a:rPr lang="en-GB" dirty="0"/>
              <a:t> {</a:t>
            </a:r>
          </a:p>
          <a:p>
            <a:r>
              <a:rPr lang="en-GB" dirty="0"/>
              <a:t>		...</a:t>
            </a:r>
          </a:p>
          <a:p>
            <a:r>
              <a:rPr lang="en-GB" dirty="0"/>
              <a:t>	}</a:t>
            </a:r>
          </a:p>
          <a:p>
            <a:r>
              <a:rPr lang="en-GB" dirty="0"/>
              <a:t>Any class can implement an interface, regardless of whether its base class does or not. However, you must implement all of the methods on the interface, otherwise you will get a compiler error.</a:t>
            </a:r>
          </a:p>
          <a:p>
            <a:endParaRPr lang="en-GB" dirty="0"/>
          </a:p>
        </p:txBody>
      </p:sp>
    </p:spTree>
    <p:extLst>
      <p:ext uri="{BB962C8B-B14F-4D97-AF65-F5344CB8AC3E}">
        <p14:creationId xmlns:p14="http://schemas.microsoft.com/office/powerpoint/2010/main" val="144196411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p:cNvSpPr>
            <a:spLocks noGrp="1" noRot="1" noChangeAspect="1" noChangeArrowheads="1" noTextEdit="1"/>
          </p:cNvSpPr>
          <p:nvPr>
            <p:ph type="sldImg"/>
          </p:nvPr>
        </p:nvSpPr>
        <p:spPr>
          <a:ln/>
        </p:spPr>
      </p:sp>
      <p:sp>
        <p:nvSpPr>
          <p:cNvPr id="27651" name="Rectangle 3"/>
          <p:cNvSpPr>
            <a:spLocks noGrp="1" noChangeArrowheads="1"/>
          </p:cNvSpPr>
          <p:nvPr>
            <p:ph type="body" idx="1"/>
          </p:nvPr>
        </p:nvSpPr>
        <p:spPr>
          <a:noFill/>
          <a:ln/>
        </p:spPr>
        <p:txBody>
          <a:bodyPr/>
          <a:lstStyle/>
          <a:p>
            <a:r>
              <a:rPr lang="en-GB" dirty="0"/>
              <a:t>Remember that an object reference has a type, and that type may be either a class or an interface. If it is a class type, the reference may refer to an object of that class or any of its derived classes. If it is an interface, the reference may refer to an object of any class that implements the interface or any class that derives from that class, e.g. if a Rectangle is </a:t>
            </a:r>
            <a:r>
              <a:rPr lang="en-GB" dirty="0" err="1"/>
              <a:t>Renderable</a:t>
            </a:r>
            <a:r>
              <a:rPr lang="en-GB" dirty="0"/>
              <a:t> then so is a Square (a specialism of Rectangle). </a:t>
            </a:r>
          </a:p>
        </p:txBody>
      </p:sp>
    </p:spTree>
    <p:extLst>
      <p:ext uri="{BB962C8B-B14F-4D97-AF65-F5344CB8AC3E}">
        <p14:creationId xmlns:p14="http://schemas.microsoft.com/office/powerpoint/2010/main" val="387616748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Rot="1" noChangeAspect="1" noChangeArrowheads="1" noTextEdit="1"/>
          </p:cNvSpPr>
          <p:nvPr>
            <p:ph type="sldImg"/>
          </p:nvPr>
        </p:nvSpPr>
        <p:spPr>
          <a:ln/>
        </p:spPr>
      </p:sp>
      <p:sp>
        <p:nvSpPr>
          <p:cNvPr id="28675" name="Rectangle 3"/>
          <p:cNvSpPr>
            <a:spLocks noGrp="1" noChangeArrowheads="1"/>
          </p:cNvSpPr>
          <p:nvPr>
            <p:ph type="body" idx="1"/>
          </p:nvPr>
        </p:nvSpPr>
        <p:spPr>
          <a:noFill/>
          <a:ln/>
        </p:spPr>
        <p:txBody>
          <a:bodyPr/>
          <a:lstStyle/>
          <a:p>
            <a:r>
              <a:rPr lang="en-GB"/>
              <a:t>Here's the big difference between implementing interfaces and performing inheritance. A type can only derive from one base class, but it can implement multiple interfaces. Of course, a base class can have implementation, whereas an interface provides no default implementation. </a:t>
            </a:r>
          </a:p>
          <a:p>
            <a:endParaRPr lang="en-GB"/>
          </a:p>
        </p:txBody>
      </p:sp>
    </p:spTree>
    <p:extLst>
      <p:ext uri="{BB962C8B-B14F-4D97-AF65-F5344CB8AC3E}">
        <p14:creationId xmlns:p14="http://schemas.microsoft.com/office/powerpoint/2010/main" val="124863683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Rot="1" noChangeAspect="1" noChangeArrowheads="1" noTextEdit="1"/>
          </p:cNvSpPr>
          <p:nvPr>
            <p:ph type="sldImg"/>
          </p:nvPr>
        </p:nvSpPr>
        <p:spPr>
          <a:ln/>
        </p:spPr>
      </p:sp>
      <p:sp>
        <p:nvSpPr>
          <p:cNvPr id="63491" name="Rectangle 3"/>
          <p:cNvSpPr>
            <a:spLocks noGrp="1" noChangeArrowheads="1"/>
          </p:cNvSpPr>
          <p:nvPr>
            <p:ph type="body" idx="1"/>
          </p:nvPr>
        </p:nvSpPr>
        <p:spPr>
          <a:noFill/>
          <a:ln/>
        </p:spPr>
        <p:txBody>
          <a:bodyPr/>
          <a:lstStyle/>
          <a:p>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10</a:t>
            </a:fld>
            <a:endParaRPr lang="en-GB"/>
          </a:p>
        </p:txBody>
      </p:sp>
    </p:spTree>
    <p:extLst>
      <p:ext uri="{BB962C8B-B14F-4D97-AF65-F5344CB8AC3E}">
        <p14:creationId xmlns:p14="http://schemas.microsoft.com/office/powerpoint/2010/main" val="228007216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Rot="1" noChangeAspect="1" noChangeArrowheads="1" noTextEdit="1"/>
          </p:cNvSpPr>
          <p:nvPr>
            <p:ph type="sldImg"/>
          </p:nvPr>
        </p:nvSpPr>
        <p:spPr>
          <a:ln/>
        </p:spPr>
      </p:sp>
      <p:sp>
        <p:nvSpPr>
          <p:cNvPr id="58371" name="Rectangle 3"/>
          <p:cNvSpPr>
            <a:spLocks noGrp="1" noChangeArrowheads="1"/>
          </p:cNvSpPr>
          <p:nvPr>
            <p:ph type="body" idx="1"/>
          </p:nvPr>
        </p:nvSpPr>
        <p:spPr>
          <a:noFill/>
          <a:ln/>
        </p:spPr>
        <p:txBody>
          <a:bodyPr/>
          <a:lstStyle/>
          <a:p>
            <a:endParaRPr lang="en-US"/>
          </a:p>
        </p:txBody>
      </p:sp>
      <p:sp>
        <p:nvSpPr>
          <p:cNvPr id="2" name="Slide Number Placeholder 1"/>
          <p:cNvSpPr>
            <a:spLocks noGrp="1"/>
          </p:cNvSpPr>
          <p:nvPr>
            <p:ph type="sldNum" sz="quarter" idx="10"/>
          </p:nvPr>
        </p:nvSpPr>
        <p:spPr/>
        <p:txBody>
          <a:bodyPr/>
          <a:lstStyle/>
          <a:p>
            <a:fld id="{548901C6-1DA1-FB44-ABEE-06A0FEB7738E}" type="slidenum">
              <a:rPr lang="en-GB" smtClean="0"/>
              <a:pPr/>
              <a:t>11</a:t>
            </a:fld>
            <a:endParaRPr lang="en-GB"/>
          </a:p>
        </p:txBody>
      </p:sp>
    </p:spTree>
    <p:extLst>
      <p:ext uri="{BB962C8B-B14F-4D97-AF65-F5344CB8AC3E}">
        <p14:creationId xmlns:p14="http://schemas.microsoft.com/office/powerpoint/2010/main" val="123503883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png"/><Relationship Id="rId1" Type="http://schemas.openxmlformats.org/officeDocument/2006/relationships/slideMaster" Target="../slideMasters/slideMaster1.xml"/><Relationship Id="rId4" Type="http://schemas.openxmlformats.org/officeDocument/2006/relationships/image" Target="../media/image14.emf"/></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Q&amp;A/what's next">
    <p:bg>
      <p:bgPr>
        <a:solidFill>
          <a:srgbClr val="EDCD3C"/>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5135880" y="0"/>
            <a:ext cx="705612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4" name="Group 23"/>
          <p:cNvGrpSpPr/>
          <p:nvPr userDrawn="1"/>
        </p:nvGrpSpPr>
        <p:grpSpPr>
          <a:xfrm>
            <a:off x="-1420" y="3503895"/>
            <a:ext cx="6359624" cy="2437013"/>
            <a:chOff x="-1420" y="3503895"/>
            <a:chExt cx="6359624" cy="2437013"/>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221280981"/>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Follow us">
    <p:bg>
      <p:bgPr>
        <a:solidFill>
          <a:srgbClr val="28CFF9"/>
        </a:solidFill>
        <a:effectLst/>
      </p:bgPr>
    </p:bg>
    <p:spTree>
      <p:nvGrpSpPr>
        <p:cNvPr id="1" name=""/>
        <p:cNvGrpSpPr/>
        <p:nvPr/>
      </p:nvGrpSpPr>
      <p:grpSpPr>
        <a:xfrm>
          <a:off x="0" y="0"/>
          <a:ext cx="0" cy="0"/>
          <a:chOff x="0" y="0"/>
          <a:chExt cx="0" cy="0"/>
        </a:xfrm>
      </p:grpSpPr>
      <p:pic>
        <p:nvPicPr>
          <p:cNvPr id="4" name="Picture 3"/>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5875020" y="0"/>
            <a:ext cx="631698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4" name="Group 23"/>
          <p:cNvGrpSpPr/>
          <p:nvPr userDrawn="1"/>
        </p:nvGrpSpPr>
        <p:grpSpPr>
          <a:xfrm>
            <a:off x="-1420" y="3503895"/>
            <a:ext cx="6359624" cy="2437013"/>
            <a:chOff x="-1420" y="3503895"/>
            <a:chExt cx="6359624" cy="2437013"/>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86434422"/>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Action Tips">
    <p:bg>
      <p:bgPr>
        <a:solidFill>
          <a:srgbClr val="EB622E"/>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7254240" y="0"/>
            <a:ext cx="493776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 name="Group 1"/>
          <p:cNvGrpSpPr/>
          <p:nvPr userDrawn="1"/>
        </p:nvGrpSpPr>
        <p:grpSpPr>
          <a:xfrm>
            <a:off x="-1420" y="3503895"/>
            <a:ext cx="6359624" cy="2437013"/>
            <a:chOff x="-1420" y="3503895"/>
            <a:chExt cx="6359624" cy="2437013"/>
          </a:xfrm>
          <a:solidFill>
            <a:srgbClr val="004050"/>
          </a:solidFill>
        </p:grpSpPr>
        <p:sp>
          <p:nvSpPr>
            <p:cNvPr id="36" name="Freeform 35">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37" name="Freeform 36">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40" name="Freeform 39">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198876426"/>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1">
    <p:bg>
      <p:bgPr>
        <a:solidFill>
          <a:srgbClr val="09EDB8"/>
        </a:solidFill>
        <a:effectLst/>
      </p:bgPr>
    </p:bg>
    <p:spTree>
      <p:nvGrpSpPr>
        <p:cNvPr id="1" name=""/>
        <p:cNvGrpSpPr/>
        <p:nvPr/>
      </p:nvGrpSpPr>
      <p:grpSpPr>
        <a:xfrm>
          <a:off x="0" y="0"/>
          <a:ext cx="0" cy="0"/>
          <a:chOff x="0" y="0"/>
          <a:chExt cx="0" cy="0"/>
        </a:xfrm>
      </p:grpSpPr>
      <p:pic>
        <p:nvPicPr>
          <p:cNvPr id="7" name="Picture 6"/>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6644640" y="15240"/>
            <a:ext cx="5547360" cy="684276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8"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16" name="Group 15"/>
          <p:cNvGrpSpPr/>
          <p:nvPr userDrawn="1"/>
        </p:nvGrpSpPr>
        <p:grpSpPr>
          <a:xfrm>
            <a:off x="-1420" y="3503895"/>
            <a:ext cx="6359624" cy="2437013"/>
            <a:chOff x="-1420" y="3503895"/>
            <a:chExt cx="6359624" cy="2437013"/>
          </a:xfrm>
          <a:solidFill>
            <a:srgbClr val="004050"/>
          </a:solidFill>
        </p:grpSpPr>
        <p:sp>
          <p:nvSpPr>
            <p:cNvPr id="17" name="Freeform 16">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19" name="Freeform 18">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265610577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Housekeeping">
    <p:bg>
      <p:bgPr>
        <a:solidFill>
          <a:schemeClr val="tx1"/>
        </a:solidFill>
        <a:effectLst/>
      </p:bgPr>
    </p:bg>
    <p:spTree>
      <p:nvGrpSpPr>
        <p:cNvPr id="1" name=""/>
        <p:cNvGrpSpPr/>
        <p:nvPr/>
      </p:nvGrpSpPr>
      <p:grpSpPr>
        <a:xfrm>
          <a:off x="0" y="0"/>
          <a:ext cx="0" cy="0"/>
          <a:chOff x="0" y="0"/>
          <a:chExt cx="0" cy="0"/>
        </a:xfrm>
      </p:grpSpPr>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chemeClr val="tx2"/>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4" y="3433680"/>
            <a:ext cx="5627171" cy="968987"/>
          </a:xfrm>
        </p:spPr>
        <p:txBody>
          <a:bodyPr anchor="t" anchorCtr="0">
            <a:noAutofit/>
          </a:bodyPr>
          <a:lstStyle>
            <a:lvl1pPr algn="l">
              <a:lnSpc>
                <a:spcPts val="6000"/>
              </a:lnSpc>
              <a:defRPr sz="3600">
                <a:solidFill>
                  <a:schemeClr val="bg1"/>
                </a:solidFill>
              </a:defRPr>
            </a:lvl1pPr>
          </a:lstStyle>
          <a:p>
            <a:r>
              <a:rPr lang="en-US" noProof="0"/>
              <a:t>Housekeeping</a:t>
            </a:r>
            <a:endParaRPr lang="en-GB" noProof="0" dirty="0"/>
          </a:p>
        </p:txBody>
      </p:sp>
      <p:sp>
        <p:nvSpPr>
          <p:cNvPr id="6" name="Text Placeholder 6"/>
          <p:cNvSpPr>
            <a:spLocks noGrp="1"/>
          </p:cNvSpPr>
          <p:nvPr>
            <p:ph type="body" sz="quarter" idx="12" hasCustomPrompt="1"/>
          </p:nvPr>
        </p:nvSpPr>
        <p:spPr>
          <a:xfrm>
            <a:off x="384784" y="4894524"/>
            <a:ext cx="5627171" cy="1186921"/>
          </a:xfrm>
        </p:spPr>
        <p:txBody>
          <a:bodyPr/>
          <a:lstStyle>
            <a:lvl1pPr marL="342900" marR="0" indent="-342900" algn="l" defTabSz="914400" rtl="0" eaLnBrk="1" fontAlgn="auto" latinLnBrk="0" hangingPunct="1">
              <a:lnSpc>
                <a:spcPct val="100000"/>
              </a:lnSpc>
              <a:spcBef>
                <a:spcPts val="0"/>
              </a:spcBef>
              <a:spcAft>
                <a:spcPts val="0"/>
              </a:spcAft>
              <a:buClrTx/>
              <a:buSzPct val="115000"/>
              <a:buFont typeface="Arial" panose="020B0604020202020204" pitchFamily="34" charset="0"/>
              <a:buChar char="•"/>
              <a:tabLst/>
              <a:defRPr sz="2000" b="0">
                <a:solidFill>
                  <a:schemeClr val="bg1"/>
                </a:solidFill>
              </a:defRPr>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Tree>
    <p:extLst>
      <p:ext uri="{BB962C8B-B14F-4D97-AF65-F5344CB8AC3E}">
        <p14:creationId xmlns:p14="http://schemas.microsoft.com/office/powerpoint/2010/main" val="42768793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Meet &amp; Greet 1">
    <p:bg>
      <p:bgPr>
        <a:solidFill>
          <a:srgbClr val="38E2BB"/>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4108881" y="-11575"/>
            <a:ext cx="8079261" cy="6875362"/>
          </a:xfrm>
          <a:prstGeom prst="rect">
            <a:avLst/>
          </a:prstGeom>
        </p:spPr>
      </p:pic>
      <p:sp>
        <p:nvSpPr>
          <p:cNvPr id="1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5" y="1706477"/>
            <a:ext cx="5002556" cy="808123"/>
          </a:xfrm>
        </p:spPr>
        <p:txBody>
          <a:bodyPr anchor="t" anchorCtr="0">
            <a:noAutofit/>
          </a:bodyPr>
          <a:lstStyle>
            <a:lvl1pPr algn="l">
              <a:lnSpc>
                <a:spcPts val="6000"/>
              </a:lnSpc>
              <a:defRPr sz="3600">
                <a:solidFill>
                  <a:srgbClr val="004050"/>
                </a:solidFill>
              </a:defRPr>
            </a:lvl1pPr>
          </a:lstStyle>
          <a:p>
            <a:r>
              <a:rPr lang="en-US" noProof="0" dirty="0"/>
              <a:t>Meet &amp; Greet</a:t>
            </a:r>
            <a:endParaRPr lang="en-GB" noProof="0" dirty="0"/>
          </a:p>
        </p:txBody>
      </p:sp>
      <p:sp>
        <p:nvSpPr>
          <p:cNvPr id="18" name="Text Placeholder 3"/>
          <p:cNvSpPr>
            <a:spLocks noGrp="1"/>
          </p:cNvSpPr>
          <p:nvPr>
            <p:ph type="body" sz="quarter" idx="10" hasCustomPrompt="1"/>
          </p:nvPr>
        </p:nvSpPr>
        <p:spPr>
          <a:xfrm>
            <a:off x="384785" y="2915404"/>
            <a:ext cx="4278655" cy="34015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404595973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3_03 Section Divider">
    <p:bg>
      <p:bgPr>
        <a:solidFill>
          <a:schemeClr val="tx2"/>
        </a:solidFill>
        <a:effectLst/>
      </p:bgPr>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9" y="1556247"/>
            <a:ext cx="5810250" cy="2277604"/>
          </a:xfrm>
        </p:spPr>
        <p:txBody>
          <a:bodyPr anchor="b" anchorCtr="0">
            <a:noAutofit/>
          </a:bodyPr>
          <a:lstStyle>
            <a:lvl1pPr algn="l">
              <a:lnSpc>
                <a:spcPct val="90000"/>
              </a:lnSpc>
              <a:defRPr sz="3600" spc="60" baseline="0">
                <a:solidFill>
                  <a:srgbClr val="004050"/>
                </a:solidFill>
              </a:defRPr>
            </a:lvl1pPr>
          </a:lstStyle>
          <a:p>
            <a:r>
              <a:rPr lang="en-US" noProof="0" dirty="0"/>
              <a:t>CLICK TO EDIT </a:t>
            </a:r>
            <a:br>
              <a:rPr lang="en-US" noProof="0" dirty="0"/>
            </a:br>
            <a:r>
              <a:rPr lang="en-US" noProof="0" dirty="0"/>
              <a:t>MASTER TITLE STYLE</a:t>
            </a:r>
            <a:endParaRPr lang="en-GB" noProof="0" dirty="0"/>
          </a:p>
        </p:txBody>
      </p:sp>
      <p:grpSp>
        <p:nvGrpSpPr>
          <p:cNvPr id="27" name="Group 26"/>
          <p:cNvGrpSpPr/>
          <p:nvPr userDrawn="1"/>
        </p:nvGrpSpPr>
        <p:grpSpPr>
          <a:xfrm>
            <a:off x="-2229" y="2361812"/>
            <a:ext cx="11067619" cy="4502135"/>
            <a:chOff x="-2229" y="2361812"/>
            <a:chExt cx="11067619" cy="4502135"/>
          </a:xfrm>
          <a:solidFill>
            <a:srgbClr val="004050"/>
          </a:solidFill>
        </p:grpSpPr>
        <p:sp>
          <p:nvSpPr>
            <p:cNvPr id="28" name="Freeform 27">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9" name="Freeform 28">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30" name="Freeform 29">
              <a:extLst>
                <a:ext uri="{FF2B5EF4-FFF2-40B4-BE49-F238E27FC236}">
                  <a16:creationId xmlns:a16="http://schemas.microsoft.com/office/drawing/2014/main" id="{2F450B4C-241D-A544-BBEF-175E01D6A139}"/>
                </a:ext>
              </a:extLst>
            </p:cNvPr>
            <p:cNvSpPr/>
            <p:nvPr userDrawn="1"/>
          </p:nvSpPr>
          <p:spPr>
            <a:xfrm flipV="1">
              <a:off x="-2229" y="49513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20029218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Overview or quotes 04">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004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Text Placeholder 4"/>
          <p:cNvSpPr>
            <a:spLocks noGrp="1"/>
          </p:cNvSpPr>
          <p:nvPr>
            <p:ph type="body" sz="quarter" idx="15" hasCustomPrompt="1"/>
          </p:nvPr>
        </p:nvSpPr>
        <p:spPr>
          <a:xfrm>
            <a:off x="5037137" y="1349984"/>
            <a:ext cx="6770688" cy="5119407"/>
          </a:xfrm>
        </p:spPr>
        <p:txBody>
          <a:bodyPr/>
          <a:lstStyle>
            <a:lvl1pPr marL="0" indent="0">
              <a:lnSpc>
                <a:spcPct val="100000"/>
              </a:lnSpc>
              <a:buFont typeface="Arial" panose="020B0604020202020204" pitchFamily="34" charset="0"/>
              <a:buNone/>
              <a:defRPr sz="2000" b="0"/>
            </a:lvl1pPr>
            <a:lvl2pPr marL="180000" indent="-180000">
              <a:lnSpc>
                <a:spcPct val="100000"/>
              </a:lnSpc>
              <a:buFont typeface="Arial" panose="020B0604020202020204" pitchFamily="34" charset="0"/>
              <a:buChar char="•"/>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sz="2000"/>
            </a:lvl4pPr>
            <a:lvl5pPr marL="180000" indent="-180000">
              <a:buFont typeface="Arial" panose="020B0604020202020204" pitchFamily="34" charset="0"/>
              <a:buChar char="•"/>
              <a:defRPr sz="2000"/>
            </a:lvl5pPr>
          </a:lstStyle>
          <a:p>
            <a:pPr lvl="0"/>
            <a:r>
              <a:rPr lang="en-US" dirty="0"/>
              <a:t>Edit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Freeform 12">
            <a:extLst>
              <a:ext uri="{FF2B5EF4-FFF2-40B4-BE49-F238E27FC236}">
                <a16:creationId xmlns:a16="http://schemas.microsoft.com/office/drawing/2014/main" id="{DF3D0604-3EEB-7547-A86F-8B3EFC40A3EC}"/>
              </a:ext>
            </a:extLst>
          </p:cNvPr>
          <p:cNvSpPr/>
          <p:nvPr userDrawn="1"/>
        </p:nvSpPr>
        <p:spPr>
          <a:xfrm>
            <a:off x="384784" y="4504759"/>
            <a:ext cx="4321328" cy="1964632"/>
          </a:xfrm>
          <a:custGeom>
            <a:avLst/>
            <a:gdLst>
              <a:gd name="connsiteX0" fmla="*/ 1010833 w 1009650"/>
              <a:gd name="connsiteY0" fmla="*/ 229067 h 457200"/>
              <a:gd name="connsiteX1" fmla="*/ 972733 w 1009650"/>
              <a:gd name="connsiteY1" fmla="*/ 246593 h 457200"/>
              <a:gd name="connsiteX2" fmla="*/ 768072 w 1009650"/>
              <a:gd name="connsiteY2" fmla="*/ 348701 h 457200"/>
              <a:gd name="connsiteX3" fmla="*/ 658853 w 1009650"/>
              <a:gd name="connsiteY3" fmla="*/ 435887 h 457200"/>
              <a:gd name="connsiteX4" fmla="*/ 625770 w 1009650"/>
              <a:gd name="connsiteY4" fmla="*/ 457159 h 457200"/>
              <a:gd name="connsiteX5" fmla="*/ 594020 w 1009650"/>
              <a:gd name="connsiteY5" fmla="*/ 447126 h 457200"/>
              <a:gd name="connsiteX6" fmla="*/ 591352 w 1009650"/>
              <a:gd name="connsiteY6" fmla="*/ 428076 h 457200"/>
              <a:gd name="connsiteX7" fmla="*/ 620117 w 1009650"/>
              <a:gd name="connsiteY7" fmla="*/ 377721 h 457200"/>
              <a:gd name="connsiteX8" fmla="*/ 677966 w 1009650"/>
              <a:gd name="connsiteY8" fmla="*/ 290281 h 457200"/>
              <a:gd name="connsiteX9" fmla="*/ 688507 w 1009650"/>
              <a:gd name="connsiteY9" fmla="*/ 269136 h 457200"/>
              <a:gd name="connsiteX10" fmla="*/ 674410 w 1009650"/>
              <a:gd name="connsiteY10" fmla="*/ 241704 h 457200"/>
              <a:gd name="connsiteX11" fmla="*/ 636310 w 1009650"/>
              <a:gd name="connsiteY11" fmla="*/ 240307 h 457200"/>
              <a:gd name="connsiteX12" fmla="*/ 469495 w 1009650"/>
              <a:gd name="connsiteY12" fmla="*/ 274597 h 457200"/>
              <a:gd name="connsiteX13" fmla="*/ 356846 w 1009650"/>
              <a:gd name="connsiteY13" fmla="*/ 325905 h 457200"/>
              <a:gd name="connsiteX14" fmla="*/ 235752 w 1009650"/>
              <a:gd name="connsiteY14" fmla="*/ 378864 h 457200"/>
              <a:gd name="connsiteX15" fmla="*/ 118468 w 1009650"/>
              <a:gd name="connsiteY15" fmla="*/ 386611 h 457200"/>
              <a:gd name="connsiteX16" fmla="*/ 4168 w 1009650"/>
              <a:gd name="connsiteY16" fmla="*/ 268882 h 457200"/>
              <a:gd name="connsiteX17" fmla="*/ 25186 w 1009650"/>
              <a:gd name="connsiteY17" fmla="*/ 136802 h 457200"/>
              <a:gd name="connsiteX18" fmla="*/ 149075 w 1009650"/>
              <a:gd name="connsiteY18" fmla="*/ 68476 h 457200"/>
              <a:gd name="connsiteX19" fmla="*/ 296649 w 1009650"/>
              <a:gd name="connsiteY19" fmla="*/ 103464 h 457200"/>
              <a:gd name="connsiteX20" fmla="*/ 415076 w 1009650"/>
              <a:gd name="connsiteY20" fmla="*/ 161059 h 457200"/>
              <a:gd name="connsiteX21" fmla="*/ 572429 w 1009650"/>
              <a:gd name="connsiteY21" fmla="*/ 209255 h 457200"/>
              <a:gd name="connsiteX22" fmla="*/ 649836 w 1009650"/>
              <a:gd name="connsiteY22" fmla="*/ 219161 h 457200"/>
              <a:gd name="connsiteX23" fmla="*/ 675236 w 1009650"/>
              <a:gd name="connsiteY23" fmla="*/ 216812 h 457200"/>
              <a:gd name="connsiteX24" fmla="*/ 690125 w 1009650"/>
              <a:gd name="connsiteY24" fmla="*/ 195995 h 457200"/>
              <a:gd name="connsiteX25" fmla="*/ 688317 w 1009650"/>
              <a:gd name="connsiteY25" fmla="*/ 190586 h 457200"/>
              <a:gd name="connsiteX26" fmla="*/ 667934 w 1009650"/>
              <a:gd name="connsiteY26" fmla="*/ 151343 h 457200"/>
              <a:gd name="connsiteX27" fmla="*/ 603036 w 1009650"/>
              <a:gd name="connsiteY27" fmla="*/ 53871 h 457200"/>
              <a:gd name="connsiteX28" fmla="*/ 591098 w 1009650"/>
              <a:gd name="connsiteY28" fmla="*/ 30820 h 457200"/>
              <a:gd name="connsiteX29" fmla="*/ 608179 w 1009650"/>
              <a:gd name="connsiteY29" fmla="*/ 848 h 457200"/>
              <a:gd name="connsiteX30" fmla="*/ 649200 w 1009650"/>
              <a:gd name="connsiteY30" fmla="*/ 12977 h 457200"/>
              <a:gd name="connsiteX31" fmla="*/ 701905 w 1009650"/>
              <a:gd name="connsiteY31" fmla="*/ 60856 h 457200"/>
              <a:gd name="connsiteX32" fmla="*/ 813474 w 1009650"/>
              <a:gd name="connsiteY32" fmla="*/ 134389 h 457200"/>
              <a:gd name="connsiteX33" fmla="*/ 1006642 w 1009650"/>
              <a:gd name="connsiteY33" fmla="*/ 226972 h 457200"/>
              <a:gd name="connsiteX34" fmla="*/ 1010833 w 1009650"/>
              <a:gd name="connsiteY34" fmla="*/ 229067 h 45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457200">
                <a:moveTo>
                  <a:pt x="1010833" y="229067"/>
                </a:moveTo>
                <a:cubicBezTo>
                  <a:pt x="997434" y="235417"/>
                  <a:pt x="984925" y="240815"/>
                  <a:pt x="972733" y="246593"/>
                </a:cubicBezTo>
                <a:cubicBezTo>
                  <a:pt x="903581" y="278724"/>
                  <a:pt x="833668" y="309522"/>
                  <a:pt x="768072" y="348701"/>
                </a:cubicBezTo>
                <a:cubicBezTo>
                  <a:pt x="728311" y="373291"/>
                  <a:pt x="691642" y="402562"/>
                  <a:pt x="658853" y="435887"/>
                </a:cubicBezTo>
                <a:cubicBezTo>
                  <a:pt x="650022" y="445921"/>
                  <a:pt x="638563" y="453288"/>
                  <a:pt x="625770" y="457159"/>
                </a:cubicBezTo>
                <a:cubicBezTo>
                  <a:pt x="614145" y="459928"/>
                  <a:pt x="601942" y="456072"/>
                  <a:pt x="594020" y="447126"/>
                </a:cubicBezTo>
                <a:cubicBezTo>
                  <a:pt x="588841" y="442152"/>
                  <a:pt x="587739" y="434281"/>
                  <a:pt x="591352" y="428076"/>
                </a:cubicBezTo>
                <a:cubicBezTo>
                  <a:pt x="600559" y="411122"/>
                  <a:pt x="609703" y="393977"/>
                  <a:pt x="620117" y="377721"/>
                </a:cubicBezTo>
                <a:cubicBezTo>
                  <a:pt x="639167" y="348320"/>
                  <a:pt x="658853" y="319555"/>
                  <a:pt x="677966" y="290281"/>
                </a:cubicBezTo>
                <a:cubicBezTo>
                  <a:pt x="682182" y="283605"/>
                  <a:pt x="685714" y="276521"/>
                  <a:pt x="688507" y="269136"/>
                </a:cubicBezTo>
                <a:cubicBezTo>
                  <a:pt x="693714" y="255801"/>
                  <a:pt x="688507" y="244244"/>
                  <a:pt x="674410" y="241704"/>
                </a:cubicBezTo>
                <a:cubicBezTo>
                  <a:pt x="661836" y="239482"/>
                  <a:pt x="649014" y="239012"/>
                  <a:pt x="636310" y="240307"/>
                </a:cubicBezTo>
                <a:cubicBezTo>
                  <a:pt x="579541" y="245958"/>
                  <a:pt x="523090" y="254975"/>
                  <a:pt x="469495" y="274597"/>
                </a:cubicBezTo>
                <a:cubicBezTo>
                  <a:pt x="431081" y="289732"/>
                  <a:pt x="393480" y="306858"/>
                  <a:pt x="356846" y="325905"/>
                </a:cubicBezTo>
                <a:cubicBezTo>
                  <a:pt x="317159" y="344955"/>
                  <a:pt x="278233" y="366227"/>
                  <a:pt x="235752" y="378864"/>
                </a:cubicBezTo>
                <a:cubicBezTo>
                  <a:pt x="197915" y="391187"/>
                  <a:pt x="157597" y="393850"/>
                  <a:pt x="118468" y="386611"/>
                </a:cubicBezTo>
                <a:cubicBezTo>
                  <a:pt x="60224" y="373808"/>
                  <a:pt x="15244" y="327478"/>
                  <a:pt x="4168" y="268882"/>
                </a:cubicBezTo>
                <a:cubicBezTo>
                  <a:pt x="-4405" y="222463"/>
                  <a:pt x="-849" y="177505"/>
                  <a:pt x="25186" y="136802"/>
                </a:cubicBezTo>
                <a:cubicBezTo>
                  <a:pt x="53888" y="91971"/>
                  <a:pt x="95925" y="69746"/>
                  <a:pt x="149075" y="68476"/>
                </a:cubicBezTo>
                <a:cubicBezTo>
                  <a:pt x="202224" y="67206"/>
                  <a:pt x="249976" y="81557"/>
                  <a:pt x="296649" y="103464"/>
                </a:cubicBezTo>
                <a:cubicBezTo>
                  <a:pt x="336400" y="122133"/>
                  <a:pt x="375875" y="141331"/>
                  <a:pt x="415076" y="161059"/>
                </a:cubicBezTo>
                <a:cubicBezTo>
                  <a:pt x="464691" y="185237"/>
                  <a:pt x="517785" y="201499"/>
                  <a:pt x="572429" y="209255"/>
                </a:cubicBezTo>
                <a:cubicBezTo>
                  <a:pt x="598126" y="213234"/>
                  <a:pt x="623928" y="216536"/>
                  <a:pt x="649836" y="219161"/>
                </a:cubicBezTo>
                <a:cubicBezTo>
                  <a:pt x="658375" y="219866"/>
                  <a:pt x="666971" y="219071"/>
                  <a:pt x="675236" y="216812"/>
                </a:cubicBezTo>
                <a:cubicBezTo>
                  <a:pt x="685095" y="215175"/>
                  <a:pt x="691762" y="205855"/>
                  <a:pt x="690125" y="195995"/>
                </a:cubicBezTo>
                <a:cubicBezTo>
                  <a:pt x="689812" y="194108"/>
                  <a:pt x="689201" y="192282"/>
                  <a:pt x="688317" y="190586"/>
                </a:cubicBezTo>
                <a:cubicBezTo>
                  <a:pt x="682682" y="176935"/>
                  <a:pt x="675862" y="163803"/>
                  <a:pt x="667934" y="151343"/>
                </a:cubicBezTo>
                <a:cubicBezTo>
                  <a:pt x="646724" y="118577"/>
                  <a:pt x="624499" y="86446"/>
                  <a:pt x="603036" y="53871"/>
                </a:cubicBezTo>
                <a:cubicBezTo>
                  <a:pt x="598297" y="46605"/>
                  <a:pt x="594298" y="38883"/>
                  <a:pt x="591098" y="30820"/>
                </a:cubicBezTo>
                <a:cubicBezTo>
                  <a:pt x="584748" y="15771"/>
                  <a:pt x="592304" y="3833"/>
                  <a:pt x="608179" y="848"/>
                </a:cubicBezTo>
                <a:cubicBezTo>
                  <a:pt x="623012" y="-2026"/>
                  <a:pt x="638315" y="2499"/>
                  <a:pt x="649200" y="12977"/>
                </a:cubicBezTo>
                <a:cubicBezTo>
                  <a:pt x="666917" y="28788"/>
                  <a:pt x="683999" y="45298"/>
                  <a:pt x="701905" y="60856"/>
                </a:cubicBezTo>
                <a:cubicBezTo>
                  <a:pt x="735701" y="90165"/>
                  <a:pt x="773214" y="114889"/>
                  <a:pt x="813474" y="134389"/>
                </a:cubicBezTo>
                <a:cubicBezTo>
                  <a:pt x="877674" y="165631"/>
                  <a:pt x="942253" y="196111"/>
                  <a:pt x="1006642" y="226972"/>
                </a:cubicBezTo>
                <a:cubicBezTo>
                  <a:pt x="1007785" y="227226"/>
                  <a:pt x="1008801" y="227924"/>
                  <a:pt x="1010833" y="229067"/>
                </a:cubicBezTo>
                <a:close/>
              </a:path>
            </a:pathLst>
          </a:custGeom>
          <a:solidFill>
            <a:srgbClr val="09EDB8"/>
          </a:solidFill>
          <a:ln w="6350" cap="flat">
            <a:noFill/>
            <a:prstDash val="solid"/>
            <a:miter/>
          </a:ln>
        </p:spPr>
        <p:txBody>
          <a:bodyPr rtlCol="0" anchor="ctr"/>
          <a:lstStyle/>
          <a:p>
            <a:endParaRPr lang="en-GB"/>
          </a:p>
        </p:txBody>
      </p:sp>
      <p:sp>
        <p:nvSpPr>
          <p:cNvPr id="9"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0"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9EDB8"/>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Tree>
    <p:extLst>
      <p:ext uri="{BB962C8B-B14F-4D97-AF65-F5344CB8AC3E}">
        <p14:creationId xmlns:p14="http://schemas.microsoft.com/office/powerpoint/2010/main" val="3589945353"/>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Arrow Left">
    <p:spTree>
      <p:nvGrpSpPr>
        <p:cNvPr id="1" name=""/>
        <p:cNvGrpSpPr/>
        <p:nvPr/>
      </p:nvGrpSpPr>
      <p:grpSpPr>
        <a:xfrm>
          <a:off x="0" y="0"/>
          <a:ext cx="0" cy="0"/>
          <a:chOff x="0" y="0"/>
          <a:chExt cx="0" cy="0"/>
        </a:xfrm>
      </p:grpSpPr>
      <p:sp>
        <p:nvSpPr>
          <p:cNvPr id="3"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5"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
        <p:nvSpPr>
          <p:cNvPr id="9"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grpSp>
        <p:nvGrpSpPr>
          <p:cNvPr id="19" name="Group 18"/>
          <p:cNvGrpSpPr/>
          <p:nvPr userDrawn="1"/>
        </p:nvGrpSpPr>
        <p:grpSpPr>
          <a:xfrm>
            <a:off x="-6058" y="3531457"/>
            <a:ext cx="5797612" cy="2365031"/>
            <a:chOff x="-2229" y="2361812"/>
            <a:chExt cx="11067619" cy="4514835"/>
          </a:xfrm>
          <a:solidFill>
            <a:srgbClr val="09EDB8"/>
          </a:solidFill>
        </p:grpSpPr>
        <p:sp>
          <p:nvSpPr>
            <p:cNvPr id="20" name="Freeform 19">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1" name="Freeform 20">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2" name="Freeform 21">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37035841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00EDB3"/>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9121148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Activity 1">
    <p:bg>
      <p:bgPr>
        <a:solidFill>
          <a:srgbClr val="0EEEBA"/>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4"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8688700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4_01 Section Divider">
    <p:bg>
      <p:bgPr>
        <a:solidFill>
          <a:schemeClr val="tx1"/>
        </a:solidFill>
        <a:effectLst/>
      </p:bgPr>
    </p:bg>
    <p:spTree>
      <p:nvGrpSpPr>
        <p:cNvPr id="1" name=""/>
        <p:cNvGrpSpPr/>
        <p:nvPr/>
      </p:nvGrpSpPr>
      <p:grpSpPr>
        <a:xfrm>
          <a:off x="0" y="0"/>
          <a:ext cx="0" cy="0"/>
          <a:chOff x="0" y="0"/>
          <a:chExt cx="0" cy="0"/>
        </a:xfrm>
      </p:grpSpPr>
      <p:sp>
        <p:nvSpPr>
          <p:cNvPr id="5" name="Rectangle 4"/>
          <p:cNvSpPr/>
          <p:nvPr userDrawn="1"/>
        </p:nvSpPr>
        <p:spPr>
          <a:xfrm>
            <a:off x="-609" y="0"/>
            <a:ext cx="12192609"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rgbClr val="004050"/>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779800"/>
            <a:ext cx="5627171" cy="1682133"/>
          </a:xfrm>
        </p:spPr>
        <p:txBody>
          <a:bodyPr anchor="b" anchorCtr="0">
            <a:noAutofit/>
          </a:bodyPr>
          <a:lstStyle>
            <a:lvl1pPr algn="l">
              <a:lnSpc>
                <a:spcPts val="6000"/>
              </a:lnSpc>
              <a:defRPr sz="3600" spc="60" baseline="0">
                <a:solidFill>
                  <a:srgbClr val="004050"/>
                </a:solidFill>
              </a:defRPr>
            </a:lvl1pPr>
          </a:lstStyle>
          <a:p>
            <a:r>
              <a:rPr lang="en-US" noProof="0" dirty="0"/>
              <a:t>CLICK TO EDIT MASTER TITLE STYLE</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a:extLst>
              <a:ext uri="{28A0092B-C50C-407E-A947-70E740481C1C}">
                <a14:useLocalDpi xmlns:a14="http://schemas.microsoft.com/office/drawing/2010/main" val="0"/>
              </a:ext>
            </a:extLst>
          </a:blip>
          <a:stretch>
            <a:fillRect/>
          </a:stretch>
        </p:blipFill>
        <p:spPr>
          <a:xfrm>
            <a:off x="280405" y="399619"/>
            <a:ext cx="857393" cy="522401"/>
          </a:xfrm>
          <a:prstGeom prst="rect">
            <a:avLst/>
          </a:prstGeom>
        </p:spPr>
      </p:pic>
      <p:sp>
        <p:nvSpPr>
          <p:cNvPr id="7" name="Rectangle 6"/>
          <p:cNvSpPr/>
          <p:nvPr userDrawn="1"/>
        </p:nvSpPr>
        <p:spPr>
          <a:xfrm>
            <a:off x="758190" y="769620"/>
            <a:ext cx="379608" cy="11049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1614484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7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sp>
        <p:nvSpPr>
          <p:cNvPr id="11" name="Freeform 10">
            <a:extLst>
              <a:ext uri="{FF2B5EF4-FFF2-40B4-BE49-F238E27FC236}">
                <a16:creationId xmlns:a16="http://schemas.microsoft.com/office/drawing/2014/main" id="{35B5D0DF-4895-DB4F-85D9-C3FFDE55B8C8}"/>
              </a:ext>
            </a:extLst>
          </p:cNvPr>
          <p:cNvSpPr/>
          <p:nvPr userDrawn="1"/>
        </p:nvSpPr>
        <p:spPr>
          <a:xfrm>
            <a:off x="384784" y="4708688"/>
            <a:ext cx="4136901" cy="1728688"/>
          </a:xfrm>
          <a:custGeom>
            <a:avLst/>
            <a:gdLst>
              <a:gd name="connsiteX0" fmla="*/ 1041083 w 1035050"/>
              <a:gd name="connsiteY0" fmla="*/ 232283 h 527050"/>
              <a:gd name="connsiteX1" fmla="*/ 1041083 w 1035050"/>
              <a:gd name="connsiteY1" fmla="*/ 300545 h 527050"/>
              <a:gd name="connsiteX2" fmla="*/ 807403 w 1035050"/>
              <a:gd name="connsiteY2" fmla="*/ 532448 h 527050"/>
              <a:gd name="connsiteX3" fmla="*/ 738569 w 1035050"/>
              <a:gd name="connsiteY3" fmla="*/ 532448 h 527050"/>
              <a:gd name="connsiteX4" fmla="*/ 849249 w 1035050"/>
              <a:gd name="connsiteY4" fmla="*/ 300545 h 527050"/>
              <a:gd name="connsiteX5" fmla="*/ 564071 w 1035050"/>
              <a:gd name="connsiteY5" fmla="*/ 300545 h 527050"/>
              <a:gd name="connsiteX6" fmla="*/ 330454 w 1035050"/>
              <a:gd name="connsiteY6" fmla="*/ 532448 h 527050"/>
              <a:gd name="connsiteX7" fmla="*/ 261430 w 1035050"/>
              <a:gd name="connsiteY7" fmla="*/ 532448 h 527050"/>
              <a:gd name="connsiteX8" fmla="*/ 355854 w 1035050"/>
              <a:gd name="connsiteY8" fmla="*/ 314769 h 527050"/>
              <a:gd name="connsiteX9" fmla="*/ 202819 w 1035050"/>
              <a:gd name="connsiteY9" fmla="*/ 532448 h 527050"/>
              <a:gd name="connsiteX10" fmla="*/ 134049 w 1035050"/>
              <a:gd name="connsiteY10" fmla="*/ 532448 h 527050"/>
              <a:gd name="connsiteX11" fmla="*/ 232220 w 1035050"/>
              <a:gd name="connsiteY11" fmla="*/ 311277 h 527050"/>
              <a:gd name="connsiteX12" fmla="*/ 68771 w 1035050"/>
              <a:gd name="connsiteY12" fmla="*/ 532448 h 527050"/>
              <a:gd name="connsiteX13" fmla="*/ 0 w 1035050"/>
              <a:gd name="connsiteY13" fmla="*/ 532448 h 527050"/>
              <a:gd name="connsiteX14" fmla="*/ 162751 w 1035050"/>
              <a:gd name="connsiteY14" fmla="*/ 266192 h 527050"/>
              <a:gd name="connsiteX15" fmla="*/ 0 w 1035050"/>
              <a:gd name="connsiteY15" fmla="*/ 0 h 527050"/>
              <a:gd name="connsiteX16" fmla="*/ 68771 w 1035050"/>
              <a:gd name="connsiteY16" fmla="*/ 0 h 527050"/>
              <a:gd name="connsiteX17" fmla="*/ 231712 w 1035050"/>
              <a:gd name="connsiteY17" fmla="*/ 221107 h 527050"/>
              <a:gd name="connsiteX18" fmla="*/ 134049 w 1035050"/>
              <a:gd name="connsiteY18" fmla="*/ 381 h 527050"/>
              <a:gd name="connsiteX19" fmla="*/ 202819 w 1035050"/>
              <a:gd name="connsiteY19" fmla="*/ 381 h 527050"/>
              <a:gd name="connsiteX20" fmla="*/ 355918 w 1035050"/>
              <a:gd name="connsiteY20" fmla="*/ 218059 h 527050"/>
              <a:gd name="connsiteX21" fmla="*/ 261430 w 1035050"/>
              <a:gd name="connsiteY21" fmla="*/ 381 h 527050"/>
              <a:gd name="connsiteX22" fmla="*/ 330264 w 1035050"/>
              <a:gd name="connsiteY22" fmla="*/ 381 h 527050"/>
              <a:gd name="connsiteX23" fmla="*/ 564071 w 1035050"/>
              <a:gd name="connsiteY23" fmla="*/ 232283 h 527050"/>
              <a:gd name="connsiteX24" fmla="*/ 849440 w 1035050"/>
              <a:gd name="connsiteY24" fmla="*/ 232283 h 527050"/>
              <a:gd name="connsiteX25" fmla="*/ 738759 w 1035050"/>
              <a:gd name="connsiteY25" fmla="*/ 381 h 527050"/>
              <a:gd name="connsiteX26" fmla="*/ 807593 w 1035050"/>
              <a:gd name="connsiteY26" fmla="*/ 381 h 527050"/>
              <a:gd name="connsiteX27" fmla="*/ 1041083 w 1035050"/>
              <a:gd name="connsiteY27" fmla="*/ 232283 h 527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035050" h="527050">
                <a:moveTo>
                  <a:pt x="1041083" y="232283"/>
                </a:moveTo>
                <a:lnTo>
                  <a:pt x="1041083" y="300545"/>
                </a:lnTo>
                <a:cubicBezTo>
                  <a:pt x="912573" y="300194"/>
                  <a:pt x="808032" y="403939"/>
                  <a:pt x="807403" y="532448"/>
                </a:cubicBezTo>
                <a:lnTo>
                  <a:pt x="738569" y="532448"/>
                </a:lnTo>
                <a:cubicBezTo>
                  <a:pt x="738665" y="442426"/>
                  <a:pt x="779322" y="357240"/>
                  <a:pt x="849249" y="300545"/>
                </a:cubicBezTo>
                <a:lnTo>
                  <a:pt x="564071" y="300545"/>
                </a:lnTo>
                <a:cubicBezTo>
                  <a:pt x="435571" y="300194"/>
                  <a:pt x="331049" y="403949"/>
                  <a:pt x="330454" y="532448"/>
                </a:cubicBezTo>
                <a:lnTo>
                  <a:pt x="261430" y="532448"/>
                </a:lnTo>
                <a:cubicBezTo>
                  <a:pt x="261469" y="449957"/>
                  <a:pt x="295649" y="371162"/>
                  <a:pt x="355854" y="314769"/>
                </a:cubicBezTo>
                <a:cubicBezTo>
                  <a:pt x="264255" y="348074"/>
                  <a:pt x="203155" y="434982"/>
                  <a:pt x="202819" y="532448"/>
                </a:cubicBezTo>
                <a:lnTo>
                  <a:pt x="134049" y="532448"/>
                </a:lnTo>
                <a:cubicBezTo>
                  <a:pt x="134077" y="448170"/>
                  <a:pt x="169736" y="367833"/>
                  <a:pt x="232220" y="311277"/>
                </a:cubicBezTo>
                <a:cubicBezTo>
                  <a:pt x="135308" y="341431"/>
                  <a:pt x="69149" y="430954"/>
                  <a:pt x="68771" y="532448"/>
                </a:cubicBezTo>
                <a:lnTo>
                  <a:pt x="0" y="532448"/>
                </a:lnTo>
                <a:cubicBezTo>
                  <a:pt x="242" y="420258"/>
                  <a:pt x="63014" y="317565"/>
                  <a:pt x="162751" y="266192"/>
                </a:cubicBezTo>
                <a:cubicBezTo>
                  <a:pt x="63024" y="214841"/>
                  <a:pt x="251" y="112170"/>
                  <a:pt x="0" y="0"/>
                </a:cubicBezTo>
                <a:lnTo>
                  <a:pt x="68771" y="0"/>
                </a:lnTo>
                <a:cubicBezTo>
                  <a:pt x="69086" y="101339"/>
                  <a:pt x="135011" y="190797"/>
                  <a:pt x="231712" y="221107"/>
                </a:cubicBezTo>
                <a:cubicBezTo>
                  <a:pt x="169531" y="164565"/>
                  <a:pt x="134072" y="84425"/>
                  <a:pt x="134049" y="381"/>
                </a:cubicBezTo>
                <a:lnTo>
                  <a:pt x="202819" y="381"/>
                </a:lnTo>
                <a:cubicBezTo>
                  <a:pt x="203128" y="97875"/>
                  <a:pt x="264269" y="184807"/>
                  <a:pt x="355918" y="218059"/>
                </a:cubicBezTo>
                <a:cubicBezTo>
                  <a:pt x="295689" y="161678"/>
                  <a:pt x="261486" y="82882"/>
                  <a:pt x="261430" y="381"/>
                </a:cubicBezTo>
                <a:lnTo>
                  <a:pt x="330264" y="381"/>
                </a:lnTo>
                <a:cubicBezTo>
                  <a:pt x="330893" y="128940"/>
                  <a:pt x="435511" y="232705"/>
                  <a:pt x="564071" y="232283"/>
                </a:cubicBezTo>
                <a:lnTo>
                  <a:pt x="849440" y="232283"/>
                </a:lnTo>
                <a:cubicBezTo>
                  <a:pt x="779505" y="175595"/>
                  <a:pt x="738847" y="90405"/>
                  <a:pt x="738759" y="381"/>
                </a:cubicBezTo>
                <a:lnTo>
                  <a:pt x="807593" y="381"/>
                </a:lnTo>
                <a:cubicBezTo>
                  <a:pt x="808223" y="128815"/>
                  <a:pt x="912647" y="232530"/>
                  <a:pt x="1041083" y="232283"/>
                </a:cubicBezTo>
                <a:close/>
              </a:path>
            </a:pathLst>
          </a:custGeom>
          <a:solidFill>
            <a:srgbClr val="004050"/>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4887005"/>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7_Text Slide A">
    <p:spTree>
      <p:nvGrpSpPr>
        <p:cNvPr id="1" name=""/>
        <p:cNvGrpSpPr/>
        <p:nvPr/>
      </p:nvGrpSpPr>
      <p:grpSpPr>
        <a:xfrm>
          <a:off x="0" y="0"/>
          <a:ext cx="0" cy="0"/>
          <a:chOff x="0" y="0"/>
          <a:chExt cx="0" cy="0"/>
        </a:xfrm>
      </p:grpSpPr>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8"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1" name="Group 20"/>
          <p:cNvGrpSpPr/>
          <p:nvPr userDrawn="1"/>
        </p:nvGrpSpPr>
        <p:grpSpPr>
          <a:xfrm>
            <a:off x="-6058" y="3531457"/>
            <a:ext cx="5797612" cy="2365031"/>
            <a:chOff x="-2229" y="2361812"/>
            <a:chExt cx="11067619" cy="4514835"/>
          </a:xfrm>
          <a:solidFill>
            <a:srgbClr val="28CFF9"/>
          </a:solidFill>
        </p:grpSpPr>
        <p:sp>
          <p:nvSpPr>
            <p:cNvPr id="22" name="Freeform 21">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3" name="Freeform 22">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4" name="Freeform 23">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822106750"/>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4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28CFF9"/>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94725214"/>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1_Activity 1">
    <p:bg>
      <p:bgPr>
        <a:solidFill>
          <a:srgbClr val="28CFF9"/>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28947671"/>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5_03 Section Divider">
    <p:bg>
      <p:bgPr>
        <a:solidFill>
          <a:srgbClr val="F3622C"/>
        </a:solidFill>
        <a:effectLst/>
      </p:bgPr>
    </p:bg>
    <p:spTree>
      <p:nvGrpSpPr>
        <p:cNvPr id="1" name=""/>
        <p:cNvGrpSpPr/>
        <p:nvPr/>
      </p:nvGrpSpPr>
      <p:grpSpPr>
        <a:xfrm>
          <a:off x="0" y="0"/>
          <a:ext cx="0" cy="0"/>
          <a:chOff x="0" y="0"/>
          <a:chExt cx="0" cy="0"/>
        </a:xfrm>
      </p:grpSpPr>
      <p:sp>
        <p:nvSpPr>
          <p:cNvPr id="16" name="Rectangle 15"/>
          <p:cNvSpPr/>
          <p:nvPr userDrawn="1"/>
        </p:nvSpPr>
        <p:spPr>
          <a:xfrm>
            <a:off x="760859" y="768561"/>
            <a:ext cx="379608" cy="11049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Title 1">
            <a:extLst>
              <a:ext uri="{FF2B5EF4-FFF2-40B4-BE49-F238E27FC236}">
                <a16:creationId xmlns:a16="http://schemas.microsoft.com/office/drawing/2014/main" id="{EBBB6D40-B4C9-8B4A-B2A6-126F64906376}"/>
              </a:ext>
            </a:extLst>
          </p:cNvPr>
          <p:cNvSpPr>
            <a:spLocks noGrp="1"/>
          </p:cNvSpPr>
          <p:nvPr userDrawn="1">
            <p:ph type="ctrTitle" hasCustomPrompt="1"/>
          </p:nvPr>
        </p:nvSpPr>
        <p:spPr>
          <a:xfrm>
            <a:off x="376239" y="1556247"/>
            <a:ext cx="5810250" cy="2277604"/>
          </a:xfrm>
        </p:spPr>
        <p:txBody>
          <a:bodyPr anchor="b" anchorCtr="0">
            <a:noAutofit/>
          </a:bodyPr>
          <a:lstStyle>
            <a:lvl1pPr algn="l">
              <a:lnSpc>
                <a:spcPct val="90000"/>
              </a:lnSpc>
              <a:defRPr sz="3600" spc="60" baseline="0">
                <a:solidFill>
                  <a:schemeClr val="bg1"/>
                </a:solidFill>
              </a:defRPr>
            </a:lvl1pPr>
          </a:lstStyle>
          <a:p>
            <a:r>
              <a:rPr lang="en-US" noProof="0" dirty="0"/>
              <a:t>CLICK TO EDIT </a:t>
            </a:r>
            <a:br>
              <a:rPr lang="en-US" noProof="0" dirty="0"/>
            </a:br>
            <a:r>
              <a:rPr lang="en-US" noProof="0" dirty="0"/>
              <a:t>MASTER TITLE STYLE</a:t>
            </a:r>
            <a:endParaRPr lang="en-GB" noProof="0" dirty="0"/>
          </a:p>
        </p:txBody>
      </p:sp>
      <p:grpSp>
        <p:nvGrpSpPr>
          <p:cNvPr id="6" name="Group 5"/>
          <p:cNvGrpSpPr/>
          <p:nvPr userDrawn="1"/>
        </p:nvGrpSpPr>
        <p:grpSpPr>
          <a:xfrm>
            <a:off x="-2229" y="2361812"/>
            <a:ext cx="11067619" cy="4502135"/>
            <a:chOff x="-2229" y="2361812"/>
            <a:chExt cx="11067619" cy="4502135"/>
          </a:xfrm>
        </p:grpSpPr>
        <p:sp>
          <p:nvSpPr>
            <p:cNvPr id="10" name="Freeform 9">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8D237"/>
            </a:solid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8D237"/>
            </a:solid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2F450B4C-241D-A544-BBEF-175E01D6A139}"/>
                </a:ext>
              </a:extLst>
            </p:cNvPr>
            <p:cNvSpPr/>
            <p:nvPr userDrawn="1"/>
          </p:nvSpPr>
          <p:spPr>
            <a:xfrm flipV="1">
              <a:off x="-467" y="49513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8D237"/>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22356146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2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4" name="Group 3"/>
          <p:cNvGrpSpPr/>
          <p:nvPr userDrawn="1"/>
        </p:nvGrpSpPr>
        <p:grpSpPr>
          <a:xfrm>
            <a:off x="-1717" y="4568506"/>
            <a:ext cx="4628886" cy="1406446"/>
            <a:chOff x="-1717" y="4568506"/>
            <a:chExt cx="4628886" cy="1406446"/>
          </a:xfrm>
        </p:grpSpPr>
        <p:sp>
          <p:nvSpPr>
            <p:cNvPr id="11" name="Freeform 10">
              <a:extLst>
                <a:ext uri="{FF2B5EF4-FFF2-40B4-BE49-F238E27FC236}">
                  <a16:creationId xmlns:a16="http://schemas.microsoft.com/office/drawing/2014/main" id="{2F450B4C-241D-A544-BBEF-175E01D6A139}"/>
                </a:ext>
              </a:extLst>
            </p:cNvPr>
            <p:cNvSpPr/>
            <p:nvPr userDrawn="1"/>
          </p:nvSpPr>
          <p:spPr>
            <a:xfrm>
              <a:off x="-1717" y="4568506"/>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solidFill>
              <a:srgbClr val="F8D237"/>
            </a:solid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3713028" y="4568727"/>
              <a:ext cx="914141" cy="1401463"/>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8D237"/>
            </a:solid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2F450B4C-241D-A544-BBEF-175E01D6A139}"/>
                </a:ext>
              </a:extLst>
            </p:cNvPr>
            <p:cNvSpPr/>
            <p:nvPr userDrawn="1"/>
          </p:nvSpPr>
          <p:spPr>
            <a:xfrm flipV="1">
              <a:off x="-1717" y="5379567"/>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solidFill>
              <a:srgbClr val="F8D237"/>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98918914"/>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1_Text Slide A">
    <p:spTree>
      <p:nvGrpSpPr>
        <p:cNvPr id="1" name=""/>
        <p:cNvGrpSpPr/>
        <p:nvPr/>
      </p:nvGrpSpPr>
      <p:grpSpPr>
        <a:xfrm>
          <a:off x="0" y="0"/>
          <a:ext cx="0" cy="0"/>
          <a:chOff x="0" y="0"/>
          <a:chExt cx="0" cy="0"/>
        </a:xfrm>
      </p:grpSpPr>
      <p:sp>
        <p:nvSpPr>
          <p:cNvPr id="15"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6"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8" name="Group 27"/>
          <p:cNvGrpSpPr/>
          <p:nvPr userDrawn="1"/>
        </p:nvGrpSpPr>
        <p:grpSpPr>
          <a:xfrm>
            <a:off x="-6058" y="3531457"/>
            <a:ext cx="5797612" cy="2365031"/>
            <a:chOff x="-2229" y="2361812"/>
            <a:chExt cx="11067619" cy="4514835"/>
          </a:xfrm>
        </p:grpSpPr>
        <p:sp>
          <p:nvSpPr>
            <p:cNvPr id="29" name="Freeform 28">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3622C"/>
            </a:solidFill>
            <a:ln w="6350" cap="flat">
              <a:noFill/>
              <a:prstDash val="solid"/>
              <a:miter/>
            </a:ln>
          </p:spPr>
          <p:txBody>
            <a:bodyPr rtlCol="0" anchor="ctr"/>
            <a:lstStyle/>
            <a:p>
              <a:endParaRPr lang="en-GB"/>
            </a:p>
          </p:txBody>
        </p:sp>
        <p:sp>
          <p:nvSpPr>
            <p:cNvPr id="30" name="Freeform 29">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3622C"/>
            </a:solidFill>
            <a:ln w="6350" cap="flat">
              <a:noFill/>
              <a:prstDash val="solid"/>
              <a:miter/>
            </a:ln>
          </p:spPr>
          <p:txBody>
            <a:bodyPr rtlCol="0" anchor="ctr"/>
            <a:lstStyle/>
            <a:p>
              <a:endParaRPr lang="en-GB"/>
            </a:p>
          </p:txBody>
        </p:sp>
        <p:sp>
          <p:nvSpPr>
            <p:cNvPr id="31" name="Freeform 30">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3622C"/>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4161484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3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F1612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100865721"/>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2_Activity 1">
    <p:bg>
      <p:bgPr>
        <a:solidFill>
          <a:srgbClr val="F3622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solidFill>
                <a:schemeClr val="bg1"/>
              </a:solidFill>
            </a:endParaRPr>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37711222"/>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3_02 Section Divider">
    <p:bg>
      <p:bgPr>
        <a:solidFill>
          <a:srgbClr val="7E007C"/>
        </a:solidFill>
        <a:effectLst/>
      </p:bgPr>
    </p:bg>
    <p:spTree>
      <p:nvGrpSpPr>
        <p:cNvPr id="1" name=""/>
        <p:cNvGrpSpPr/>
        <p:nvPr/>
      </p:nvGrpSpPr>
      <p:grpSpPr>
        <a:xfrm>
          <a:off x="0" y="0"/>
          <a:ext cx="0" cy="0"/>
          <a:chOff x="0" y="0"/>
          <a:chExt cx="0" cy="0"/>
        </a:xfrm>
      </p:grpSpPr>
      <p:sp>
        <p:nvSpPr>
          <p:cNvPr id="5" name="Freeform 4">
            <a:extLst>
              <a:ext uri="{FF2B5EF4-FFF2-40B4-BE49-F238E27FC236}">
                <a16:creationId xmlns:a16="http://schemas.microsoft.com/office/drawing/2014/main" id="{A0DD6AED-2202-DD48-A2D6-60CCC5F07320}"/>
              </a:ext>
            </a:extLst>
          </p:cNvPr>
          <p:cNvSpPr/>
          <p:nvPr userDrawn="1"/>
        </p:nvSpPr>
        <p:spPr>
          <a:xfrm>
            <a:off x="-609" y="2116538"/>
            <a:ext cx="11411496" cy="5526322"/>
          </a:xfrm>
          <a:custGeom>
            <a:avLst/>
            <a:gdLst>
              <a:gd name="connsiteX0" fmla="*/ 676275 w 1009650"/>
              <a:gd name="connsiteY0" fmla="*/ 287331 h 488950"/>
              <a:gd name="connsiteX1" fmla="*/ 7684 w 1009650"/>
              <a:gd name="connsiteY1" fmla="*/ 287331 h 488950"/>
              <a:gd name="connsiteX2" fmla="*/ 0 w 1009650"/>
              <a:gd name="connsiteY2" fmla="*/ 279838 h 488950"/>
              <a:gd name="connsiteX3" fmla="*/ 0 w 1009650"/>
              <a:gd name="connsiteY3" fmla="*/ 210877 h 488950"/>
              <a:gd name="connsiteX4" fmla="*/ 6350 w 1009650"/>
              <a:gd name="connsiteY4" fmla="*/ 204527 h 488950"/>
              <a:gd name="connsiteX5" fmla="*/ 666750 w 1009650"/>
              <a:gd name="connsiteY5" fmla="*/ 204527 h 488950"/>
              <a:gd name="connsiteX6" fmla="*/ 676212 w 1009650"/>
              <a:gd name="connsiteY6" fmla="*/ 195002 h 488950"/>
              <a:gd name="connsiteX7" fmla="*/ 676212 w 1009650"/>
              <a:gd name="connsiteY7" fmla="*/ 10852 h 488950"/>
              <a:gd name="connsiteX8" fmla="*/ 681800 w 1009650"/>
              <a:gd name="connsiteY8" fmla="*/ 2661 h 488950"/>
              <a:gd name="connsiteX9" fmla="*/ 684975 w 1009650"/>
              <a:gd name="connsiteY9" fmla="*/ 1137 h 488950"/>
              <a:gd name="connsiteX10" fmla="*/ 690245 w 1009650"/>
              <a:gd name="connsiteY10" fmla="*/ 1835 h 488950"/>
              <a:gd name="connsiteX11" fmla="*/ 729552 w 1009650"/>
              <a:gd name="connsiteY11" fmla="*/ 43428 h 488950"/>
              <a:gd name="connsiteX12" fmla="*/ 770319 w 1009650"/>
              <a:gd name="connsiteY12" fmla="*/ 82036 h 488950"/>
              <a:gd name="connsiteX13" fmla="*/ 827469 w 1009650"/>
              <a:gd name="connsiteY13" fmla="*/ 129788 h 488950"/>
              <a:gd name="connsiteX14" fmla="*/ 873506 w 1009650"/>
              <a:gd name="connsiteY14" fmla="*/ 162681 h 488950"/>
              <a:gd name="connsiteX15" fmla="*/ 907415 w 1009650"/>
              <a:gd name="connsiteY15" fmla="*/ 185350 h 488950"/>
              <a:gd name="connsiteX16" fmla="*/ 935673 w 1009650"/>
              <a:gd name="connsiteY16" fmla="*/ 201670 h 488950"/>
              <a:gd name="connsiteX17" fmla="*/ 967804 w 1009650"/>
              <a:gd name="connsiteY17" fmla="*/ 218942 h 488950"/>
              <a:gd name="connsiteX18" fmla="*/ 997903 w 1009650"/>
              <a:gd name="connsiteY18" fmla="*/ 232848 h 488950"/>
              <a:gd name="connsiteX19" fmla="*/ 1010031 w 1009650"/>
              <a:gd name="connsiteY19" fmla="*/ 238436 h 488950"/>
              <a:gd name="connsiteX20" fmla="*/ 1011428 w 1009650"/>
              <a:gd name="connsiteY20" fmla="*/ 241294 h 488950"/>
              <a:gd name="connsiteX21" fmla="*/ 1011428 w 1009650"/>
              <a:gd name="connsiteY21" fmla="*/ 248914 h 488950"/>
              <a:gd name="connsiteX22" fmla="*/ 1008189 w 1009650"/>
              <a:gd name="connsiteY22" fmla="*/ 253422 h 488950"/>
              <a:gd name="connsiteX23" fmla="*/ 952183 w 1009650"/>
              <a:gd name="connsiteY23" fmla="*/ 281045 h 488950"/>
              <a:gd name="connsiteX24" fmla="*/ 906145 w 1009650"/>
              <a:gd name="connsiteY24" fmla="*/ 306953 h 488950"/>
              <a:gd name="connsiteX25" fmla="*/ 872236 w 1009650"/>
              <a:gd name="connsiteY25" fmla="*/ 329622 h 488950"/>
              <a:gd name="connsiteX26" fmla="*/ 835406 w 1009650"/>
              <a:gd name="connsiteY26" fmla="*/ 355467 h 488950"/>
              <a:gd name="connsiteX27" fmla="*/ 796100 w 1009650"/>
              <a:gd name="connsiteY27" fmla="*/ 386455 h 488950"/>
              <a:gd name="connsiteX28" fmla="*/ 760730 w 1009650"/>
              <a:gd name="connsiteY28" fmla="*/ 416998 h 488950"/>
              <a:gd name="connsiteX29" fmla="*/ 716280 w 1009650"/>
              <a:gd name="connsiteY29" fmla="*/ 460686 h 488950"/>
              <a:gd name="connsiteX30" fmla="*/ 690880 w 1009650"/>
              <a:gd name="connsiteY30" fmla="*/ 488563 h 488950"/>
              <a:gd name="connsiteX31" fmla="*/ 685292 w 1009650"/>
              <a:gd name="connsiteY31" fmla="*/ 489642 h 488950"/>
              <a:gd name="connsiteX32" fmla="*/ 678942 w 1009650"/>
              <a:gd name="connsiteY32" fmla="*/ 486404 h 488950"/>
              <a:gd name="connsiteX33" fmla="*/ 676402 w 1009650"/>
              <a:gd name="connsiteY33" fmla="*/ 480054 h 488950"/>
              <a:gd name="connsiteX34" fmla="*/ 676402 w 1009650"/>
              <a:gd name="connsiteY34" fmla="*/ 378454 h 488950"/>
              <a:gd name="connsiteX35" fmla="*/ 676402 w 1009650"/>
              <a:gd name="connsiteY35" fmla="*/ 287331 h 488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09650" h="488950">
                <a:moveTo>
                  <a:pt x="676275" y="287331"/>
                </a:moveTo>
                <a:lnTo>
                  <a:pt x="7684" y="287331"/>
                </a:lnTo>
                <a:cubicBezTo>
                  <a:pt x="0" y="287331"/>
                  <a:pt x="0" y="287331"/>
                  <a:pt x="0" y="279838"/>
                </a:cubicBezTo>
                <a:cubicBezTo>
                  <a:pt x="0" y="256851"/>
                  <a:pt x="0" y="233864"/>
                  <a:pt x="0" y="210877"/>
                </a:cubicBezTo>
                <a:cubicBezTo>
                  <a:pt x="0" y="205543"/>
                  <a:pt x="1524" y="204527"/>
                  <a:pt x="6350" y="204527"/>
                </a:cubicBezTo>
                <a:cubicBezTo>
                  <a:pt x="226483" y="204527"/>
                  <a:pt x="446617" y="204527"/>
                  <a:pt x="666750" y="204527"/>
                </a:cubicBezTo>
                <a:cubicBezTo>
                  <a:pt x="677228" y="204527"/>
                  <a:pt x="676212" y="205988"/>
                  <a:pt x="676212" y="195002"/>
                </a:cubicBezTo>
                <a:cubicBezTo>
                  <a:pt x="676212" y="133661"/>
                  <a:pt x="676212" y="72278"/>
                  <a:pt x="676212" y="10852"/>
                </a:cubicBezTo>
                <a:cubicBezTo>
                  <a:pt x="675743" y="7103"/>
                  <a:pt x="678138" y="3592"/>
                  <a:pt x="681800" y="2661"/>
                </a:cubicBezTo>
                <a:cubicBezTo>
                  <a:pt x="682942" y="2349"/>
                  <a:pt x="684018" y="1833"/>
                  <a:pt x="684975" y="1137"/>
                </a:cubicBezTo>
                <a:cubicBezTo>
                  <a:pt x="687070" y="-451"/>
                  <a:pt x="688150" y="-514"/>
                  <a:pt x="690245" y="1835"/>
                </a:cubicBezTo>
                <a:cubicBezTo>
                  <a:pt x="702945" y="15932"/>
                  <a:pt x="716090" y="29966"/>
                  <a:pt x="729552" y="43428"/>
                </a:cubicBezTo>
                <a:cubicBezTo>
                  <a:pt x="743014" y="56890"/>
                  <a:pt x="756222" y="69780"/>
                  <a:pt x="770319" y="82036"/>
                </a:cubicBezTo>
                <a:cubicBezTo>
                  <a:pt x="789051" y="98419"/>
                  <a:pt x="808419" y="114421"/>
                  <a:pt x="827469" y="129788"/>
                </a:cubicBezTo>
                <a:cubicBezTo>
                  <a:pt x="842328" y="141408"/>
                  <a:pt x="858012" y="151886"/>
                  <a:pt x="873506" y="162681"/>
                </a:cubicBezTo>
                <a:cubicBezTo>
                  <a:pt x="884682" y="170428"/>
                  <a:pt x="895922" y="178111"/>
                  <a:pt x="907415" y="185350"/>
                </a:cubicBezTo>
                <a:cubicBezTo>
                  <a:pt x="916623" y="191192"/>
                  <a:pt x="926148" y="196399"/>
                  <a:pt x="935673" y="201670"/>
                </a:cubicBezTo>
                <a:cubicBezTo>
                  <a:pt x="946277" y="207575"/>
                  <a:pt x="956945" y="213481"/>
                  <a:pt x="967804" y="218942"/>
                </a:cubicBezTo>
                <a:cubicBezTo>
                  <a:pt x="977710" y="223895"/>
                  <a:pt x="987870" y="228213"/>
                  <a:pt x="997903" y="232848"/>
                </a:cubicBezTo>
                <a:cubicBezTo>
                  <a:pt x="1001967" y="234690"/>
                  <a:pt x="1006094" y="236404"/>
                  <a:pt x="1010031" y="238436"/>
                </a:cubicBezTo>
                <a:cubicBezTo>
                  <a:pt x="1010884" y="239145"/>
                  <a:pt x="1011393" y="240185"/>
                  <a:pt x="1011428" y="241294"/>
                </a:cubicBezTo>
                <a:cubicBezTo>
                  <a:pt x="1011811" y="243819"/>
                  <a:pt x="1011811" y="246388"/>
                  <a:pt x="1011428" y="248914"/>
                </a:cubicBezTo>
                <a:cubicBezTo>
                  <a:pt x="1010997" y="250790"/>
                  <a:pt x="1009830" y="252415"/>
                  <a:pt x="1008189" y="253422"/>
                </a:cubicBezTo>
                <a:cubicBezTo>
                  <a:pt x="989584" y="262693"/>
                  <a:pt x="970661" y="271456"/>
                  <a:pt x="952183" y="281045"/>
                </a:cubicBezTo>
                <a:cubicBezTo>
                  <a:pt x="936562" y="289173"/>
                  <a:pt x="921195" y="297872"/>
                  <a:pt x="906145" y="306953"/>
                </a:cubicBezTo>
                <a:cubicBezTo>
                  <a:pt x="894525" y="313938"/>
                  <a:pt x="883412" y="321939"/>
                  <a:pt x="872236" y="329622"/>
                </a:cubicBezTo>
                <a:cubicBezTo>
                  <a:pt x="859854" y="338131"/>
                  <a:pt x="847408" y="346513"/>
                  <a:pt x="835406" y="355467"/>
                </a:cubicBezTo>
                <a:cubicBezTo>
                  <a:pt x="822071" y="365500"/>
                  <a:pt x="808969" y="375829"/>
                  <a:pt x="796100" y="386455"/>
                </a:cubicBezTo>
                <a:cubicBezTo>
                  <a:pt x="784035" y="396297"/>
                  <a:pt x="772097" y="406330"/>
                  <a:pt x="760730" y="416998"/>
                </a:cubicBezTo>
                <a:cubicBezTo>
                  <a:pt x="745554" y="431159"/>
                  <a:pt x="730822" y="445827"/>
                  <a:pt x="716280" y="460686"/>
                </a:cubicBezTo>
                <a:cubicBezTo>
                  <a:pt x="707454" y="469640"/>
                  <a:pt x="699516" y="479419"/>
                  <a:pt x="690880" y="488563"/>
                </a:cubicBezTo>
                <a:cubicBezTo>
                  <a:pt x="689269" y="489731"/>
                  <a:pt x="687223" y="490126"/>
                  <a:pt x="685292" y="489642"/>
                </a:cubicBezTo>
                <a:cubicBezTo>
                  <a:pt x="682920" y="489162"/>
                  <a:pt x="680724" y="488042"/>
                  <a:pt x="678942" y="486404"/>
                </a:cubicBezTo>
                <a:cubicBezTo>
                  <a:pt x="677383" y="484647"/>
                  <a:pt x="676484" y="482402"/>
                  <a:pt x="676402" y="480054"/>
                </a:cubicBezTo>
                <a:cubicBezTo>
                  <a:pt x="676402" y="446208"/>
                  <a:pt x="676402" y="412299"/>
                  <a:pt x="676402" y="378454"/>
                </a:cubicBezTo>
                <a:lnTo>
                  <a:pt x="676402" y="287331"/>
                </a:lnTo>
                <a:close/>
              </a:path>
            </a:pathLst>
          </a:custGeom>
          <a:solidFill>
            <a:srgbClr val="F91258"/>
          </a:solidFill>
          <a:ln w="6350" cap="flat">
            <a:noFill/>
            <a:prstDash val="solid"/>
            <a:miter/>
          </a:ln>
        </p:spPr>
        <p:txBody>
          <a:bodyPr rtlCol="0" anchor="ctr"/>
          <a:lstStyle/>
          <a:p>
            <a:endParaRPr lang="en-GB"/>
          </a:p>
        </p:txBody>
      </p:sp>
      <p:sp>
        <p:nvSpPr>
          <p:cNvPr id="13"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067007"/>
            <a:ext cx="5627171" cy="2353439"/>
          </a:xfrm>
        </p:spPr>
        <p:txBody>
          <a:bodyPr anchor="b" anchorCtr="0">
            <a:noAutofit/>
          </a:bodyPr>
          <a:lstStyle>
            <a:lvl1pPr algn="l">
              <a:lnSpc>
                <a:spcPts val="6000"/>
              </a:lnSpc>
              <a:defRPr sz="3600" spc="60" baseline="0">
                <a:solidFill>
                  <a:schemeClr val="bg1"/>
                </a:solidFill>
              </a:defRPr>
            </a:lvl1pPr>
          </a:lstStyle>
          <a:p>
            <a:r>
              <a:rPr lang="en-US" noProof="0" dirty="0"/>
              <a:t>CLICK TO EDIT MASTER TITLE STYLE</a:t>
            </a:r>
            <a:endParaRPr lang="en-GB" noProof="0" dirty="0"/>
          </a:p>
        </p:txBody>
      </p:sp>
    </p:spTree>
    <p:extLst>
      <p:ext uri="{BB962C8B-B14F-4D97-AF65-F5344CB8AC3E}">
        <p14:creationId xmlns:p14="http://schemas.microsoft.com/office/powerpoint/2010/main" val="39967457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4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7E00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33" name="Group 32"/>
          <p:cNvGrpSpPr/>
          <p:nvPr userDrawn="1"/>
        </p:nvGrpSpPr>
        <p:grpSpPr>
          <a:xfrm>
            <a:off x="-1717" y="4568506"/>
            <a:ext cx="4628886" cy="1406446"/>
            <a:chOff x="-1717" y="4568506"/>
            <a:chExt cx="4628886" cy="1406446"/>
          </a:xfrm>
          <a:solidFill>
            <a:srgbClr val="F91258"/>
          </a:solidFill>
        </p:grpSpPr>
        <p:sp>
          <p:nvSpPr>
            <p:cNvPr id="34" name="Freeform 33">
              <a:extLst>
                <a:ext uri="{FF2B5EF4-FFF2-40B4-BE49-F238E27FC236}">
                  <a16:creationId xmlns:a16="http://schemas.microsoft.com/office/drawing/2014/main" id="{2F450B4C-241D-A544-BBEF-175E01D6A139}"/>
                </a:ext>
              </a:extLst>
            </p:cNvPr>
            <p:cNvSpPr/>
            <p:nvPr userDrawn="1"/>
          </p:nvSpPr>
          <p:spPr>
            <a:xfrm>
              <a:off x="-1717" y="4568506"/>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grpFill/>
            <a:ln w="6350" cap="flat">
              <a:noFill/>
              <a:prstDash val="solid"/>
              <a:miter/>
            </a:ln>
          </p:spPr>
          <p:txBody>
            <a:bodyPr rtlCol="0" anchor="ctr"/>
            <a:lstStyle/>
            <a:p>
              <a:endParaRPr lang="en-GB"/>
            </a:p>
          </p:txBody>
        </p:sp>
        <p:sp>
          <p:nvSpPr>
            <p:cNvPr id="35" name="Freeform 34">
              <a:extLst>
                <a:ext uri="{FF2B5EF4-FFF2-40B4-BE49-F238E27FC236}">
                  <a16:creationId xmlns:a16="http://schemas.microsoft.com/office/drawing/2014/main" id="{17BA7C41-EA1C-2F4D-90C7-EC472AB85B8A}"/>
                </a:ext>
              </a:extLst>
            </p:cNvPr>
            <p:cNvSpPr/>
            <p:nvPr/>
          </p:nvSpPr>
          <p:spPr>
            <a:xfrm>
              <a:off x="3713028" y="4568727"/>
              <a:ext cx="914141" cy="1401463"/>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36" name="Freeform 35">
              <a:extLst>
                <a:ext uri="{FF2B5EF4-FFF2-40B4-BE49-F238E27FC236}">
                  <a16:creationId xmlns:a16="http://schemas.microsoft.com/office/drawing/2014/main" id="{2F450B4C-241D-A544-BBEF-175E01D6A139}"/>
                </a:ext>
              </a:extLst>
            </p:cNvPr>
            <p:cNvSpPr/>
            <p:nvPr userDrawn="1"/>
          </p:nvSpPr>
          <p:spPr>
            <a:xfrm flipV="1">
              <a:off x="-1717" y="5379567"/>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3345788051"/>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5_Text Slide A">
    <p:spTree>
      <p:nvGrpSpPr>
        <p:cNvPr id="1" name=""/>
        <p:cNvGrpSpPr/>
        <p:nvPr/>
      </p:nvGrpSpPr>
      <p:grpSpPr>
        <a:xfrm>
          <a:off x="0" y="0"/>
          <a:ext cx="0" cy="0"/>
          <a:chOff x="0" y="0"/>
          <a:chExt cx="0" cy="0"/>
        </a:xfrm>
      </p:grpSpPr>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2"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4" name="Group 23"/>
          <p:cNvGrpSpPr/>
          <p:nvPr userDrawn="1"/>
        </p:nvGrpSpPr>
        <p:grpSpPr>
          <a:xfrm>
            <a:off x="-6058" y="3531457"/>
            <a:ext cx="5797612" cy="2365031"/>
            <a:chOff x="-2229" y="2361812"/>
            <a:chExt cx="11067619" cy="4514835"/>
          </a:xfrm>
          <a:solidFill>
            <a:srgbClr val="7E007C"/>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596148475"/>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7E007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6546401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3_Activity 1">
    <p:bg>
      <p:bgPr>
        <a:solidFill>
          <a:srgbClr val="7E007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bg1"/>
          </a:solidFill>
          <a:ln w="6350" cap="flat">
            <a:noFill/>
            <a:prstDash val="solid"/>
            <a:miter/>
          </a:ln>
        </p:spPr>
        <p:txBody>
          <a:bodyPr rtlCol="0" anchor="ctr"/>
          <a:lstStyle/>
          <a:p>
            <a:endParaRPr lang="en-GB">
              <a:solidFill>
                <a:schemeClr val="bg1"/>
              </a:solidFill>
            </a:endParaRPr>
          </a:p>
        </p:txBody>
      </p:sp>
      <p:sp>
        <p:nvSpPr>
          <p:cNvPr id="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chemeClr val="bg1"/>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8"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solidFill>
                  <a:schemeClr val="bg1"/>
                </a:solidFill>
              </a:defRPr>
            </a:lvl1pPr>
          </a:lstStyle>
          <a:p>
            <a:pPr lvl="0"/>
            <a:r>
              <a:rPr lang="en-US" dirty="0"/>
              <a:t>Click to edit instructions</a:t>
            </a:r>
          </a:p>
        </p:txBody>
      </p:sp>
    </p:spTree>
    <p:extLst>
      <p:ext uri="{BB962C8B-B14F-4D97-AF65-F5344CB8AC3E}">
        <p14:creationId xmlns:p14="http://schemas.microsoft.com/office/powerpoint/2010/main" val="3175680889"/>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8" name="Text Placeholder 2">
            <a:extLst>
              <a:ext uri="{FF2B5EF4-FFF2-40B4-BE49-F238E27FC236}">
                <a16:creationId xmlns:a16="http://schemas.microsoft.com/office/drawing/2014/main" id="{B623AAC1-38C0-EC41-AF66-7EC76ACCB83E}"/>
              </a:ext>
            </a:extLst>
          </p:cNvPr>
          <p:cNvSpPr>
            <a:spLocks noGrp="1"/>
          </p:cNvSpPr>
          <p:nvPr>
            <p:ph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212588995"/>
      </p:ext>
    </p:extLst>
  </p:cSld>
  <p:clrMapOvr>
    <a:masterClrMapping/>
  </p:clrMapOvr>
  <p:extLst>
    <p:ext uri="{DCECCB84-F9BA-43D5-87BE-67443E8EF086}">
      <p15:sldGuideLst xmlns:p15="http://schemas.microsoft.com/office/powerpoint/2012/main">
        <p15:guide id="1" orient="horz" pos="777" userDrawn="1">
          <p15:clr>
            <a:srgbClr val="FBAE40"/>
          </p15:clr>
        </p15:guide>
        <p15:guide id="2" pos="3840" userDrawn="1">
          <p15:clr>
            <a:srgbClr val="FBAE40"/>
          </p15:clr>
        </p15:guide>
        <p15:guide id="3" orient="horz" pos="2160" userDrawn="1">
          <p15:clr>
            <a:srgbClr val="FBAE40"/>
          </p15:clr>
        </p15:guide>
        <p15:guide id="4" orient="horz" pos="2260" userDrawn="1">
          <p15:clr>
            <a:srgbClr val="FBAE40"/>
          </p15:clr>
        </p15:guide>
        <p15:guide id="5" pos="3940" userDrawn="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nd image">
    <p:spTree>
      <p:nvGrpSpPr>
        <p:cNvPr id="1" name=""/>
        <p:cNvGrpSpPr/>
        <p:nvPr/>
      </p:nvGrpSpPr>
      <p:grpSpPr>
        <a:xfrm>
          <a:off x="0" y="0"/>
          <a:ext cx="0" cy="0"/>
          <a:chOff x="0" y="0"/>
          <a:chExt cx="0" cy="0"/>
        </a:xfrm>
      </p:grpSpPr>
      <p:sp>
        <p:nvSpPr>
          <p:cNvPr id="3"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2" name="Rectangle 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3915446001"/>
      </p:ext>
    </p:extLst>
  </p:cSld>
  <p:clrMapOvr>
    <a:masterClrMapping/>
  </p:clrMapOvr>
  <p:extLst>
    <p:ext uri="{DCECCB84-F9BA-43D5-87BE-67443E8EF086}">
      <p15:sldGuideLst xmlns:p15="http://schemas.microsoft.com/office/powerpoint/2012/main">
        <p15:guide id="1" orient="horz" pos="777">
          <p15:clr>
            <a:srgbClr val="FBAE40"/>
          </p15:clr>
        </p15:guide>
        <p15:guide id="2" pos="3840" userDrawn="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icons and text">
    <p:spTree>
      <p:nvGrpSpPr>
        <p:cNvPr id="1" name=""/>
        <p:cNvGrpSpPr/>
        <p:nvPr/>
      </p:nvGrpSpPr>
      <p:grpSpPr>
        <a:xfrm>
          <a:off x="0" y="0"/>
          <a:ext cx="0" cy="0"/>
          <a:chOff x="0" y="0"/>
          <a:chExt cx="0" cy="0"/>
        </a:xfrm>
      </p:grpSpPr>
      <p:sp>
        <p:nvSpPr>
          <p:cNvPr id="3" name="Text Placeholder 4"/>
          <p:cNvSpPr>
            <a:spLocks noGrp="1"/>
          </p:cNvSpPr>
          <p:nvPr>
            <p:ph type="body" sz="quarter" idx="15" hasCustomPrompt="1"/>
          </p:nvPr>
        </p:nvSpPr>
        <p:spPr>
          <a:xfrm>
            <a:off x="1059427" y="3673998"/>
            <a:ext cx="2124159" cy="2749952"/>
          </a:xfrm>
        </p:spPr>
        <p:txBody>
          <a:bodyPr/>
          <a:lstStyle>
            <a:lvl1pPr marL="0" indent="0">
              <a:lnSpc>
                <a:spcPct val="100000"/>
              </a:lnSpc>
              <a:buFont typeface="Arial" panose="020B0604020202020204" pitchFamily="34" charset="0"/>
              <a:buNone/>
              <a:defRPr sz="2000" b="0"/>
            </a:lvl1pPr>
            <a:lvl2pPr marL="0" indent="0">
              <a:buFont typeface="Arial" panose="020B0604020202020204" pitchFamily="34" charset="0"/>
              <a:buNone/>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4" name="Text Placeholder 4"/>
          <p:cNvSpPr>
            <a:spLocks noGrp="1"/>
          </p:cNvSpPr>
          <p:nvPr>
            <p:ph type="body" sz="quarter" idx="16" hasCustomPrompt="1"/>
          </p:nvPr>
        </p:nvSpPr>
        <p:spPr>
          <a:xfrm>
            <a:off x="3639645" y="3673998"/>
            <a:ext cx="2068065"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6" name="Text Placeholder 4"/>
          <p:cNvSpPr>
            <a:spLocks noGrp="1"/>
          </p:cNvSpPr>
          <p:nvPr>
            <p:ph type="body" sz="quarter" idx="17" hasCustomPrompt="1"/>
          </p:nvPr>
        </p:nvSpPr>
        <p:spPr>
          <a:xfrm>
            <a:off x="6149996" y="3673998"/>
            <a:ext cx="2130523"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7" name="Picture Placeholder 21"/>
          <p:cNvSpPr>
            <a:spLocks noGrp="1"/>
          </p:cNvSpPr>
          <p:nvPr>
            <p:ph type="pic" sz="quarter" idx="18" hasCustomPrompt="1"/>
          </p:nvPr>
        </p:nvSpPr>
        <p:spPr>
          <a:xfrm>
            <a:off x="1059428" y="1993484"/>
            <a:ext cx="1437932" cy="1437930"/>
          </a:xfrm>
        </p:spPr>
        <p:txBody>
          <a:bodyPr/>
          <a:lstStyle>
            <a:lvl1pPr marL="0" indent="0">
              <a:buNone/>
              <a:defRPr/>
            </a:lvl1pPr>
          </a:lstStyle>
          <a:p>
            <a:r>
              <a:rPr lang="en-GB" dirty="0"/>
              <a:t>icon</a:t>
            </a:r>
          </a:p>
        </p:txBody>
      </p:sp>
      <p:sp>
        <p:nvSpPr>
          <p:cNvPr id="8" name="Picture Placeholder 21"/>
          <p:cNvSpPr>
            <a:spLocks noGrp="1"/>
          </p:cNvSpPr>
          <p:nvPr>
            <p:ph type="pic" sz="quarter" idx="19" hasCustomPrompt="1"/>
          </p:nvPr>
        </p:nvSpPr>
        <p:spPr>
          <a:xfrm>
            <a:off x="3639646" y="1986408"/>
            <a:ext cx="1437932" cy="1437930"/>
          </a:xfrm>
        </p:spPr>
        <p:txBody>
          <a:bodyPr/>
          <a:lstStyle>
            <a:lvl1pPr marL="0" indent="0">
              <a:buNone/>
              <a:defRPr/>
            </a:lvl1pPr>
          </a:lstStyle>
          <a:p>
            <a:r>
              <a:rPr lang="en-GB" dirty="0"/>
              <a:t>icon</a:t>
            </a:r>
          </a:p>
        </p:txBody>
      </p:sp>
      <p:sp>
        <p:nvSpPr>
          <p:cNvPr id="9" name="Picture Placeholder 21"/>
          <p:cNvSpPr>
            <a:spLocks noGrp="1"/>
          </p:cNvSpPr>
          <p:nvPr>
            <p:ph type="pic" sz="quarter" idx="20" hasCustomPrompt="1"/>
          </p:nvPr>
        </p:nvSpPr>
        <p:spPr>
          <a:xfrm>
            <a:off x="6149997" y="1993484"/>
            <a:ext cx="1437932" cy="1437930"/>
          </a:xfrm>
        </p:spPr>
        <p:txBody>
          <a:bodyPr/>
          <a:lstStyle>
            <a:lvl1pPr marL="0" indent="0">
              <a:buNone/>
              <a:defRPr/>
            </a:lvl1pPr>
          </a:lstStyle>
          <a:p>
            <a:r>
              <a:rPr lang="en-GB" dirty="0"/>
              <a:t>icon</a:t>
            </a:r>
          </a:p>
        </p:txBody>
      </p:sp>
      <p:sp>
        <p:nvSpPr>
          <p:cNvPr id="10" name="Text Placeholder 4"/>
          <p:cNvSpPr>
            <a:spLocks noGrp="1"/>
          </p:cNvSpPr>
          <p:nvPr>
            <p:ph type="body" sz="quarter" idx="21" hasCustomPrompt="1"/>
          </p:nvPr>
        </p:nvSpPr>
        <p:spPr>
          <a:xfrm>
            <a:off x="8637070" y="3688989"/>
            <a:ext cx="2183449"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11" name="Picture Placeholder 21"/>
          <p:cNvSpPr>
            <a:spLocks noGrp="1"/>
          </p:cNvSpPr>
          <p:nvPr>
            <p:ph type="pic" sz="quarter" idx="22" hasCustomPrompt="1"/>
          </p:nvPr>
        </p:nvSpPr>
        <p:spPr>
          <a:xfrm>
            <a:off x="8637071" y="2008475"/>
            <a:ext cx="1437932" cy="1437930"/>
          </a:xfrm>
        </p:spPr>
        <p:txBody>
          <a:bodyPr/>
          <a:lstStyle>
            <a:lvl1pPr marL="0" indent="0">
              <a:buNone/>
              <a:defRPr/>
            </a:lvl1pPr>
          </a:lstStyle>
          <a:p>
            <a:r>
              <a:rPr lang="en-GB" dirty="0"/>
              <a:t>icon</a:t>
            </a:r>
          </a:p>
        </p:txBody>
      </p:sp>
      <p:sp>
        <p:nvSpPr>
          <p:cNvPr id="1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3" name="Rectangle 1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4138968323"/>
      </p:ext>
    </p:extLst>
  </p:cSld>
  <p:clrMapOvr>
    <a:masterClrMapping/>
  </p:clrMapOvr>
  <p:extLst>
    <p:ext uri="{DCECCB84-F9BA-43D5-87BE-67443E8EF086}">
      <p15:sldGuideLst xmlns:p15="http://schemas.microsoft.com/office/powerpoint/2012/main">
        <p15:guide id="1" orient="horz" pos="777">
          <p15:clr>
            <a:srgbClr val="FBAE40"/>
          </p15:clr>
        </p15:guide>
        <p15:guide id="2" pos="384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Four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1065907"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3511826"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Text Placeholder 7"/>
          <p:cNvSpPr>
            <a:spLocks noGrp="1"/>
          </p:cNvSpPr>
          <p:nvPr>
            <p:ph type="body" sz="quarter" idx="14" hasCustomPrompt="1"/>
          </p:nvPr>
        </p:nvSpPr>
        <p:spPr>
          <a:xfrm>
            <a:off x="5957745" y="1986353"/>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Text Placeholder 7"/>
          <p:cNvSpPr>
            <a:spLocks noGrp="1"/>
          </p:cNvSpPr>
          <p:nvPr>
            <p:ph type="body" sz="quarter" idx="15" hasCustomPrompt="1"/>
          </p:nvPr>
        </p:nvSpPr>
        <p:spPr>
          <a:xfrm>
            <a:off x="8403664" y="1986352"/>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8"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9" name="Rectangle 8"/>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2719566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wo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5915467" y="1992793"/>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1069809" y="1992792"/>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Rectangle 6"/>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2636117753"/>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wo Image and Text">
    <p:spTree>
      <p:nvGrpSpPr>
        <p:cNvPr id="1" name=""/>
        <p:cNvGrpSpPr/>
        <p:nvPr/>
      </p:nvGrpSpPr>
      <p:grpSpPr>
        <a:xfrm>
          <a:off x="0" y="0"/>
          <a:ext cx="0" cy="0"/>
          <a:chOff x="0" y="0"/>
          <a:chExt cx="0" cy="0"/>
        </a:xfrm>
      </p:grpSpPr>
      <p:sp>
        <p:nvSpPr>
          <p:cNvPr id="9" name="Text Placeholder 7"/>
          <p:cNvSpPr>
            <a:spLocks noGrp="1"/>
          </p:cNvSpPr>
          <p:nvPr>
            <p:ph type="body" sz="quarter" idx="17" hasCustomPrompt="1"/>
          </p:nvPr>
        </p:nvSpPr>
        <p:spPr>
          <a:xfrm>
            <a:off x="1080209"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sz="1800"/>
            </a:lvl2pPr>
            <a:lvl3pPr marL="0" indent="0">
              <a:buNone/>
              <a:defRPr sz="1800"/>
            </a:lvl3pPr>
            <a:lvl4pPr>
              <a:defRPr sz="1800"/>
            </a:lvl4pPr>
            <a:lvl5pPr>
              <a:defRPr sz="1800"/>
            </a:lvl5pPr>
          </a:lstStyle>
          <a:p>
            <a:pPr lvl="0"/>
            <a:r>
              <a:rPr lang="en-US" dirty="0"/>
              <a:t>Edit text</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1080209" y="2003204"/>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5" name="Picture Placeholder 4">
            <a:extLst>
              <a:ext uri="{FF2B5EF4-FFF2-40B4-BE49-F238E27FC236}">
                <a16:creationId xmlns:a16="http://schemas.microsoft.com/office/drawing/2014/main" id="{749837D3-F6DB-DB49-B987-A2004B0611D5}"/>
              </a:ext>
            </a:extLst>
          </p:cNvPr>
          <p:cNvSpPr>
            <a:spLocks noGrp="1"/>
          </p:cNvSpPr>
          <p:nvPr>
            <p:ph type="pic" sz="quarter" idx="14"/>
          </p:nvPr>
        </p:nvSpPr>
        <p:spPr>
          <a:xfrm>
            <a:off x="5925914" y="2003203"/>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8" name="Text Placeholder 7"/>
          <p:cNvSpPr>
            <a:spLocks noGrp="1"/>
          </p:cNvSpPr>
          <p:nvPr>
            <p:ph type="body" sz="quarter" idx="11" hasCustomPrompt="1"/>
          </p:nvPr>
        </p:nvSpPr>
        <p:spPr>
          <a:xfrm>
            <a:off x="5925868"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a:lvl2pPr>
          </a:lstStyle>
          <a:p>
            <a:pPr lvl="0"/>
            <a:r>
              <a:rPr lang="en-US" dirty="0"/>
              <a:t>Edit text</a:t>
            </a:r>
          </a:p>
        </p:txBody>
      </p:sp>
      <p:sp>
        <p:nvSpPr>
          <p:cNvPr id="10"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2" name="Rectangle 1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62594457"/>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3" name="Rectangle 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8791353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1_Hope you enjoyed">
    <p:bg>
      <p:bgPr>
        <a:solidFill>
          <a:srgbClr val="09EDB8"/>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4663440" y="0"/>
            <a:ext cx="7528560" cy="6858000"/>
          </a:xfrm>
          <a:prstGeom prst="rect">
            <a:avLst/>
          </a:prstGeom>
        </p:spPr>
      </p:pic>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0" y="2311970"/>
            <a:ext cx="3138017" cy="1908338"/>
          </a:xfrm>
        </p:spPr>
        <p:txBody>
          <a:bodyPr anchor="b" anchorCtr="0">
            <a:noAutofit/>
          </a:bodyPr>
          <a:lstStyle>
            <a:lvl1pPr algn="l">
              <a:lnSpc>
                <a:spcPct val="100000"/>
              </a:lnSpc>
              <a:defRPr sz="3600" baseline="0"/>
            </a:lvl1pPr>
          </a:lstStyle>
          <a:p>
            <a:r>
              <a:rPr lang="en-US" noProof="0" dirty="0"/>
              <a:t>THANK YOU</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1" y="5306004"/>
            <a:ext cx="4269826"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b="0" baseline="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Hope you enjoyed this learning journey.</a:t>
            </a:r>
          </a:p>
        </p:txBody>
      </p:sp>
      <p:grpSp>
        <p:nvGrpSpPr>
          <p:cNvPr id="4" name="Group 3"/>
          <p:cNvGrpSpPr/>
          <p:nvPr userDrawn="1"/>
        </p:nvGrpSpPr>
        <p:grpSpPr>
          <a:xfrm>
            <a:off x="-1698" y="3508800"/>
            <a:ext cx="7016130" cy="2425241"/>
            <a:chOff x="683" y="3508800"/>
            <a:chExt cx="7016130" cy="2425241"/>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683" y="3508800"/>
              <a:ext cx="5938619" cy="102700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566 w 1668566"/>
                <a:gd name="connsiteY0" fmla="*/ 248186 h 248186"/>
                <a:gd name="connsiteX1" fmla="*/ 1 w 1668566"/>
                <a:gd name="connsiteY1" fmla="*/ 248186 h 248186"/>
                <a:gd name="connsiteX2" fmla="*/ 229815 w 1668566"/>
                <a:gd name="connsiteY2" fmla="*/ 194032 h 248186"/>
                <a:gd name="connsiteX3" fmla="*/ 1522580 w 1668566"/>
                <a:gd name="connsiteY3" fmla="*/ 192497 h 248186"/>
                <a:gd name="connsiteX4" fmla="*/ 1375895 w 1668566"/>
                <a:gd name="connsiteY4" fmla="*/ 219 h 248186"/>
                <a:gd name="connsiteX5" fmla="*/ 1433934 w 1668566"/>
                <a:gd name="connsiteY5" fmla="*/ 219 h 248186"/>
                <a:gd name="connsiteX6" fmla="*/ 1454190 w 1668566"/>
                <a:gd name="connsiteY6" fmla="*/ 12347 h 248186"/>
                <a:gd name="connsiteX7" fmla="*/ 1518706 w 1668566"/>
                <a:gd name="connsiteY7" fmla="*/ 105057 h 248186"/>
                <a:gd name="connsiteX8" fmla="*/ 1662725 w 1668566"/>
                <a:gd name="connsiteY8" fmla="*/ 242090 h 248186"/>
                <a:gd name="connsiteX9" fmla="*/ 1667931 w 1668566"/>
                <a:gd name="connsiteY9" fmla="*/ 246535 h 248186"/>
                <a:gd name="connsiteX10" fmla="*/ 1668566 w 1668566"/>
                <a:gd name="connsiteY10" fmla="*/ 248186 h 248186"/>
                <a:gd name="connsiteX0" fmla="*/ 1440017 w 1440017"/>
                <a:gd name="connsiteY0" fmla="*/ 248186 h 248186"/>
                <a:gd name="connsiteX1" fmla="*/ 62 w 1440017"/>
                <a:gd name="connsiteY1" fmla="*/ 248186 h 248186"/>
                <a:gd name="connsiteX2" fmla="*/ 1266 w 1440017"/>
                <a:gd name="connsiteY2" fmla="*/ 194032 h 248186"/>
                <a:gd name="connsiteX3" fmla="*/ 1294031 w 1440017"/>
                <a:gd name="connsiteY3" fmla="*/ 192497 h 248186"/>
                <a:gd name="connsiteX4" fmla="*/ 1147346 w 1440017"/>
                <a:gd name="connsiteY4" fmla="*/ 219 h 248186"/>
                <a:gd name="connsiteX5" fmla="*/ 1205385 w 1440017"/>
                <a:gd name="connsiteY5" fmla="*/ 219 h 248186"/>
                <a:gd name="connsiteX6" fmla="*/ 1225641 w 1440017"/>
                <a:gd name="connsiteY6" fmla="*/ 12347 h 248186"/>
                <a:gd name="connsiteX7" fmla="*/ 1290157 w 1440017"/>
                <a:gd name="connsiteY7" fmla="*/ 105057 h 248186"/>
                <a:gd name="connsiteX8" fmla="*/ 1434176 w 1440017"/>
                <a:gd name="connsiteY8" fmla="*/ 242090 h 248186"/>
                <a:gd name="connsiteX9" fmla="*/ 1439382 w 1440017"/>
                <a:gd name="connsiteY9" fmla="*/ 246535 h 248186"/>
                <a:gd name="connsiteX10" fmla="*/ 1440017 w 1440017"/>
                <a:gd name="connsiteY10" fmla="*/ 248186 h 248186"/>
                <a:gd name="connsiteX0" fmla="*/ 1439987 w 1439987"/>
                <a:gd name="connsiteY0" fmla="*/ 248186 h 248186"/>
                <a:gd name="connsiteX1" fmla="*/ 32 w 1439987"/>
                <a:gd name="connsiteY1" fmla="*/ 248186 h 248186"/>
                <a:gd name="connsiteX2" fmla="*/ 3538 w 1439987"/>
                <a:gd name="connsiteY2" fmla="*/ 192881 h 248186"/>
                <a:gd name="connsiteX3" fmla="*/ 1294001 w 1439987"/>
                <a:gd name="connsiteY3" fmla="*/ 192497 h 248186"/>
                <a:gd name="connsiteX4" fmla="*/ 1147316 w 1439987"/>
                <a:gd name="connsiteY4" fmla="*/ 219 h 248186"/>
                <a:gd name="connsiteX5" fmla="*/ 1205355 w 1439987"/>
                <a:gd name="connsiteY5" fmla="*/ 219 h 248186"/>
                <a:gd name="connsiteX6" fmla="*/ 1225611 w 1439987"/>
                <a:gd name="connsiteY6" fmla="*/ 12347 h 248186"/>
                <a:gd name="connsiteX7" fmla="*/ 1290127 w 1439987"/>
                <a:gd name="connsiteY7" fmla="*/ 105057 h 248186"/>
                <a:gd name="connsiteX8" fmla="*/ 1434146 w 1439987"/>
                <a:gd name="connsiteY8" fmla="*/ 242090 h 248186"/>
                <a:gd name="connsiteX9" fmla="*/ 1439352 w 1439987"/>
                <a:gd name="connsiteY9" fmla="*/ 246535 h 248186"/>
                <a:gd name="connsiteX10" fmla="*/ 1439987 w 1439987"/>
                <a:gd name="connsiteY10" fmla="*/ 248186 h 248186"/>
                <a:gd name="connsiteX0" fmla="*/ 1436625 w 1436625"/>
                <a:gd name="connsiteY0" fmla="*/ 248186 h 248186"/>
                <a:gd name="connsiteX1" fmla="*/ 122 w 1436625"/>
                <a:gd name="connsiteY1" fmla="*/ 248186 h 248186"/>
                <a:gd name="connsiteX2" fmla="*/ 176 w 1436625"/>
                <a:gd name="connsiteY2" fmla="*/ 192881 h 248186"/>
                <a:gd name="connsiteX3" fmla="*/ 1290639 w 1436625"/>
                <a:gd name="connsiteY3" fmla="*/ 192497 h 248186"/>
                <a:gd name="connsiteX4" fmla="*/ 1143954 w 1436625"/>
                <a:gd name="connsiteY4" fmla="*/ 219 h 248186"/>
                <a:gd name="connsiteX5" fmla="*/ 1201993 w 1436625"/>
                <a:gd name="connsiteY5" fmla="*/ 219 h 248186"/>
                <a:gd name="connsiteX6" fmla="*/ 1222249 w 1436625"/>
                <a:gd name="connsiteY6" fmla="*/ 12347 h 248186"/>
                <a:gd name="connsiteX7" fmla="*/ 1286765 w 1436625"/>
                <a:gd name="connsiteY7" fmla="*/ 105057 h 248186"/>
                <a:gd name="connsiteX8" fmla="*/ 1430784 w 1436625"/>
                <a:gd name="connsiteY8" fmla="*/ 242090 h 248186"/>
                <a:gd name="connsiteX9" fmla="*/ 1435990 w 1436625"/>
                <a:gd name="connsiteY9" fmla="*/ 246535 h 248186"/>
                <a:gd name="connsiteX10" fmla="*/ 1436625 w 1436625"/>
                <a:gd name="connsiteY10" fmla="*/ 248186 h 248186"/>
                <a:gd name="connsiteX0" fmla="*/ 1436553 w 1436553"/>
                <a:gd name="connsiteY0" fmla="*/ 248186 h 248186"/>
                <a:gd name="connsiteX1" fmla="*/ 50 w 1436553"/>
                <a:gd name="connsiteY1" fmla="*/ 248186 h 248186"/>
                <a:gd name="connsiteX2" fmla="*/ 1830 w 1436553"/>
                <a:gd name="connsiteY2" fmla="*/ 192881 h 248186"/>
                <a:gd name="connsiteX3" fmla="*/ 1290567 w 1436553"/>
                <a:gd name="connsiteY3" fmla="*/ 192497 h 248186"/>
                <a:gd name="connsiteX4" fmla="*/ 1143882 w 1436553"/>
                <a:gd name="connsiteY4" fmla="*/ 219 h 248186"/>
                <a:gd name="connsiteX5" fmla="*/ 1201921 w 1436553"/>
                <a:gd name="connsiteY5" fmla="*/ 219 h 248186"/>
                <a:gd name="connsiteX6" fmla="*/ 1222177 w 1436553"/>
                <a:gd name="connsiteY6" fmla="*/ 12347 h 248186"/>
                <a:gd name="connsiteX7" fmla="*/ 1286693 w 1436553"/>
                <a:gd name="connsiteY7" fmla="*/ 105057 h 248186"/>
                <a:gd name="connsiteX8" fmla="*/ 1430712 w 1436553"/>
                <a:gd name="connsiteY8" fmla="*/ 242090 h 248186"/>
                <a:gd name="connsiteX9" fmla="*/ 1435918 w 1436553"/>
                <a:gd name="connsiteY9" fmla="*/ 246535 h 248186"/>
                <a:gd name="connsiteX10" fmla="*/ 1436553 w 1436553"/>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34899" h="248186">
                  <a:moveTo>
                    <a:pt x="1434899" y="248186"/>
                  </a:moveTo>
                  <a:lnTo>
                    <a:pt x="122" y="248186"/>
                  </a:lnTo>
                  <a:cubicBezTo>
                    <a:pt x="-319" y="229623"/>
                    <a:pt x="617" y="211444"/>
                    <a:pt x="176" y="192881"/>
                  </a:cubicBezTo>
                  <a:lnTo>
                    <a:pt x="1288913" y="192497"/>
                  </a:lnTo>
                  <a:cubicBezTo>
                    <a:pt x="1231064" y="134140"/>
                    <a:pt x="1177788" y="74768"/>
                    <a:pt x="1142228" y="219"/>
                  </a:cubicBezTo>
                  <a:cubicBezTo>
                    <a:pt x="1162611" y="219"/>
                    <a:pt x="1181471" y="854"/>
                    <a:pt x="1200267" y="219"/>
                  </a:cubicBezTo>
                  <a:cubicBezTo>
                    <a:pt x="1209059" y="-1141"/>
                    <a:pt x="1217571" y="3956"/>
                    <a:pt x="1220523" y="12347"/>
                  </a:cubicBezTo>
                  <a:cubicBezTo>
                    <a:pt x="1238085" y="45816"/>
                    <a:pt x="1259758" y="76961"/>
                    <a:pt x="1285039" y="105057"/>
                  </a:cubicBezTo>
                  <a:cubicBezTo>
                    <a:pt x="1328667" y="155126"/>
                    <a:pt x="1376883" y="201004"/>
                    <a:pt x="1429058" y="242090"/>
                  </a:cubicBezTo>
                  <a:cubicBezTo>
                    <a:pt x="1430836" y="243551"/>
                    <a:pt x="1432613" y="245011"/>
                    <a:pt x="1434264" y="246535"/>
                  </a:cubicBezTo>
                  <a:cubicBezTo>
                    <a:pt x="1434582" y="246599"/>
                    <a:pt x="1434582" y="247170"/>
                    <a:pt x="1434899"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userDrawn="1"/>
          </p:nvSpPr>
          <p:spPr>
            <a:xfrm>
              <a:off x="5439970" y="3509181"/>
              <a:ext cx="1576843" cy="2417447"/>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683" y="4907035"/>
              <a:ext cx="5938619" cy="102700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566 w 1668566"/>
                <a:gd name="connsiteY0" fmla="*/ 248186 h 248186"/>
                <a:gd name="connsiteX1" fmla="*/ 1 w 1668566"/>
                <a:gd name="connsiteY1" fmla="*/ 248186 h 248186"/>
                <a:gd name="connsiteX2" fmla="*/ 229815 w 1668566"/>
                <a:gd name="connsiteY2" fmla="*/ 194032 h 248186"/>
                <a:gd name="connsiteX3" fmla="*/ 1522580 w 1668566"/>
                <a:gd name="connsiteY3" fmla="*/ 192497 h 248186"/>
                <a:gd name="connsiteX4" fmla="*/ 1375895 w 1668566"/>
                <a:gd name="connsiteY4" fmla="*/ 219 h 248186"/>
                <a:gd name="connsiteX5" fmla="*/ 1433934 w 1668566"/>
                <a:gd name="connsiteY5" fmla="*/ 219 h 248186"/>
                <a:gd name="connsiteX6" fmla="*/ 1454190 w 1668566"/>
                <a:gd name="connsiteY6" fmla="*/ 12347 h 248186"/>
                <a:gd name="connsiteX7" fmla="*/ 1518706 w 1668566"/>
                <a:gd name="connsiteY7" fmla="*/ 105057 h 248186"/>
                <a:gd name="connsiteX8" fmla="*/ 1662725 w 1668566"/>
                <a:gd name="connsiteY8" fmla="*/ 242090 h 248186"/>
                <a:gd name="connsiteX9" fmla="*/ 1667931 w 1668566"/>
                <a:gd name="connsiteY9" fmla="*/ 246535 h 248186"/>
                <a:gd name="connsiteX10" fmla="*/ 1668566 w 1668566"/>
                <a:gd name="connsiteY10" fmla="*/ 248186 h 248186"/>
                <a:gd name="connsiteX0" fmla="*/ 1440017 w 1440017"/>
                <a:gd name="connsiteY0" fmla="*/ 248186 h 248186"/>
                <a:gd name="connsiteX1" fmla="*/ 62 w 1440017"/>
                <a:gd name="connsiteY1" fmla="*/ 248186 h 248186"/>
                <a:gd name="connsiteX2" fmla="*/ 1266 w 1440017"/>
                <a:gd name="connsiteY2" fmla="*/ 194032 h 248186"/>
                <a:gd name="connsiteX3" fmla="*/ 1294031 w 1440017"/>
                <a:gd name="connsiteY3" fmla="*/ 192497 h 248186"/>
                <a:gd name="connsiteX4" fmla="*/ 1147346 w 1440017"/>
                <a:gd name="connsiteY4" fmla="*/ 219 h 248186"/>
                <a:gd name="connsiteX5" fmla="*/ 1205385 w 1440017"/>
                <a:gd name="connsiteY5" fmla="*/ 219 h 248186"/>
                <a:gd name="connsiteX6" fmla="*/ 1225641 w 1440017"/>
                <a:gd name="connsiteY6" fmla="*/ 12347 h 248186"/>
                <a:gd name="connsiteX7" fmla="*/ 1290157 w 1440017"/>
                <a:gd name="connsiteY7" fmla="*/ 105057 h 248186"/>
                <a:gd name="connsiteX8" fmla="*/ 1434176 w 1440017"/>
                <a:gd name="connsiteY8" fmla="*/ 242090 h 248186"/>
                <a:gd name="connsiteX9" fmla="*/ 1439382 w 1440017"/>
                <a:gd name="connsiteY9" fmla="*/ 246535 h 248186"/>
                <a:gd name="connsiteX10" fmla="*/ 1440017 w 1440017"/>
                <a:gd name="connsiteY10" fmla="*/ 248186 h 248186"/>
                <a:gd name="connsiteX0" fmla="*/ 1439987 w 1439987"/>
                <a:gd name="connsiteY0" fmla="*/ 248186 h 248186"/>
                <a:gd name="connsiteX1" fmla="*/ 32 w 1439987"/>
                <a:gd name="connsiteY1" fmla="*/ 248186 h 248186"/>
                <a:gd name="connsiteX2" fmla="*/ 3538 w 1439987"/>
                <a:gd name="connsiteY2" fmla="*/ 192881 h 248186"/>
                <a:gd name="connsiteX3" fmla="*/ 1294001 w 1439987"/>
                <a:gd name="connsiteY3" fmla="*/ 192497 h 248186"/>
                <a:gd name="connsiteX4" fmla="*/ 1147316 w 1439987"/>
                <a:gd name="connsiteY4" fmla="*/ 219 h 248186"/>
                <a:gd name="connsiteX5" fmla="*/ 1205355 w 1439987"/>
                <a:gd name="connsiteY5" fmla="*/ 219 h 248186"/>
                <a:gd name="connsiteX6" fmla="*/ 1225611 w 1439987"/>
                <a:gd name="connsiteY6" fmla="*/ 12347 h 248186"/>
                <a:gd name="connsiteX7" fmla="*/ 1290127 w 1439987"/>
                <a:gd name="connsiteY7" fmla="*/ 105057 h 248186"/>
                <a:gd name="connsiteX8" fmla="*/ 1434146 w 1439987"/>
                <a:gd name="connsiteY8" fmla="*/ 242090 h 248186"/>
                <a:gd name="connsiteX9" fmla="*/ 1439352 w 1439987"/>
                <a:gd name="connsiteY9" fmla="*/ 246535 h 248186"/>
                <a:gd name="connsiteX10" fmla="*/ 1439987 w 1439987"/>
                <a:gd name="connsiteY10" fmla="*/ 248186 h 248186"/>
                <a:gd name="connsiteX0" fmla="*/ 1436625 w 1436625"/>
                <a:gd name="connsiteY0" fmla="*/ 248186 h 248186"/>
                <a:gd name="connsiteX1" fmla="*/ 122 w 1436625"/>
                <a:gd name="connsiteY1" fmla="*/ 248186 h 248186"/>
                <a:gd name="connsiteX2" fmla="*/ 176 w 1436625"/>
                <a:gd name="connsiteY2" fmla="*/ 192881 h 248186"/>
                <a:gd name="connsiteX3" fmla="*/ 1290639 w 1436625"/>
                <a:gd name="connsiteY3" fmla="*/ 192497 h 248186"/>
                <a:gd name="connsiteX4" fmla="*/ 1143954 w 1436625"/>
                <a:gd name="connsiteY4" fmla="*/ 219 h 248186"/>
                <a:gd name="connsiteX5" fmla="*/ 1201993 w 1436625"/>
                <a:gd name="connsiteY5" fmla="*/ 219 h 248186"/>
                <a:gd name="connsiteX6" fmla="*/ 1222249 w 1436625"/>
                <a:gd name="connsiteY6" fmla="*/ 12347 h 248186"/>
                <a:gd name="connsiteX7" fmla="*/ 1286765 w 1436625"/>
                <a:gd name="connsiteY7" fmla="*/ 105057 h 248186"/>
                <a:gd name="connsiteX8" fmla="*/ 1430784 w 1436625"/>
                <a:gd name="connsiteY8" fmla="*/ 242090 h 248186"/>
                <a:gd name="connsiteX9" fmla="*/ 1435990 w 1436625"/>
                <a:gd name="connsiteY9" fmla="*/ 246535 h 248186"/>
                <a:gd name="connsiteX10" fmla="*/ 1436625 w 1436625"/>
                <a:gd name="connsiteY10" fmla="*/ 248186 h 248186"/>
                <a:gd name="connsiteX0" fmla="*/ 1436553 w 1436553"/>
                <a:gd name="connsiteY0" fmla="*/ 248186 h 248186"/>
                <a:gd name="connsiteX1" fmla="*/ 50 w 1436553"/>
                <a:gd name="connsiteY1" fmla="*/ 248186 h 248186"/>
                <a:gd name="connsiteX2" fmla="*/ 1830 w 1436553"/>
                <a:gd name="connsiteY2" fmla="*/ 192881 h 248186"/>
                <a:gd name="connsiteX3" fmla="*/ 1290567 w 1436553"/>
                <a:gd name="connsiteY3" fmla="*/ 192497 h 248186"/>
                <a:gd name="connsiteX4" fmla="*/ 1143882 w 1436553"/>
                <a:gd name="connsiteY4" fmla="*/ 219 h 248186"/>
                <a:gd name="connsiteX5" fmla="*/ 1201921 w 1436553"/>
                <a:gd name="connsiteY5" fmla="*/ 219 h 248186"/>
                <a:gd name="connsiteX6" fmla="*/ 1222177 w 1436553"/>
                <a:gd name="connsiteY6" fmla="*/ 12347 h 248186"/>
                <a:gd name="connsiteX7" fmla="*/ 1286693 w 1436553"/>
                <a:gd name="connsiteY7" fmla="*/ 105057 h 248186"/>
                <a:gd name="connsiteX8" fmla="*/ 1430712 w 1436553"/>
                <a:gd name="connsiteY8" fmla="*/ 242090 h 248186"/>
                <a:gd name="connsiteX9" fmla="*/ 1435918 w 1436553"/>
                <a:gd name="connsiteY9" fmla="*/ 246535 h 248186"/>
                <a:gd name="connsiteX10" fmla="*/ 1436553 w 1436553"/>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34899" h="248186">
                  <a:moveTo>
                    <a:pt x="1434899" y="248186"/>
                  </a:moveTo>
                  <a:lnTo>
                    <a:pt x="122" y="248186"/>
                  </a:lnTo>
                  <a:cubicBezTo>
                    <a:pt x="-319" y="229623"/>
                    <a:pt x="617" y="211444"/>
                    <a:pt x="176" y="192881"/>
                  </a:cubicBezTo>
                  <a:lnTo>
                    <a:pt x="1288913" y="192497"/>
                  </a:lnTo>
                  <a:cubicBezTo>
                    <a:pt x="1231064" y="134140"/>
                    <a:pt x="1177788" y="74768"/>
                    <a:pt x="1142228" y="219"/>
                  </a:cubicBezTo>
                  <a:cubicBezTo>
                    <a:pt x="1162611" y="219"/>
                    <a:pt x="1181471" y="854"/>
                    <a:pt x="1200267" y="219"/>
                  </a:cubicBezTo>
                  <a:cubicBezTo>
                    <a:pt x="1209059" y="-1141"/>
                    <a:pt x="1217571" y="3956"/>
                    <a:pt x="1220523" y="12347"/>
                  </a:cubicBezTo>
                  <a:cubicBezTo>
                    <a:pt x="1238085" y="45816"/>
                    <a:pt x="1259758" y="76961"/>
                    <a:pt x="1285039" y="105057"/>
                  </a:cubicBezTo>
                  <a:cubicBezTo>
                    <a:pt x="1328667" y="155126"/>
                    <a:pt x="1376883" y="201004"/>
                    <a:pt x="1429058" y="242090"/>
                  </a:cubicBezTo>
                  <a:cubicBezTo>
                    <a:pt x="1430836" y="243551"/>
                    <a:pt x="1432613" y="245011"/>
                    <a:pt x="1434264" y="246535"/>
                  </a:cubicBezTo>
                  <a:cubicBezTo>
                    <a:pt x="1434582" y="246599"/>
                    <a:pt x="1434582" y="247170"/>
                    <a:pt x="1434899"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88784966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userDrawn="1">
  <p:cSld name="QA Template_Main Slide">
    <p:spTree>
      <p:nvGrpSpPr>
        <p:cNvPr id="1" name=""/>
        <p:cNvGrpSpPr/>
        <p:nvPr/>
      </p:nvGrpSpPr>
      <p:grpSpPr>
        <a:xfrm>
          <a:off x="0" y="0"/>
          <a:ext cx="0" cy="0"/>
          <a:chOff x="0" y="0"/>
          <a:chExt cx="0" cy="0"/>
        </a:xfrm>
      </p:grpSpPr>
      <p:sp>
        <p:nvSpPr>
          <p:cNvPr id="11" name="Text Placeholder 10"/>
          <p:cNvSpPr>
            <a:spLocks noGrp="1"/>
          </p:cNvSpPr>
          <p:nvPr>
            <p:ph type="body" sz="quarter" idx="15"/>
          </p:nvPr>
        </p:nvSpPr>
        <p:spPr>
          <a:xfrm>
            <a:off x="190463" y="928670"/>
            <a:ext cx="11715792" cy="5214974"/>
          </a:xfrm>
        </p:spPr>
        <p:txBody>
          <a:bodyPr/>
          <a:lstStyle>
            <a:lvl1pPr>
              <a:defRPr b="1"/>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Title 4"/>
          <p:cNvSpPr>
            <a:spLocks noGrp="1"/>
          </p:cNvSpPr>
          <p:nvPr>
            <p:ph type="title"/>
          </p:nvPr>
        </p:nvSpPr>
        <p:spPr>
          <a:xfrm>
            <a:off x="190459" y="357166"/>
            <a:ext cx="11715832" cy="500400"/>
          </a:xfrm>
        </p:spPr>
        <p:txBody>
          <a:bodyPr vert="horz" lIns="91440" tIns="45720" rIns="91440" bIns="45720" rtlCol="0">
            <a:normAutofit/>
          </a:bodyPr>
          <a:lstStyle>
            <a:lvl1pPr>
              <a:defRPr lang="en-GB" sz="2400" b="1" kern="1200" baseline="0" dirty="0" smtClean="0">
                <a:solidFill>
                  <a:srgbClr val="0070C0"/>
                </a:solidFill>
                <a:latin typeface="Arial" pitchFamily="34" charset="0"/>
                <a:ea typeface="+mn-ea"/>
                <a:cs typeface="Arial" pitchFamily="34" charset="0"/>
              </a:defRPr>
            </a:lvl1pPr>
          </a:lstStyle>
          <a:p>
            <a:pPr marL="342900" lvl="0" indent="-342900" algn="l" defTabSz="914400" rtl="0" eaLnBrk="1" latinLnBrk="0" hangingPunct="1">
              <a:spcBef>
                <a:spcPct val="20000"/>
              </a:spcBef>
              <a:buClr>
                <a:schemeClr val="accent1"/>
              </a:buClr>
              <a:buFont typeface="Wingdings" pitchFamily="2" charset="2"/>
              <a:buNone/>
            </a:pPr>
            <a:r>
              <a:rPr lang="en-US"/>
              <a:t>Click to edit Master title style</a:t>
            </a:r>
            <a:endParaRPr lang="en-GB" dirty="0"/>
          </a:p>
        </p:txBody>
      </p:sp>
      <p:sp>
        <p:nvSpPr>
          <p:cNvPr id="6" name="Slide Number Placeholder 5"/>
          <p:cNvSpPr txBox="1">
            <a:spLocks/>
          </p:cNvSpPr>
          <p:nvPr userDrawn="1"/>
        </p:nvSpPr>
        <p:spPr>
          <a:xfrm>
            <a:off x="9061491" y="6492906"/>
            <a:ext cx="2844800" cy="365125"/>
          </a:xfrm>
          <a:prstGeom prst="rect">
            <a:avLst/>
          </a:prstGeom>
        </p:spPr>
        <p:txBody>
          <a:bodyPr vert="horz" lIns="91440" tIns="45720" rIns="91440" bIns="45720" rtlCol="0" anchor="ctr"/>
          <a:lstStyle>
            <a:lvl1pPr algn="r">
              <a:defRPr sz="1000">
                <a:solidFill>
                  <a:schemeClr val="bg1"/>
                </a:solidFill>
                <a:latin typeface="Arial" pitchFamily="34" charset="0"/>
                <a:cs typeface="Arial" pitchFamily="34" charset="0"/>
              </a:defRPr>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518ABFB6-A9C6-4619-9721-3B608E8ED143}" type="slidenum">
              <a:rPr kumimoji="0" lang="en-GB" sz="1000" b="0" i="0" u="none" strike="noStrike" kern="1200" cap="none" spc="0" normalizeH="0" baseline="0" noProof="0" smtClean="0">
                <a:ln>
                  <a:noFill/>
                </a:ln>
                <a:solidFill>
                  <a:srgbClr val="0070C0"/>
                </a:solidFill>
                <a:effectLst/>
                <a:uLnTx/>
                <a:uFillTx/>
                <a:latin typeface="Arial" pitchFamily="34" charset="0"/>
                <a:ea typeface="+mn-ea"/>
                <a:cs typeface="Arial"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0" lang="en-GB" sz="1000" b="0" i="0" u="none" strike="noStrike" kern="1200" cap="none" spc="0" normalizeH="0" baseline="0" noProof="0" dirty="0">
              <a:ln>
                <a:noFill/>
              </a:ln>
              <a:solidFill>
                <a:srgbClr val="0070C0"/>
              </a:solidFill>
              <a:effectLst/>
              <a:uLnTx/>
              <a:uFillTx/>
              <a:latin typeface="Arial" pitchFamily="34" charset="0"/>
              <a:ea typeface="+mn-ea"/>
              <a:cs typeface="Arial" pitchFamily="34" charset="0"/>
            </a:endParaRPr>
          </a:p>
        </p:txBody>
      </p:sp>
    </p:spTree>
    <p:extLst>
      <p:ext uri="{BB962C8B-B14F-4D97-AF65-F5344CB8AC3E}">
        <p14:creationId xmlns:p14="http://schemas.microsoft.com/office/powerpoint/2010/main" val="400757182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Tree>
    <p:extLst>
      <p:ext uri="{BB962C8B-B14F-4D97-AF65-F5344CB8AC3E}">
        <p14:creationId xmlns:p14="http://schemas.microsoft.com/office/powerpoint/2010/main" val="339744390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QA Template_Title Slide">
    <p:spTree>
      <p:nvGrpSpPr>
        <p:cNvPr id="1" name=""/>
        <p:cNvGrpSpPr/>
        <p:nvPr/>
      </p:nvGrpSpPr>
      <p:grpSpPr>
        <a:xfrm>
          <a:off x="0" y="0"/>
          <a:ext cx="0" cy="0"/>
          <a:chOff x="0" y="0"/>
          <a:chExt cx="0" cy="0"/>
        </a:xfrm>
      </p:grpSpPr>
      <p:pic>
        <p:nvPicPr>
          <p:cNvPr id="5" name="Picture 4" descr="NewSwoop_Footer.jpg"/>
          <p:cNvPicPr>
            <a:picLocks noChangeAspect="1"/>
          </p:cNvPicPr>
          <p:nvPr userDrawn="1"/>
        </p:nvPicPr>
        <p:blipFill>
          <a:blip r:embed="rId2" cstate="print"/>
          <a:srcRect b="6922"/>
          <a:stretch>
            <a:fillRect/>
          </a:stretch>
        </p:blipFill>
        <p:spPr>
          <a:xfrm>
            <a:off x="0" y="4980440"/>
            <a:ext cx="12192000" cy="1775961"/>
          </a:xfrm>
          <a:prstGeom prst="rect">
            <a:avLst/>
          </a:prstGeom>
        </p:spPr>
      </p:pic>
      <p:sp>
        <p:nvSpPr>
          <p:cNvPr id="2" name="Title 1"/>
          <p:cNvSpPr>
            <a:spLocks noGrp="1"/>
          </p:cNvSpPr>
          <p:nvPr>
            <p:ph type="ctrTitle"/>
          </p:nvPr>
        </p:nvSpPr>
        <p:spPr>
          <a:xfrm>
            <a:off x="571466" y="2130432"/>
            <a:ext cx="11049077" cy="1470025"/>
          </a:xfrm>
        </p:spPr>
        <p:txBody>
          <a:bodyPr>
            <a:normAutofit/>
          </a:bodyPr>
          <a:lstStyle>
            <a:lvl1pPr algn="ctr">
              <a:defRPr sz="3600">
                <a:solidFill>
                  <a:srgbClr val="0070C0"/>
                </a:solidFill>
              </a:defRPr>
            </a:lvl1pPr>
          </a:lstStyle>
          <a:p>
            <a:r>
              <a:rPr lang="en-US"/>
              <a:t>Click to edit Master title style</a:t>
            </a:r>
            <a:endParaRPr lang="en-GB" dirty="0"/>
          </a:p>
        </p:txBody>
      </p:sp>
      <p:sp>
        <p:nvSpPr>
          <p:cNvPr id="3" name="Subtitle 2"/>
          <p:cNvSpPr>
            <a:spLocks noGrp="1"/>
          </p:cNvSpPr>
          <p:nvPr>
            <p:ph type="subTitle" idx="1"/>
          </p:nvPr>
        </p:nvSpPr>
        <p:spPr>
          <a:xfrm>
            <a:off x="1828800" y="3886200"/>
            <a:ext cx="8534400" cy="1752600"/>
          </a:xfrm>
        </p:spPr>
        <p:txBody>
          <a:bodyPr>
            <a:normAutofit/>
          </a:bodyPr>
          <a:lstStyle>
            <a:lvl1pPr marL="0" indent="0" algn="ctr">
              <a:buNone/>
              <a:defRPr sz="2400" b="1">
                <a:solidFill>
                  <a:srgbClr val="AAAAAA"/>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GB" dirty="0"/>
          </a:p>
        </p:txBody>
      </p:sp>
      <p:pic>
        <p:nvPicPr>
          <p:cNvPr id="7" name="Picture 6"/>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906966" y="785794"/>
            <a:ext cx="965844" cy="707136"/>
          </a:xfrm>
          <a:prstGeom prst="rect">
            <a:avLst/>
          </a:prstGeom>
        </p:spPr>
      </p:pic>
    </p:spTree>
    <p:extLst>
      <p:ext uri="{BB962C8B-B14F-4D97-AF65-F5344CB8AC3E}">
        <p14:creationId xmlns:p14="http://schemas.microsoft.com/office/powerpoint/2010/main" val="235157488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itle">
  <p:cSld name="Purple_divi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B0B8D50-2C63-2F2E-599F-E921BF1F757F}"/>
              </a:ext>
              <a:ext uri="{C183D7F6-B498-43B3-948B-1728B52AA6E4}">
                <adec:decorative xmlns:adec="http://schemas.microsoft.com/office/drawing/2017/decorative" val="1"/>
              </a:ext>
            </a:extLst>
          </p:cNvPr>
          <p:cNvPicPr>
            <a:picLocks noChangeAspect="1"/>
          </p:cNvPicPr>
          <p:nvPr userDrawn="1"/>
        </p:nvPicPr>
        <p:blipFill>
          <a:blip r:embed="rId3"/>
          <a:stretch>
            <a:fillRect/>
          </a:stretch>
        </p:blipFill>
        <p:spPr>
          <a:xfrm>
            <a:off x="0" y="898802"/>
            <a:ext cx="8062294" cy="1684800"/>
          </a:xfrm>
          <a:prstGeom prst="rect">
            <a:avLst/>
          </a:prstGeom>
        </p:spPr>
      </p:pic>
      <p:sp>
        <p:nvSpPr>
          <p:cNvPr id="2" name="Title 1">
            <a:extLst>
              <a:ext uri="{FF2B5EF4-FFF2-40B4-BE49-F238E27FC236}">
                <a16:creationId xmlns:a16="http://schemas.microsoft.com/office/drawing/2014/main" id="{909D855A-1A49-ADBE-89C8-65ECAFD2AAB3}"/>
              </a:ext>
            </a:extLst>
          </p:cNvPr>
          <p:cNvSpPr>
            <a:spLocks noGrp="1"/>
          </p:cNvSpPr>
          <p:nvPr>
            <p:ph type="ctrTitle"/>
          </p:nvPr>
        </p:nvSpPr>
        <p:spPr>
          <a:xfrm>
            <a:off x="473406" y="1118152"/>
            <a:ext cx="6777996" cy="1247916"/>
          </a:xfrm>
          <a:prstGeom prst="rect">
            <a:avLst/>
          </a:prstGeom>
          <a:ln>
            <a:noFill/>
          </a:ln>
        </p:spPr>
        <p:txBody>
          <a:bodyPr lIns="0" rIns="0" anchor="ctr"/>
          <a:lstStyle>
            <a:lvl1pPr algn="l">
              <a:lnSpc>
                <a:spcPct val="100000"/>
              </a:lnSpc>
              <a:defRPr sz="3600">
                <a:solidFill>
                  <a:schemeClr val="tx1"/>
                </a:solidFill>
              </a:defRPr>
            </a:lvl1pPr>
          </a:lstStyle>
          <a:p>
            <a:endParaRPr lang="en-GB"/>
          </a:p>
        </p:txBody>
      </p:sp>
      <p:sp>
        <p:nvSpPr>
          <p:cNvPr id="3" name="Subtitle 2">
            <a:extLst>
              <a:ext uri="{FF2B5EF4-FFF2-40B4-BE49-F238E27FC236}">
                <a16:creationId xmlns:a16="http://schemas.microsoft.com/office/drawing/2014/main" id="{994AF8D4-DACD-9AF9-364C-02C474BC62A5}"/>
              </a:ext>
            </a:extLst>
          </p:cNvPr>
          <p:cNvSpPr>
            <a:spLocks noGrp="1"/>
          </p:cNvSpPr>
          <p:nvPr>
            <p:ph type="subTitle" idx="1"/>
          </p:nvPr>
        </p:nvSpPr>
        <p:spPr>
          <a:xfrm>
            <a:off x="473406" y="2902689"/>
            <a:ext cx="6150678" cy="863600"/>
          </a:xfrm>
          <a:prstGeom prst="rect">
            <a:avLst/>
          </a:prstGeom>
          <a:ln>
            <a:noFill/>
          </a:ln>
        </p:spPr>
        <p:txBody>
          <a:bodyPr lIns="0" rIns="0" anchor="t"/>
          <a:lstStyle>
            <a:lvl1pPr marL="0" indent="0" algn="l">
              <a:buNone/>
              <a:defRPr sz="18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en-GB"/>
          </a:p>
        </p:txBody>
      </p:sp>
      <p:pic>
        <p:nvPicPr>
          <p:cNvPr id="9" name="Picture 8">
            <a:extLst>
              <a:ext uri="{FF2B5EF4-FFF2-40B4-BE49-F238E27FC236}">
                <a16:creationId xmlns:a16="http://schemas.microsoft.com/office/drawing/2014/main" id="{ADC96ABF-C649-123E-FBF1-598689C3D553}"/>
              </a:ext>
              <a:ext uri="{C183D7F6-B498-43B3-948B-1728B52AA6E4}">
                <adec:decorative xmlns:adec="http://schemas.microsoft.com/office/drawing/2017/decorative" val="1"/>
              </a:ext>
            </a:extLst>
          </p:cNvPr>
          <p:cNvPicPr>
            <a:picLocks noChangeAspect="1"/>
          </p:cNvPicPr>
          <p:nvPr userDrawn="1"/>
        </p:nvPicPr>
        <p:blipFill>
          <a:blip r:embed="rId4"/>
          <a:stretch>
            <a:fillRect/>
          </a:stretch>
        </p:blipFill>
        <p:spPr>
          <a:xfrm>
            <a:off x="473406" y="5650088"/>
            <a:ext cx="1972082" cy="650979"/>
          </a:xfrm>
          <a:prstGeom prst="rect">
            <a:avLst/>
          </a:prstGeom>
        </p:spPr>
      </p:pic>
    </p:spTree>
    <p:extLst>
      <p:ext uri="{BB962C8B-B14F-4D97-AF65-F5344CB8AC3E}">
        <p14:creationId xmlns:p14="http://schemas.microsoft.com/office/powerpoint/2010/main" val="2473099819"/>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theme" Target="../theme/theme1.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image" Target="../media/image1.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8" Type="http://schemas.openxmlformats.org/officeDocument/2006/relationships/slideLayout" Target="../slideLayouts/slideLayout8.xml"/><Relationship Id="rId3"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FB68A7-A656-A348-AE42-02B5F30E1E55}"/>
              </a:ext>
            </a:extLst>
          </p:cNvPr>
          <p:cNvSpPr>
            <a:spLocks noGrp="1"/>
          </p:cNvSpPr>
          <p:nvPr userDrawn="1">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B623AAC1-38C0-EC41-AF66-7EC76ACCB83E}"/>
              </a:ext>
            </a:extLst>
          </p:cNvPr>
          <p:cNvSpPr>
            <a:spLocks noGrp="1"/>
          </p:cNvSpPr>
          <p:nvPr userDrawn="1">
            <p:ph type="body"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98754" y="6584738"/>
            <a:ext cx="785483" cy="180000"/>
          </a:xfrm>
          <a:prstGeom prst="rect">
            <a:avLst/>
          </a:prstGeom>
        </p:spPr>
        <p:txBody>
          <a:bodyPr vert="horz" lIns="0" tIns="0" rIns="0" bIns="0" rtlCol="0" anchor="b" anchorCtr="0"/>
          <a:lstStyle>
            <a:lvl1pPr algn="r">
              <a:defRPr sz="1000" b="1" i="0">
                <a:solidFill>
                  <a:schemeClr val="bg1">
                    <a:lumMod val="50000"/>
                  </a:schemeClr>
                </a:solidFill>
                <a:latin typeface="Montserrat" pitchFamily="2" charset="77"/>
              </a:defRPr>
            </a:lvl1pPr>
          </a:lstStyle>
          <a:p>
            <a:fld id="{EF892D59-8F09-EF4B-AD6D-DA609442F868}" type="slidenum">
              <a:rPr lang="en-GB" smtClean="0"/>
              <a:pPr/>
              <a:t>‹#›</a:t>
            </a:fld>
            <a:endParaRPr lang="en-GB" dirty="0"/>
          </a:p>
        </p:txBody>
      </p:sp>
    </p:spTree>
    <p:extLst>
      <p:ext uri="{BB962C8B-B14F-4D97-AF65-F5344CB8AC3E}">
        <p14:creationId xmlns:p14="http://schemas.microsoft.com/office/powerpoint/2010/main" val="300464794"/>
      </p:ext>
    </p:extLst>
  </p:cSld>
  <p:clrMap bg1="lt1" tx1="dk1" bg2="lt2" tx2="dk2" accent1="accent1" accent2="accent2" accent3="accent3" accent4="accent4" accent5="accent5" accent6="accent6" hlink="hlink" folHlink="folHlink"/>
  <p:sldLayoutIdLst>
    <p:sldLayoutId id="2147483811" r:id="rId1"/>
    <p:sldLayoutId id="2147483812" r:id="rId2"/>
    <p:sldLayoutId id="2147483813" r:id="rId3"/>
    <p:sldLayoutId id="2147483798" r:id="rId4"/>
    <p:sldLayoutId id="2147483806" r:id="rId5"/>
    <p:sldLayoutId id="2147483709" r:id="rId6"/>
    <p:sldLayoutId id="2147483822" r:id="rId7"/>
    <p:sldLayoutId id="2147483802" r:id="rId8"/>
    <p:sldLayoutId id="2147483792" r:id="rId9"/>
    <p:sldLayoutId id="2147483810" r:id="rId10"/>
    <p:sldLayoutId id="2147483804" r:id="rId11"/>
    <p:sldLayoutId id="2147483821" r:id="rId12"/>
    <p:sldLayoutId id="2147483824" r:id="rId13"/>
    <p:sldLayoutId id="2147483828" r:id="rId14"/>
    <p:sldLayoutId id="2147483853" r:id="rId15"/>
    <p:sldLayoutId id="2147483899" r:id="rId16"/>
    <p:sldLayoutId id="2147483832" r:id="rId17"/>
    <p:sldLayoutId id="2147483833" r:id="rId18"/>
    <p:sldLayoutId id="2147483836" r:id="rId19"/>
    <p:sldLayoutId id="2147483852" r:id="rId20"/>
    <p:sldLayoutId id="2147483900" r:id="rId21"/>
    <p:sldLayoutId id="2147483820" r:id="rId22"/>
    <p:sldLayoutId id="2147483842" r:id="rId23"/>
    <p:sldLayoutId id="2147483845" r:id="rId24"/>
    <p:sldLayoutId id="2147483851" r:id="rId25"/>
    <p:sldLayoutId id="2147483901" r:id="rId26"/>
    <p:sldLayoutId id="2147483650" r:id="rId27"/>
    <p:sldLayoutId id="2147483734" r:id="rId28"/>
    <p:sldLayoutId id="2147483796" r:id="rId29"/>
    <p:sldLayoutId id="2147483719" r:id="rId30"/>
    <p:sldLayoutId id="2147483721" r:id="rId31"/>
    <p:sldLayoutId id="2147483724" r:id="rId32"/>
    <p:sldLayoutId id="2147483797" r:id="rId33"/>
    <p:sldLayoutId id="2147483814" r:id="rId34"/>
    <p:sldLayoutId id="2147483903" r:id="rId35"/>
    <p:sldLayoutId id="2147483905" r:id="rId36"/>
    <p:sldLayoutId id="2147483906" r:id="rId37"/>
    <p:sldLayoutId id="2147483907" r:id="rId38"/>
  </p:sldLayoutIdLst>
  <p:hf hdr="0" dt="0"/>
  <p:txStyles>
    <p:titleStyle>
      <a:lvl1pPr algn="l" defTabSz="914400" rtl="0" eaLnBrk="1" latinLnBrk="0" hangingPunct="1">
        <a:lnSpc>
          <a:spcPct val="100000"/>
        </a:lnSpc>
        <a:spcBef>
          <a:spcPct val="0"/>
        </a:spcBef>
        <a:buNone/>
        <a:defRPr sz="3600" b="0" i="0" kern="1200" cap="none" baseline="0">
          <a:solidFill>
            <a:schemeClr val="tx1"/>
          </a:solidFill>
          <a:latin typeface="Krana Fat B" panose="00000B00000000000000" pitchFamily="50" charset="0"/>
          <a:ea typeface="+mj-ea"/>
          <a:cs typeface="+mj-cs"/>
        </a:defRPr>
      </a:lvl1pPr>
    </p:titleStyle>
    <p:bodyStyle>
      <a:lvl1pPr marL="0" indent="0" algn="l" defTabSz="914400" rtl="0" eaLnBrk="1" latinLnBrk="0" hangingPunct="1">
        <a:lnSpc>
          <a:spcPct val="100000"/>
        </a:lnSpc>
        <a:spcBef>
          <a:spcPts val="0"/>
        </a:spcBef>
        <a:spcAft>
          <a:spcPts val="650"/>
        </a:spcAft>
        <a:buSzPct val="115000"/>
        <a:buFontTx/>
        <a:buNone/>
        <a:defRPr sz="2000" b="0" i="0" kern="1200">
          <a:solidFill>
            <a:schemeClr val="tx1"/>
          </a:solidFill>
          <a:latin typeface="Montserrat" pitchFamily="2" charset="77"/>
          <a:ea typeface="+mn-ea"/>
          <a:cs typeface="+mn-cs"/>
        </a:defRPr>
      </a:lvl1pPr>
      <a:lvl2pPr marL="355600" indent="-266700" algn="l" defTabSz="914400" rtl="0" eaLnBrk="1" latinLnBrk="0" hangingPunct="1">
        <a:lnSpc>
          <a:spcPct val="100000"/>
        </a:lnSpc>
        <a:spcBef>
          <a:spcPts val="0"/>
        </a:spcBef>
        <a:spcAft>
          <a:spcPts val="650"/>
        </a:spcAft>
        <a:buSzPct val="125000"/>
        <a:buFontTx/>
        <a:buBlip>
          <a:blip r:embed="rId40"/>
        </a:buBlip>
        <a:tabLst/>
        <a:defRPr sz="2000" b="0" kern="1200">
          <a:solidFill>
            <a:schemeClr val="tx1"/>
          </a:solidFill>
          <a:latin typeface="Montserrat" pitchFamily="2" charset="77"/>
          <a:ea typeface="+mn-ea"/>
          <a:cs typeface="+mn-cs"/>
        </a:defRPr>
      </a:lvl2pPr>
      <a:lvl3pPr marL="355600" indent="-266700" algn="l" defTabSz="914400" rtl="0" eaLnBrk="1" latinLnBrk="0" hangingPunct="1">
        <a:lnSpc>
          <a:spcPct val="100000"/>
        </a:lnSpc>
        <a:spcBef>
          <a:spcPts val="0"/>
        </a:spcBef>
        <a:spcAft>
          <a:spcPts val="650"/>
        </a:spcAft>
        <a:buSzPct val="120000"/>
        <a:buFontTx/>
        <a:buBlip>
          <a:blip r:embed="rId40"/>
        </a:buBlip>
        <a:tabLst/>
        <a:defRPr sz="2000" b="0" i="0" kern="1200">
          <a:solidFill>
            <a:schemeClr val="tx1"/>
          </a:solidFill>
          <a:latin typeface="Montserrat" pitchFamily="2" charset="77"/>
          <a:ea typeface="+mn-ea"/>
          <a:cs typeface="+mn-cs"/>
        </a:defRPr>
      </a:lvl3pPr>
      <a:lvl4pPr marL="355600" indent="-266700" algn="l" defTabSz="914400" rtl="0" eaLnBrk="1" latinLnBrk="0" hangingPunct="1">
        <a:lnSpc>
          <a:spcPct val="100000"/>
        </a:lnSpc>
        <a:spcBef>
          <a:spcPts val="0"/>
        </a:spcBef>
        <a:spcAft>
          <a:spcPts val="650"/>
        </a:spcAft>
        <a:buSzPct val="120000"/>
        <a:buFontTx/>
        <a:buBlip>
          <a:blip r:embed="rId40"/>
        </a:buBlip>
        <a:tabLst/>
        <a:defRPr sz="2000" b="0" kern="1200">
          <a:solidFill>
            <a:schemeClr val="tx1"/>
          </a:solidFill>
          <a:latin typeface="Montserrat" pitchFamily="2" charset="77"/>
          <a:ea typeface="+mn-ea"/>
          <a:cs typeface="+mn-cs"/>
        </a:defRPr>
      </a:lvl4pPr>
      <a:lvl5pPr marL="355600" indent="-266700" algn="l" defTabSz="914400" rtl="0" eaLnBrk="1" latinLnBrk="0" hangingPunct="1">
        <a:lnSpc>
          <a:spcPct val="100000"/>
        </a:lnSpc>
        <a:spcBef>
          <a:spcPts val="0"/>
        </a:spcBef>
        <a:spcAft>
          <a:spcPts val="650"/>
        </a:spcAft>
        <a:buSzPct val="125000"/>
        <a:buFontTx/>
        <a:buBlip>
          <a:blip r:embed="rId40"/>
        </a:buBlip>
        <a:tabLst/>
        <a:defRPr sz="2000" b="0" kern="1200">
          <a:solidFill>
            <a:schemeClr val="tx1"/>
          </a:solidFill>
          <a:latin typeface="Montserra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8" userDrawn="1">
          <p15:clr>
            <a:srgbClr val="F26B43"/>
          </p15:clr>
        </p15:guide>
        <p15:guide id="2" orient="horz" pos="4081" userDrawn="1">
          <p15:clr>
            <a:srgbClr val="F26B43"/>
          </p15:clr>
        </p15:guide>
        <p15:guide id="3" pos="237" userDrawn="1">
          <p15:clr>
            <a:srgbClr val="F26B43"/>
          </p15:clr>
        </p15:guide>
        <p15:guide id="4" pos="732" userDrawn="1">
          <p15:clr>
            <a:srgbClr val="F26B43"/>
          </p15:clr>
        </p15:guide>
        <p15:guide id="5" pos="850" userDrawn="1">
          <p15:clr>
            <a:srgbClr val="F26B43"/>
          </p15:clr>
        </p15:guide>
        <p15:guide id="6" pos="1345" userDrawn="1">
          <p15:clr>
            <a:srgbClr val="F26B43"/>
          </p15:clr>
        </p15:guide>
        <p15:guide id="7" pos="1460" userDrawn="1">
          <p15:clr>
            <a:srgbClr val="F26B43"/>
          </p15:clr>
        </p15:guide>
        <p15:guide id="8" pos="1954" userDrawn="1">
          <p15:clr>
            <a:srgbClr val="F26B43"/>
          </p15:clr>
        </p15:guide>
        <p15:guide id="9" pos="2069" userDrawn="1">
          <p15:clr>
            <a:srgbClr val="F26B43"/>
          </p15:clr>
        </p15:guide>
        <p15:guide id="10" pos="2564" userDrawn="1">
          <p15:clr>
            <a:srgbClr val="F26B43"/>
          </p15:clr>
        </p15:guide>
        <p15:guide id="11" pos="2683" userDrawn="1">
          <p15:clr>
            <a:srgbClr val="F26B43"/>
          </p15:clr>
        </p15:guide>
        <p15:guide id="12" pos="3173" userDrawn="1">
          <p15:clr>
            <a:srgbClr val="F26B43"/>
          </p15:clr>
        </p15:guide>
        <p15:guide id="13" pos="3288" userDrawn="1">
          <p15:clr>
            <a:srgbClr val="F26B43"/>
          </p15:clr>
        </p15:guide>
        <p15:guide id="14" pos="3782" userDrawn="1">
          <p15:clr>
            <a:srgbClr val="F26B43"/>
          </p15:clr>
        </p15:guide>
        <p15:guide id="15" pos="3897" userDrawn="1">
          <p15:clr>
            <a:srgbClr val="F26B43"/>
          </p15:clr>
        </p15:guide>
        <p15:guide id="16" pos="4392" userDrawn="1">
          <p15:clr>
            <a:srgbClr val="F26B43"/>
          </p15:clr>
        </p15:guide>
        <p15:guide id="17" pos="4506" userDrawn="1">
          <p15:clr>
            <a:srgbClr val="F26B43"/>
          </p15:clr>
        </p15:guide>
        <p15:guide id="18" pos="5001" userDrawn="1">
          <p15:clr>
            <a:srgbClr val="F26B43"/>
          </p15:clr>
        </p15:guide>
        <p15:guide id="19" pos="5115" userDrawn="1">
          <p15:clr>
            <a:srgbClr val="F26B43"/>
          </p15:clr>
        </p15:guide>
        <p15:guide id="20" pos="5610" userDrawn="1">
          <p15:clr>
            <a:srgbClr val="F26B43"/>
          </p15:clr>
        </p15:guide>
        <p15:guide id="21" pos="5725" userDrawn="1">
          <p15:clr>
            <a:srgbClr val="F26B43"/>
          </p15:clr>
        </p15:guide>
        <p15:guide id="22" pos="6220" userDrawn="1">
          <p15:clr>
            <a:srgbClr val="F26B43"/>
          </p15:clr>
        </p15:guide>
        <p15:guide id="23" pos="6334" userDrawn="1">
          <p15:clr>
            <a:srgbClr val="F26B43"/>
          </p15:clr>
        </p15:guide>
        <p15:guide id="24" pos="6829" userDrawn="1">
          <p15:clr>
            <a:srgbClr val="F26B43"/>
          </p15:clr>
        </p15:guide>
        <p15:guide id="25" pos="6943" userDrawn="1">
          <p15:clr>
            <a:srgbClr val="F26B43"/>
          </p15:clr>
        </p15:guide>
        <p15:guide id="26" pos="7438" userDrawn="1">
          <p15:clr>
            <a:srgbClr val="F26B43"/>
          </p15:clr>
        </p15:guide>
        <p15:guide id="27" pos="3840" userDrawn="1">
          <p15:clr>
            <a:srgbClr val="9FCC3B"/>
          </p15:clr>
        </p15:guide>
        <p15:guide id="28" orient="horz" pos="2160" userDrawn="1">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8.xml"/></Relationships>
</file>

<file path=ppt/slides/_rels/slide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xml"/><Relationship Id="rId1" Type="http://schemas.openxmlformats.org/officeDocument/2006/relationships/slideLayout" Target="../slideLayouts/slideLayout23.xml"/><Relationship Id="rId6" Type="http://schemas.openxmlformats.org/officeDocument/2006/relationships/image" Target="../media/image18.svg"/><Relationship Id="rId5" Type="http://schemas.openxmlformats.org/officeDocument/2006/relationships/image" Target="../media/image17.png"/><Relationship Id="rId4" Type="http://schemas.openxmlformats.org/officeDocument/2006/relationships/image" Target="../media/image16.sv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xml"/><Relationship Id="rId1" Type="http://schemas.openxmlformats.org/officeDocument/2006/relationships/slideLayout" Target="../slideLayouts/slideLayout2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7.xml"/></Relationships>
</file>

<file path=ppt/slides/_rels/slide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7.xml"/></Relationships>
</file>

<file path=ppt/slides/_rels/slide10.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9.xml"/><Relationship Id="rId1" Type="http://schemas.openxmlformats.org/officeDocument/2006/relationships/slideLayout" Target="../slideLayouts/slideLayout8.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B10A2E5-A3AA-7BE3-7C87-983A58C15C46}"/>
              </a:ext>
            </a:extLst>
          </p:cNvPr>
          <p:cNvSpPr>
            <a:spLocks noGrp="1"/>
          </p:cNvSpPr>
          <p:nvPr>
            <p:ph type="ctrTitle"/>
          </p:nvPr>
        </p:nvSpPr>
        <p:spPr/>
        <p:txBody>
          <a:bodyPr/>
          <a:lstStyle/>
          <a:p>
            <a:r>
              <a:rPr lang="en-GB" dirty="0"/>
              <a:t>Interfaces</a:t>
            </a:r>
            <a:endParaRPr lang="en-US" dirty="0"/>
          </a:p>
        </p:txBody>
      </p:sp>
      <p:sp>
        <p:nvSpPr>
          <p:cNvPr id="3" name="Subtitle 2">
            <a:extLst>
              <a:ext uri="{FF2B5EF4-FFF2-40B4-BE49-F238E27FC236}">
                <a16:creationId xmlns:a16="http://schemas.microsoft.com/office/drawing/2014/main" id="{52534D79-CFC0-C4F4-AD12-F13DBCAB1A97}"/>
              </a:ext>
            </a:extLst>
          </p:cNvPr>
          <p:cNvSpPr>
            <a:spLocks noGrp="1"/>
          </p:cNvSpPr>
          <p:nvPr>
            <p:ph type="subTitle" idx="1"/>
          </p:nvPr>
        </p:nvSpPr>
        <p:spPr/>
        <p:txBody>
          <a:bodyPr/>
          <a:lstStyle/>
          <a:p>
            <a:endParaRPr lang="en-GB"/>
          </a:p>
        </p:txBody>
      </p:sp>
    </p:spTree>
    <p:extLst>
      <p:ext uri="{BB962C8B-B14F-4D97-AF65-F5344CB8AC3E}">
        <p14:creationId xmlns:p14="http://schemas.microsoft.com/office/powerpoint/2010/main" val="10039322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r>
              <a:rPr lang="en-GB"/>
              <a:t>Interfaces</a:t>
            </a:r>
            <a:endParaRPr lang="en-IN" dirty="0"/>
          </a:p>
        </p:txBody>
      </p:sp>
      <p:sp>
        <p:nvSpPr>
          <p:cNvPr id="3" name="Text Placeholder 2"/>
          <p:cNvSpPr>
            <a:spLocks noGrp="1"/>
          </p:cNvSpPr>
          <p:nvPr>
            <p:ph type="body" sz="quarter" idx="15"/>
          </p:nvPr>
        </p:nvSpPr>
        <p:spPr>
          <a:xfrm>
            <a:off x="5037138" y="1349984"/>
            <a:ext cx="6548726" cy="4427361"/>
          </a:xfrm>
        </p:spPr>
        <p:txBody>
          <a:bodyPr vert="horz" lIns="0" tIns="0" rIns="0" bIns="0" rtlCol="0" anchor="t" anchorCtr="0">
            <a:noAutofit/>
          </a:bodyPr>
          <a:lstStyle/>
          <a:p>
            <a:pPr marL="342900" indent="-342900">
              <a:buChar char="•"/>
            </a:pPr>
            <a:r>
              <a:rPr lang="en-GB" b="1" dirty="0"/>
              <a:t>Objectives</a:t>
            </a:r>
          </a:p>
          <a:p>
            <a:pPr marL="684000" lvl="1" indent="-342900">
              <a:buSzPct val="115000"/>
            </a:pPr>
            <a:r>
              <a:rPr lang="en-GB" dirty="0"/>
              <a:t>Improve design by using interfaces</a:t>
            </a:r>
          </a:p>
          <a:p>
            <a:pPr marL="342900" indent="-342900">
              <a:buChar char="•"/>
            </a:pPr>
            <a:endParaRPr lang="en-GB" b="1" dirty="0"/>
          </a:p>
          <a:p>
            <a:pPr marL="342900" indent="-342900">
              <a:buChar char="•"/>
            </a:pPr>
            <a:r>
              <a:rPr lang="en-GB" b="1" dirty="0"/>
              <a:t>Contents</a:t>
            </a:r>
          </a:p>
          <a:p>
            <a:pPr marL="684000" lvl="1" indent="-342900">
              <a:buSzPct val="115000"/>
            </a:pPr>
            <a:r>
              <a:rPr lang="en-GB" dirty="0"/>
              <a:t>Create and use interfaces</a:t>
            </a:r>
          </a:p>
          <a:p>
            <a:pPr marL="684000" lvl="1" indent="-342900">
              <a:buSzPct val="115000"/>
            </a:pPr>
            <a:r>
              <a:rPr lang="en-GB" dirty="0"/>
              <a:t>Polymorphism</a:t>
            </a:r>
          </a:p>
          <a:p>
            <a:pPr marL="342900" indent="-342900">
              <a:buChar char="•"/>
            </a:pPr>
            <a:endParaRPr lang="en-GB" b="1" dirty="0"/>
          </a:p>
          <a:p>
            <a:pPr marL="342900" indent="-342900">
              <a:buChar char="•"/>
            </a:pPr>
            <a:r>
              <a:rPr lang="en-GB" b="1" dirty="0"/>
              <a:t>Hands-on labs</a:t>
            </a:r>
          </a:p>
          <a:p>
            <a:pPr marL="684000" lvl="1" indent="-342900">
              <a:buSzPct val="115000"/>
            </a:pPr>
            <a:r>
              <a:rPr lang="en-GB" dirty="0"/>
              <a:t>Implementing interfaces</a:t>
            </a:r>
          </a:p>
          <a:p>
            <a:pPr marL="342900" indent="-342900">
              <a:buChar char="•"/>
            </a:pPr>
            <a:endParaRPr lang="en-IN" b="1" dirty="0"/>
          </a:p>
        </p:txBody>
      </p:sp>
      <p:sp>
        <p:nvSpPr>
          <p:cNvPr id="4" name="Rectangle 3" descr="Document">
            <a:extLst>
              <a:ext uri="{FF2B5EF4-FFF2-40B4-BE49-F238E27FC236}">
                <a16:creationId xmlns:a16="http://schemas.microsoft.com/office/drawing/2014/main" id="{7492E75B-EF1E-843D-570E-4262029F187E}"/>
              </a:ext>
            </a:extLst>
          </p:cNvPr>
          <p:cNvSpPr/>
          <p:nvPr/>
        </p:nvSpPr>
        <p:spPr>
          <a:xfrm>
            <a:off x="4215204" y="2981387"/>
            <a:ext cx="796640" cy="700120"/>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accent2">
              <a:hueOff val="0"/>
              <a:satOff val="0"/>
              <a:lumOff val="0"/>
              <a:alphaOff val="0"/>
            </a:schemeClr>
          </a:effectRef>
          <a:fontRef idx="minor">
            <a:schemeClr val="lt1"/>
          </a:fontRef>
        </p:style>
        <p:txBody>
          <a:bodyPr/>
          <a:lstStyle/>
          <a:p>
            <a:endParaRPr lang="en-GB"/>
          </a:p>
        </p:txBody>
      </p:sp>
      <p:sp>
        <p:nvSpPr>
          <p:cNvPr id="5" name="Rectangle 4" descr="Bullseye">
            <a:extLst>
              <a:ext uri="{FF2B5EF4-FFF2-40B4-BE49-F238E27FC236}">
                <a16:creationId xmlns:a16="http://schemas.microsoft.com/office/drawing/2014/main" id="{FD67A4FB-3043-6714-9B60-C4EE00EF0486}"/>
              </a:ext>
            </a:extLst>
          </p:cNvPr>
          <p:cNvSpPr/>
          <p:nvPr/>
        </p:nvSpPr>
        <p:spPr>
          <a:xfrm>
            <a:off x="4235524" y="1548827"/>
            <a:ext cx="796640" cy="801720"/>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accent2">
              <a:hueOff val="0"/>
              <a:satOff val="0"/>
              <a:lumOff val="0"/>
              <a:alphaOff val="0"/>
            </a:schemeClr>
          </a:effectRef>
          <a:fontRef idx="minor">
            <a:schemeClr val="lt1"/>
          </a:fontRef>
        </p:style>
        <p:txBody>
          <a:bodyPr/>
          <a:lstStyle/>
          <a:p>
            <a:endParaRPr lang="en-GB"/>
          </a:p>
        </p:txBody>
      </p:sp>
    </p:spTree>
    <p:extLst>
      <p:ext uri="{BB962C8B-B14F-4D97-AF65-F5344CB8AC3E}">
        <p14:creationId xmlns:p14="http://schemas.microsoft.com/office/powerpoint/2010/main" val="3213314749"/>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7C6C007-7A70-4801-0F5E-BD5F724BD307}"/>
              </a:ext>
            </a:extLst>
          </p:cNvPr>
          <p:cNvSpPr>
            <a:spLocks noGrp="1"/>
          </p:cNvSpPr>
          <p:nvPr>
            <p:ph type="title"/>
          </p:nvPr>
        </p:nvSpPr>
        <p:spPr/>
        <p:txBody>
          <a:bodyPr/>
          <a:lstStyle/>
          <a:p>
            <a:pPr algn="ctr"/>
            <a:r>
              <a:rPr lang="en-GB" sz="3200" b="1" dirty="0"/>
              <a:t>Interface shows the capabilities of the class which implements it</a:t>
            </a:r>
            <a:endParaRPr lang="en-GB" b="1" dirty="0"/>
          </a:p>
        </p:txBody>
      </p:sp>
      <p:graphicFrame>
        <p:nvGraphicFramePr>
          <p:cNvPr id="6" name="Table 6">
            <a:extLst>
              <a:ext uri="{FF2B5EF4-FFF2-40B4-BE49-F238E27FC236}">
                <a16:creationId xmlns:a16="http://schemas.microsoft.com/office/drawing/2014/main" id="{FF8189E7-8FD2-CD81-A9B6-A461C0CA07B1}"/>
              </a:ext>
            </a:extLst>
          </p:cNvPr>
          <p:cNvGraphicFramePr>
            <a:graphicFrameLocks noGrp="1"/>
          </p:cNvGraphicFramePr>
          <p:nvPr>
            <p:extLst>
              <p:ext uri="{D42A27DB-BD31-4B8C-83A1-F6EECF244321}">
                <p14:modId xmlns:p14="http://schemas.microsoft.com/office/powerpoint/2010/main" val="3583768155"/>
              </p:ext>
            </p:extLst>
          </p:nvPr>
        </p:nvGraphicFramePr>
        <p:xfrm>
          <a:off x="2273300" y="1392766"/>
          <a:ext cx="6540500" cy="2225040"/>
        </p:xfrm>
        <a:graphic>
          <a:graphicData uri="http://schemas.openxmlformats.org/drawingml/2006/table">
            <a:tbl>
              <a:tblPr firstRow="1" bandRow="1">
                <a:tableStyleId>{9D7B26C5-4107-4FEC-AEDC-1716B250A1EF}</a:tableStyleId>
              </a:tblPr>
              <a:tblGrid>
                <a:gridCol w="2057400">
                  <a:extLst>
                    <a:ext uri="{9D8B030D-6E8A-4147-A177-3AD203B41FA5}">
                      <a16:colId xmlns:a16="http://schemas.microsoft.com/office/drawing/2014/main" val="2756276661"/>
                    </a:ext>
                  </a:extLst>
                </a:gridCol>
                <a:gridCol w="4483100">
                  <a:extLst>
                    <a:ext uri="{9D8B030D-6E8A-4147-A177-3AD203B41FA5}">
                      <a16:colId xmlns:a16="http://schemas.microsoft.com/office/drawing/2014/main" val="1863557108"/>
                    </a:ext>
                  </a:extLst>
                </a:gridCol>
              </a:tblGrid>
              <a:tr h="370840">
                <a:tc>
                  <a:txBody>
                    <a:bodyPr/>
                    <a:lstStyle/>
                    <a:p>
                      <a:r>
                        <a:rPr lang="en-GB" b="1" dirty="0"/>
                        <a:t>Drawable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GB" dirty="0"/>
                        <a:t>Has a method called </a:t>
                      </a:r>
                      <a:r>
                        <a:rPr lang="en-GB" b="1" dirty="0"/>
                        <a:t>draw()</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26115994"/>
                  </a:ext>
                </a:extLst>
              </a:tr>
              <a:tr h="370840">
                <a:tc>
                  <a:txBody>
                    <a:bodyPr/>
                    <a:lstStyle/>
                    <a:p>
                      <a:r>
                        <a:rPr lang="en-GB" b="1" dirty="0"/>
                        <a:t>Closable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GB" dirty="0"/>
                        <a:t>Has a </a:t>
                      </a:r>
                      <a:r>
                        <a:rPr lang="en-GB" b="1" dirty="0"/>
                        <a:t>close()</a:t>
                      </a:r>
                      <a:r>
                        <a:rPr lang="en-GB" dirty="0"/>
                        <a:t> method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91469591"/>
                  </a:ext>
                </a:extLst>
              </a:tr>
              <a:tr h="370840">
                <a:tc>
                  <a:txBody>
                    <a:bodyPr/>
                    <a:lstStyle/>
                    <a:p>
                      <a:r>
                        <a:rPr lang="en-GB" b="1" dirty="0"/>
                        <a:t>Disposable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GB" dirty="0"/>
                        <a:t>Has a </a:t>
                      </a:r>
                      <a:r>
                        <a:rPr lang="en-GB" b="1" dirty="0"/>
                        <a:t>dispose()</a:t>
                      </a:r>
                      <a:r>
                        <a:rPr lang="en-GB" dirty="0"/>
                        <a:t> method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5407390"/>
                  </a:ext>
                </a:extLst>
              </a:tr>
              <a:tr h="370840">
                <a:tc>
                  <a:txBody>
                    <a:bodyPr/>
                    <a:lstStyle/>
                    <a:p>
                      <a:r>
                        <a:rPr lang="en-GB" b="1" dirty="0"/>
                        <a:t>Runnable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GB" dirty="0"/>
                        <a:t>Has a </a:t>
                      </a:r>
                      <a:r>
                        <a:rPr lang="en-GB" b="1" dirty="0"/>
                        <a:t>run()</a:t>
                      </a:r>
                      <a:r>
                        <a:rPr lang="en-GB" dirty="0"/>
                        <a:t> method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2997957"/>
                  </a:ext>
                </a:extLst>
              </a:tr>
              <a:tr h="370840">
                <a:tc>
                  <a:txBody>
                    <a:bodyPr/>
                    <a:lstStyle/>
                    <a:p>
                      <a:r>
                        <a:rPr lang="en-GB" b="1" dirty="0"/>
                        <a:t>Playable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GB" dirty="0"/>
                        <a:t>Has a </a:t>
                      </a:r>
                      <a:r>
                        <a:rPr lang="en-GB" b="1" dirty="0"/>
                        <a:t>Play()</a:t>
                      </a:r>
                      <a:r>
                        <a:rPr lang="en-GB" dirty="0"/>
                        <a:t> </a:t>
                      </a:r>
                      <a:r>
                        <a:rPr lang="en-GB" dirty="0" err="1"/>
                        <a:t>stopPlay</a:t>
                      </a:r>
                      <a:r>
                        <a:rPr lang="en-GB" dirty="0"/>
                        <a:t>() methods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15089244"/>
                  </a:ext>
                </a:extLst>
              </a:tr>
              <a:tr h="370840">
                <a:tc>
                  <a:txBody>
                    <a:bodyPr/>
                    <a:lstStyle/>
                    <a:p>
                      <a:r>
                        <a:rPr lang="en-GB" b="1" dirty="0"/>
                        <a:t>Transferable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dirty="0"/>
                        <a:t>Has a </a:t>
                      </a:r>
                      <a:r>
                        <a:rPr lang="en-GB" b="1" dirty="0"/>
                        <a:t>transfer()</a:t>
                      </a:r>
                      <a:r>
                        <a:rPr lang="en-GB" dirty="0"/>
                        <a:t> method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43815134"/>
                  </a:ext>
                </a:extLst>
              </a:tr>
            </a:tbl>
          </a:graphicData>
        </a:graphic>
      </p:graphicFrame>
      <p:sp>
        <p:nvSpPr>
          <p:cNvPr id="8" name="TextBox 7">
            <a:extLst>
              <a:ext uri="{FF2B5EF4-FFF2-40B4-BE49-F238E27FC236}">
                <a16:creationId xmlns:a16="http://schemas.microsoft.com/office/drawing/2014/main" id="{182385C7-946F-728E-EE91-4E32AB4A270D}"/>
              </a:ext>
            </a:extLst>
          </p:cNvPr>
          <p:cNvSpPr txBox="1"/>
          <p:nvPr/>
        </p:nvSpPr>
        <p:spPr>
          <a:xfrm>
            <a:off x="1435100" y="4794935"/>
            <a:ext cx="9207500" cy="1015663"/>
          </a:xfrm>
          <a:prstGeom prst="rect">
            <a:avLst/>
          </a:prstGeom>
          <a:solidFill>
            <a:schemeClr val="accent5">
              <a:lumMod val="20000"/>
              <a:lumOff val="80000"/>
            </a:schemeClr>
          </a:solidFill>
          <a:ln>
            <a:noFill/>
          </a:ln>
          <a:effectLst>
            <a:outerShdw blurRad="50800" dist="38100" algn="l" rotWithShape="0">
              <a:prstClr val="black">
                <a:alpha val="40000"/>
              </a:prstClr>
            </a:outerShdw>
          </a:effectLst>
        </p:spPr>
        <p:txBody>
          <a:bodyPr wrap="square">
            <a:spAutoFit/>
          </a:bodyPr>
          <a:lstStyle/>
          <a:p>
            <a:pPr algn="l"/>
            <a:r>
              <a:rPr lang="en-GB" sz="2000" b="1" dirty="0">
                <a:solidFill>
                  <a:srgbClr val="7F0055"/>
                </a:solidFill>
                <a:latin typeface="Consolas" panose="020B0609020204030204" pitchFamily="49" charset="0"/>
              </a:rPr>
              <a:t>class</a:t>
            </a:r>
            <a:r>
              <a:rPr lang="en-GB" sz="2000" b="1" dirty="0">
                <a:solidFill>
                  <a:srgbClr val="000000"/>
                </a:solidFill>
                <a:latin typeface="Consolas" panose="020B0609020204030204" pitchFamily="49" charset="0"/>
              </a:rPr>
              <a:t> Account </a:t>
            </a:r>
            <a:r>
              <a:rPr lang="en-GB" sz="2000" b="1" dirty="0">
                <a:solidFill>
                  <a:srgbClr val="7F0055"/>
                </a:solidFill>
                <a:latin typeface="Consolas" panose="020B0609020204030204" pitchFamily="49" charset="0"/>
              </a:rPr>
              <a:t>:</a:t>
            </a:r>
            <a:r>
              <a:rPr lang="en-GB" sz="2000" b="1" dirty="0">
                <a:solidFill>
                  <a:srgbClr val="000000"/>
                </a:solidFill>
                <a:latin typeface="Consolas" panose="020B0609020204030204" pitchFamily="49" charset="0"/>
              </a:rPr>
              <a:t> Closable , Transferable, Disposable {</a:t>
            </a:r>
          </a:p>
          <a:p>
            <a:pPr algn="l"/>
            <a:endParaRPr lang="en-GB" sz="2000" b="1" dirty="0">
              <a:solidFill>
                <a:srgbClr val="000000"/>
              </a:solidFill>
              <a:latin typeface="Consolas" panose="020B0609020204030204" pitchFamily="49" charset="0"/>
            </a:endParaRPr>
          </a:p>
          <a:p>
            <a:pPr algn="l"/>
            <a:r>
              <a:rPr lang="en-GB" sz="2000" b="1" dirty="0">
                <a:solidFill>
                  <a:srgbClr val="000000"/>
                </a:solidFill>
                <a:latin typeface="Consolas" panose="020B0609020204030204" pitchFamily="49" charset="0"/>
              </a:rPr>
              <a:t>}</a:t>
            </a:r>
          </a:p>
        </p:txBody>
      </p:sp>
      <p:sp>
        <p:nvSpPr>
          <p:cNvPr id="9" name="TextBox 8">
            <a:extLst>
              <a:ext uri="{FF2B5EF4-FFF2-40B4-BE49-F238E27FC236}">
                <a16:creationId xmlns:a16="http://schemas.microsoft.com/office/drawing/2014/main" id="{FD7931AE-977F-1C50-46A3-BF1F458B2DF2}"/>
              </a:ext>
            </a:extLst>
          </p:cNvPr>
          <p:cNvSpPr txBox="1"/>
          <p:nvPr/>
        </p:nvSpPr>
        <p:spPr>
          <a:xfrm>
            <a:off x="1180822" y="3978444"/>
            <a:ext cx="9576078" cy="901700"/>
          </a:xfrm>
          <a:prstGeom prst="rect">
            <a:avLst/>
          </a:prstGeom>
        </p:spPr>
        <p:txBody>
          <a:bodyPr vert="horz" wrap="square" lIns="0" tIns="0" rIns="0" bIns="0" rtlCol="0" anchor="t" anchorCtr="0">
            <a:normAutofit/>
          </a:bodyPr>
          <a:lstStyle/>
          <a:p>
            <a:r>
              <a:rPr lang="en-GB" b="1" dirty="0"/>
              <a:t>A class may implement many interfaces for example a bank Account can be </a:t>
            </a:r>
          </a:p>
          <a:p>
            <a:r>
              <a:rPr lang="en-GB" b="1" dirty="0">
                <a:solidFill>
                  <a:srgbClr val="C00000"/>
                </a:solidFill>
              </a:rPr>
              <a:t>Closable</a:t>
            </a:r>
            <a:r>
              <a:rPr lang="en-GB" b="1" dirty="0"/>
              <a:t>, </a:t>
            </a:r>
            <a:r>
              <a:rPr lang="en-GB" b="1" dirty="0">
                <a:solidFill>
                  <a:srgbClr val="C00000"/>
                </a:solidFill>
              </a:rPr>
              <a:t>Transferable</a:t>
            </a:r>
            <a:r>
              <a:rPr lang="en-GB" b="1" dirty="0"/>
              <a:t>, </a:t>
            </a:r>
            <a:r>
              <a:rPr lang="en-GB" b="1" dirty="0">
                <a:solidFill>
                  <a:srgbClr val="C00000"/>
                </a:solidFill>
              </a:rPr>
              <a:t>Disposable</a:t>
            </a:r>
            <a:r>
              <a:rPr lang="en-GB" b="1" dirty="0"/>
              <a:t>…</a:t>
            </a:r>
          </a:p>
          <a:p>
            <a:pPr algn="l"/>
            <a:endParaRPr lang="en-GB" dirty="0"/>
          </a:p>
        </p:txBody>
      </p:sp>
    </p:spTree>
    <p:extLst>
      <p:ext uri="{BB962C8B-B14F-4D97-AF65-F5344CB8AC3E}">
        <p14:creationId xmlns:p14="http://schemas.microsoft.com/office/powerpoint/2010/main" val="23645778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lstStyle/>
          <a:p>
            <a:pPr eaLnBrk="1" hangingPunct="1"/>
            <a:r>
              <a:rPr lang="en-GB"/>
              <a:t>Interfaces</a:t>
            </a:r>
          </a:p>
        </p:txBody>
      </p:sp>
      <p:sp>
        <p:nvSpPr>
          <p:cNvPr id="8195" name="Rectangle 3"/>
          <p:cNvSpPr>
            <a:spLocks noGrp="1" noChangeArrowheads="1"/>
          </p:cNvSpPr>
          <p:nvPr>
            <p:ph idx="1"/>
          </p:nvPr>
        </p:nvSpPr>
        <p:spPr>
          <a:xfrm>
            <a:off x="339971" y="1368256"/>
            <a:ext cx="10560093" cy="1931243"/>
          </a:xfrm>
        </p:spPr>
        <p:txBody>
          <a:bodyPr vert="horz" lIns="0" tIns="0" rIns="0" bIns="0" rtlCol="0" anchor="t" anchorCtr="0">
            <a:noAutofit/>
          </a:bodyPr>
          <a:lstStyle/>
          <a:p>
            <a:r>
              <a:rPr lang="en-GB" b="1" dirty="0"/>
              <a:t>An interface is similar to a fully abstract class</a:t>
            </a:r>
          </a:p>
          <a:p>
            <a:pPr marL="342000" lvl="1" indent="-342900">
              <a:buSzPct val="115000"/>
              <a:buFont typeface="Arial" panose="020B0604020202020204" pitchFamily="34" charset="0"/>
              <a:buChar char="•"/>
            </a:pPr>
            <a:r>
              <a:rPr lang="en-GB" dirty="0"/>
              <a:t>All of its members are abstract, no implementation code </a:t>
            </a:r>
          </a:p>
          <a:p>
            <a:pPr marL="342000" lvl="1" indent="-342900">
              <a:buSzPct val="115000"/>
              <a:buFont typeface="Arial" panose="020B0604020202020204" pitchFamily="34" charset="0"/>
              <a:buChar char="•"/>
            </a:pPr>
            <a:r>
              <a:rPr lang="en-GB" dirty="0"/>
              <a:t>Can have no instance fields, although constants allowed</a:t>
            </a:r>
          </a:p>
          <a:p>
            <a:pPr marL="342000" lvl="1" indent="-342900">
              <a:buSzPct val="115000"/>
              <a:buFont typeface="Arial" panose="020B0604020202020204" pitchFamily="34" charset="0"/>
              <a:buChar char="•"/>
            </a:pPr>
            <a:r>
              <a:rPr lang="en-GB" dirty="0"/>
              <a:t>Clearly cannot be instantiated</a:t>
            </a:r>
          </a:p>
          <a:p>
            <a:pPr marL="342000" lvl="1" indent="-342900">
              <a:buSzPct val="115000"/>
              <a:buFont typeface="Arial" panose="020B0604020202020204" pitchFamily="34" charset="0"/>
              <a:buChar char="•"/>
            </a:pPr>
            <a:r>
              <a:rPr lang="en-GB" dirty="0"/>
              <a:t>Useful if you want to define a role that could be played by class</a:t>
            </a:r>
          </a:p>
          <a:p>
            <a:pPr marL="180000" lvl="1" indent="-180000">
              <a:buFont typeface="Arial" panose="020B0604020202020204" pitchFamily="34" charset="0"/>
              <a:buChar char="•"/>
            </a:pPr>
            <a:endParaRPr lang="en-GB" dirty="0"/>
          </a:p>
        </p:txBody>
      </p:sp>
      <p:sp>
        <p:nvSpPr>
          <p:cNvPr id="5" name="Isosceles Triangle 4"/>
          <p:cNvSpPr/>
          <p:nvPr/>
        </p:nvSpPr>
        <p:spPr>
          <a:xfrm>
            <a:off x="3778599" y="4095621"/>
            <a:ext cx="358696" cy="342900"/>
          </a:xfrm>
          <a:prstGeom prst="triangle">
            <a:avLst/>
          </a:prstGeom>
          <a:noFill/>
          <a:ln w="19050">
            <a:solidFill>
              <a:schemeClr val="tx1"/>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GB" sz="1600" dirty="0">
              <a:solidFill>
                <a:schemeClr val="tx1"/>
              </a:solidFill>
              <a:latin typeface="Arial" pitchFamily="34" charset="0"/>
              <a:cs typeface="Arial" pitchFamily="34" charset="0"/>
            </a:endParaRPr>
          </a:p>
        </p:txBody>
      </p:sp>
      <p:cxnSp>
        <p:nvCxnSpPr>
          <p:cNvPr id="7" name="Straight Connector 6"/>
          <p:cNvCxnSpPr>
            <a:cxnSpLocks/>
            <a:stCxn id="5" idx="3"/>
            <a:endCxn id="11" idx="0"/>
          </p:cNvCxnSpPr>
          <p:nvPr/>
        </p:nvCxnSpPr>
        <p:spPr>
          <a:xfrm>
            <a:off x="3957947" y="4438521"/>
            <a:ext cx="1" cy="623585"/>
          </a:xfrm>
          <a:prstGeom prst="line">
            <a:avLst/>
          </a:prstGeom>
          <a:ln w="28575">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11" name="Rectangle 10"/>
          <p:cNvSpPr/>
          <p:nvPr/>
        </p:nvSpPr>
        <p:spPr>
          <a:xfrm>
            <a:off x="1172196" y="5062106"/>
            <a:ext cx="5571504" cy="1028700"/>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b="1" dirty="0">
                <a:solidFill>
                  <a:srgbClr val="C00000"/>
                </a:solidFill>
                <a:latin typeface="Arial" pitchFamily="34" charset="0"/>
                <a:cs typeface="Arial" pitchFamily="34" charset="0"/>
              </a:rPr>
              <a:t>class</a:t>
            </a:r>
            <a:r>
              <a:rPr lang="en-GB" b="1" dirty="0">
                <a:solidFill>
                  <a:schemeClr val="tx1"/>
                </a:solidFill>
                <a:latin typeface="Arial" pitchFamily="34" charset="0"/>
                <a:cs typeface="Arial" pitchFamily="34" charset="0"/>
              </a:rPr>
              <a:t> </a:t>
            </a:r>
            <a:r>
              <a:rPr lang="en-GB" b="1" dirty="0" err="1">
                <a:solidFill>
                  <a:schemeClr val="tx1"/>
                </a:solidFill>
                <a:latin typeface="Arial" pitchFamily="34" charset="0"/>
                <a:cs typeface="Arial" pitchFamily="34" charset="0"/>
              </a:rPr>
              <a:t>MediaPlayer</a:t>
            </a:r>
            <a:r>
              <a:rPr lang="en-GB" b="1" dirty="0">
                <a:solidFill>
                  <a:schemeClr val="tx1"/>
                </a:solidFill>
                <a:latin typeface="Arial" pitchFamily="34" charset="0"/>
                <a:cs typeface="Arial" pitchFamily="34" charset="0"/>
              </a:rPr>
              <a:t> </a:t>
            </a:r>
            <a:r>
              <a:rPr lang="en-GB" b="1" dirty="0">
                <a:solidFill>
                  <a:srgbClr val="C00000"/>
                </a:solidFill>
                <a:latin typeface="Arial" pitchFamily="34" charset="0"/>
                <a:cs typeface="Arial" pitchFamily="34" charset="0"/>
              </a:rPr>
              <a:t>:</a:t>
            </a:r>
            <a:r>
              <a:rPr lang="en-GB" b="1" dirty="0">
                <a:solidFill>
                  <a:schemeClr val="tx1"/>
                </a:solidFill>
                <a:latin typeface="Arial" pitchFamily="34" charset="0"/>
                <a:cs typeface="Arial" pitchFamily="34" charset="0"/>
              </a:rPr>
              <a:t> Playable  {</a:t>
            </a:r>
          </a:p>
          <a:p>
            <a:r>
              <a:rPr lang="en-GB" b="1" dirty="0">
                <a:solidFill>
                  <a:schemeClr val="tx1"/>
                </a:solidFill>
                <a:latin typeface="Arial" pitchFamily="34" charset="0"/>
                <a:cs typeface="Arial" pitchFamily="34" charset="0"/>
              </a:rPr>
              <a:t>}</a:t>
            </a:r>
            <a:endParaRPr lang="en-GB" sz="1600" b="1" dirty="0">
              <a:solidFill>
                <a:schemeClr val="tx1"/>
              </a:solidFill>
              <a:latin typeface="Arial" pitchFamily="34" charset="0"/>
              <a:cs typeface="Arial" pitchFamily="34" charset="0"/>
            </a:endParaRPr>
          </a:p>
        </p:txBody>
      </p:sp>
      <p:sp>
        <p:nvSpPr>
          <p:cNvPr id="17" name="Rectangular Callout 16"/>
          <p:cNvSpPr/>
          <p:nvPr/>
        </p:nvSpPr>
        <p:spPr>
          <a:xfrm>
            <a:off x="7031722" y="3683314"/>
            <a:ext cx="3868338" cy="2407492"/>
          </a:xfrm>
          <a:prstGeom prst="wedgeRectCallout">
            <a:avLst>
              <a:gd name="adj1" fmla="val -60411"/>
              <a:gd name="adj2" fmla="val -33737"/>
            </a:avLst>
          </a:prstGeom>
          <a:solidFill>
            <a:schemeClr val="bg1"/>
          </a:solidFill>
          <a:ln w="19050">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b="1" dirty="0">
                <a:solidFill>
                  <a:srgbClr val="C00000"/>
                </a:solidFill>
                <a:latin typeface="Arial" pitchFamily="34" charset="0"/>
                <a:cs typeface="Arial" pitchFamily="34" charset="0"/>
              </a:rPr>
              <a:t>  interface</a:t>
            </a:r>
            <a:r>
              <a:rPr lang="en-GB" b="1" dirty="0">
                <a:solidFill>
                  <a:schemeClr val="tx1"/>
                </a:solidFill>
                <a:latin typeface="Arial" pitchFamily="34" charset="0"/>
                <a:cs typeface="Arial" pitchFamily="34" charset="0"/>
              </a:rPr>
              <a:t> Playable {</a:t>
            </a:r>
          </a:p>
          <a:p>
            <a:r>
              <a:rPr lang="en-GB" b="1" dirty="0">
                <a:solidFill>
                  <a:srgbClr val="7F0055"/>
                </a:solidFill>
                <a:latin typeface="Consolas" panose="020B0609020204030204" pitchFamily="49" charset="0"/>
              </a:rPr>
              <a:t>    void</a:t>
            </a:r>
            <a:r>
              <a:rPr lang="en-GB" b="1" dirty="0">
                <a:solidFill>
                  <a:srgbClr val="000000"/>
                </a:solidFill>
                <a:latin typeface="Consolas" panose="020B0609020204030204" pitchFamily="49" charset="0"/>
              </a:rPr>
              <a:t> play(); </a:t>
            </a:r>
            <a:endParaRPr lang="en-GB" b="1" dirty="0">
              <a:solidFill>
                <a:srgbClr val="000000"/>
              </a:solidFill>
              <a:highlight>
                <a:srgbClr val="D4D4D4"/>
              </a:highlight>
              <a:latin typeface="Consolas" panose="020B0609020204030204" pitchFamily="49" charset="0"/>
            </a:endParaRPr>
          </a:p>
          <a:p>
            <a:r>
              <a:rPr lang="en-GB" b="1" dirty="0">
                <a:solidFill>
                  <a:srgbClr val="7F0055"/>
                </a:solidFill>
                <a:latin typeface="Consolas" panose="020B0609020204030204" pitchFamily="49" charset="0"/>
              </a:rPr>
              <a:t>    void</a:t>
            </a:r>
            <a:r>
              <a:rPr lang="en-GB" b="1" dirty="0">
                <a:solidFill>
                  <a:srgbClr val="000000"/>
                </a:solidFill>
                <a:latin typeface="Consolas" panose="020B0609020204030204" pitchFamily="49" charset="0"/>
              </a:rPr>
              <a:t> pause();</a:t>
            </a:r>
          </a:p>
          <a:p>
            <a:r>
              <a:rPr lang="en-GB" b="1" dirty="0">
                <a:solidFill>
                  <a:srgbClr val="7F0055"/>
                </a:solidFill>
                <a:latin typeface="Consolas" panose="020B0609020204030204" pitchFamily="49" charset="0"/>
              </a:rPr>
              <a:t>    void</a:t>
            </a:r>
            <a:r>
              <a:rPr lang="en-GB" b="1" dirty="0">
                <a:solidFill>
                  <a:srgbClr val="000000"/>
                </a:solidFill>
                <a:latin typeface="Consolas" panose="020B0609020204030204" pitchFamily="49" charset="0"/>
              </a:rPr>
              <a:t> stop();</a:t>
            </a:r>
          </a:p>
          <a:p>
            <a:r>
              <a:rPr lang="en-GB" b="1" dirty="0">
                <a:solidFill>
                  <a:srgbClr val="7F0055"/>
                </a:solidFill>
                <a:latin typeface="Consolas" panose="020B0609020204030204" pitchFamily="49" charset="0"/>
              </a:rPr>
              <a:t>    void</a:t>
            </a:r>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fastRewinde</a:t>
            </a:r>
            <a:r>
              <a:rPr lang="en-GB" b="1" dirty="0">
                <a:solidFill>
                  <a:srgbClr val="000000"/>
                </a:solidFill>
                <a:latin typeface="Consolas" panose="020B0609020204030204" pitchFamily="49" charset="0"/>
              </a:rPr>
              <a:t>();</a:t>
            </a:r>
            <a:r>
              <a:rPr lang="en-GB" b="1" dirty="0">
                <a:solidFill>
                  <a:srgbClr val="7F0055"/>
                </a:solidFill>
                <a:latin typeface="Consolas" panose="020B0609020204030204" pitchFamily="49" charset="0"/>
              </a:rPr>
              <a:t>    </a:t>
            </a:r>
          </a:p>
          <a:p>
            <a:r>
              <a:rPr lang="en-GB" b="1" dirty="0">
                <a:solidFill>
                  <a:srgbClr val="7F0055"/>
                </a:solidFill>
                <a:latin typeface="Consolas" panose="020B0609020204030204" pitchFamily="49" charset="0"/>
              </a:rPr>
              <a:t>    void</a:t>
            </a:r>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fastForward</a:t>
            </a:r>
            <a:r>
              <a:rPr lang="en-GB" b="1" dirty="0">
                <a:solidFill>
                  <a:srgbClr val="000000"/>
                </a:solidFill>
                <a:latin typeface="Consolas" panose="020B0609020204030204" pitchFamily="49" charset="0"/>
              </a:rPr>
              <a:t>(int x);</a:t>
            </a:r>
          </a:p>
          <a:p>
            <a:r>
              <a:rPr lang="en-GB" dirty="0">
                <a:solidFill>
                  <a:schemeClr val="tx1"/>
                </a:solidFill>
                <a:latin typeface="Arial" pitchFamily="34" charset="0"/>
                <a:cs typeface="Arial" pitchFamily="34" charset="0"/>
              </a:rPr>
              <a:t>  </a:t>
            </a:r>
            <a:r>
              <a:rPr lang="en-GB" b="1" dirty="0">
                <a:solidFill>
                  <a:schemeClr val="tx1"/>
                </a:solidFill>
                <a:latin typeface="Arial" pitchFamily="34" charset="0"/>
                <a:cs typeface="Arial" pitchFamily="34" charset="0"/>
              </a:rPr>
              <a:t>}</a:t>
            </a:r>
          </a:p>
        </p:txBody>
      </p:sp>
      <p:pic>
        <p:nvPicPr>
          <p:cNvPr id="8" name="Picture 7">
            <a:extLst>
              <a:ext uri="{FF2B5EF4-FFF2-40B4-BE49-F238E27FC236}">
                <a16:creationId xmlns:a16="http://schemas.microsoft.com/office/drawing/2014/main" id="{13D3C989-2806-124A-EF8F-3F34872AAA1E}"/>
              </a:ext>
            </a:extLst>
          </p:cNvPr>
          <p:cNvPicPr>
            <a:picLocks noChangeAspect="1"/>
          </p:cNvPicPr>
          <p:nvPr/>
        </p:nvPicPr>
        <p:blipFill>
          <a:blip r:embed="rId3"/>
          <a:stretch>
            <a:fillRect/>
          </a:stretch>
        </p:blipFill>
        <p:spPr>
          <a:xfrm>
            <a:off x="2543485" y="3683314"/>
            <a:ext cx="2828925" cy="457200"/>
          </a:xfrm>
          <a:prstGeom prst="rect">
            <a:avLst/>
          </a:prstGeom>
        </p:spPr>
      </p:pic>
    </p:spTree>
    <p:extLst>
      <p:ext uri="{BB962C8B-B14F-4D97-AF65-F5344CB8AC3E}">
        <p14:creationId xmlns:p14="http://schemas.microsoft.com/office/powerpoint/2010/main" val="2974034879"/>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p:txBody>
          <a:bodyPr/>
          <a:lstStyle/>
          <a:p>
            <a:pPr eaLnBrk="1" hangingPunct="1"/>
            <a:r>
              <a:rPr lang="en-GB" dirty="0"/>
              <a:t>Defining an interface type</a:t>
            </a:r>
          </a:p>
        </p:txBody>
      </p:sp>
      <p:sp>
        <p:nvSpPr>
          <p:cNvPr id="9219" name="Rectangle 3"/>
          <p:cNvSpPr>
            <a:spLocks noGrp="1" noChangeArrowheads="1"/>
          </p:cNvSpPr>
          <p:nvPr>
            <p:ph idx="1"/>
          </p:nvPr>
        </p:nvSpPr>
        <p:spPr>
          <a:xfrm>
            <a:off x="341273" y="1368256"/>
            <a:ext cx="9467746" cy="2133480"/>
          </a:xfrm>
        </p:spPr>
        <p:txBody>
          <a:bodyPr vert="horz" lIns="0" tIns="0" rIns="0" bIns="0" rtlCol="0" anchor="t" anchorCtr="0">
            <a:noAutofit/>
          </a:bodyPr>
          <a:lstStyle/>
          <a:p>
            <a:pPr marL="342900" indent="-342900">
              <a:buFont typeface="Arial" panose="020B0604020202020204" pitchFamily="34" charset="0"/>
              <a:buChar char="•"/>
            </a:pPr>
            <a:r>
              <a:rPr lang="en-GB" b="1" dirty="0"/>
              <a:t>Interface defined using keyword </a:t>
            </a:r>
            <a:r>
              <a:rPr lang="en-GB" b="1" dirty="0">
                <a:latin typeface="Lucida Console" panose="020B0609040504020204" pitchFamily="49" charset="0"/>
              </a:rPr>
              <a:t>interface</a:t>
            </a:r>
          </a:p>
          <a:p>
            <a:pPr marL="684000" lvl="1" indent="-342900">
              <a:buSzPct val="115000"/>
              <a:buFont typeface="Arial" panose="020B0604020202020204" pitchFamily="34" charset="0"/>
              <a:buChar char="•"/>
            </a:pPr>
            <a:r>
              <a:rPr lang="en-GB" dirty="0"/>
              <a:t>Often end in ‘...able’ no specific naming convention otherwise</a:t>
            </a:r>
          </a:p>
          <a:p>
            <a:pPr marL="684000" lvl="1" indent="-342900">
              <a:buSzPct val="115000"/>
              <a:buFont typeface="Arial" panose="020B0604020202020204" pitchFamily="34" charset="0"/>
              <a:buChar char="•"/>
            </a:pPr>
            <a:endParaRPr lang="en-GB" dirty="0"/>
          </a:p>
          <a:p>
            <a:pPr marL="342900" indent="-342900">
              <a:buFont typeface="Arial" panose="020B0604020202020204" pitchFamily="34" charset="0"/>
              <a:buChar char="•"/>
            </a:pPr>
            <a:r>
              <a:rPr lang="en-GB" b="1" dirty="0"/>
              <a:t>Interface members</a:t>
            </a:r>
          </a:p>
          <a:p>
            <a:pPr marL="684000" lvl="1" indent="-342900">
              <a:buSzPct val="115000"/>
              <a:buFont typeface="Arial" panose="020B0604020202020204" pitchFamily="34" charset="0"/>
              <a:buChar char="•"/>
            </a:pPr>
            <a:r>
              <a:rPr lang="en-GB" dirty="0"/>
              <a:t>All methods are implicitly </a:t>
            </a:r>
            <a:r>
              <a:rPr lang="en-GB" dirty="0">
                <a:latin typeface="Lucida Console" panose="020B0609040504020204" pitchFamily="49" charset="0"/>
              </a:rPr>
              <a:t>public, abstract and non-static</a:t>
            </a:r>
            <a:endParaRPr lang="en-GB" b="1" dirty="0">
              <a:latin typeface="Lucida Console" panose="020B0609040504020204" pitchFamily="49" charset="0"/>
            </a:endParaRPr>
          </a:p>
        </p:txBody>
      </p:sp>
      <p:sp>
        <p:nvSpPr>
          <p:cNvPr id="814084" name="Rectangle 4"/>
          <p:cNvSpPr>
            <a:spLocks noChangeArrowheads="1"/>
          </p:cNvSpPr>
          <p:nvPr/>
        </p:nvSpPr>
        <p:spPr bwMode="auto">
          <a:xfrm>
            <a:off x="2930524" y="3646489"/>
            <a:ext cx="5337176" cy="2213426"/>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defRPr/>
            </a:pPr>
            <a:endParaRPr lang="en-GB" sz="2000" dirty="0">
              <a:solidFill>
                <a:srgbClr val="0000C8"/>
              </a:solidFill>
              <a:latin typeface="Lucida Console" pitchFamily="49" charset="0"/>
            </a:endParaRPr>
          </a:p>
          <a:p>
            <a:pPr defTabSz="739775" eaLnBrk="0" hangingPunct="0">
              <a:tabLst>
                <a:tab pos="347663" algn="l"/>
                <a:tab pos="685800" algn="l"/>
                <a:tab pos="1033463" algn="l"/>
                <a:tab pos="1371600" algn="l"/>
                <a:tab pos="1719263" algn="l"/>
                <a:tab pos="2057400" algn="l"/>
                <a:tab pos="2405063" algn="l"/>
                <a:tab pos="2743200" algn="l"/>
              </a:tabLst>
              <a:defRPr/>
            </a:pPr>
            <a:r>
              <a:rPr lang="en-GB" sz="2000" dirty="0">
                <a:solidFill>
                  <a:srgbClr val="0000C8"/>
                </a:solidFill>
                <a:latin typeface="Lucida Console" pitchFamily="49" charset="0"/>
              </a:rPr>
              <a:t> public</a:t>
            </a:r>
            <a:r>
              <a:rPr lang="en-GB" sz="2000" dirty="0">
                <a:solidFill>
                  <a:srgbClr val="0000FF"/>
                </a:solidFill>
                <a:latin typeface="Lucida Console" pitchFamily="49" charset="0"/>
              </a:rPr>
              <a:t> </a:t>
            </a:r>
            <a:r>
              <a:rPr lang="en-GB" sz="2000" dirty="0">
                <a:solidFill>
                  <a:srgbClr val="FF0000"/>
                </a:solidFill>
                <a:latin typeface="Lucida Console" pitchFamily="49" charset="0"/>
              </a:rPr>
              <a:t>interface </a:t>
            </a:r>
            <a:r>
              <a:rPr lang="en-GB" sz="2000" dirty="0" err="1">
                <a:latin typeface="Lucida Console" pitchFamily="49" charset="0"/>
              </a:rPr>
              <a:t>Renderable</a:t>
            </a:r>
            <a:r>
              <a:rPr lang="en-GB" sz="2000" dirty="0">
                <a:solidFill>
                  <a:srgbClr val="00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endParaRPr lang="en-GB" sz="2000" dirty="0">
              <a:solidFill>
                <a:srgbClr val="000000"/>
              </a:solidFill>
              <a:latin typeface="Lucida Console" pitchFamily="49" charset="0"/>
            </a:endParaRPr>
          </a:p>
          <a:p>
            <a:pPr defTabSz="739775" eaLnBrk="0" hangingPunct="0">
              <a:tabLst>
                <a:tab pos="347663" algn="l"/>
                <a:tab pos="685800" algn="l"/>
                <a:tab pos="1033463" algn="l"/>
                <a:tab pos="1371600" algn="l"/>
                <a:tab pos="1719263" algn="l"/>
                <a:tab pos="2057400" algn="l"/>
                <a:tab pos="2405063" algn="l"/>
                <a:tab pos="2743200" algn="l"/>
              </a:tabLst>
              <a:defRPr/>
            </a:pPr>
            <a:r>
              <a:rPr lang="en-GB" sz="2000" dirty="0">
                <a:solidFill>
                  <a:srgbClr val="000000"/>
                </a:solidFill>
                <a:latin typeface="Lucida Console" pitchFamily="49" charset="0"/>
              </a:rPr>
              <a:t>     </a:t>
            </a:r>
            <a:r>
              <a:rPr lang="en-GB" sz="2000" dirty="0">
                <a:solidFill>
                  <a:srgbClr val="0000C8"/>
                </a:solidFill>
                <a:latin typeface="Lucida Console" pitchFamily="49" charset="0"/>
              </a:rPr>
              <a:t>void</a:t>
            </a:r>
            <a:r>
              <a:rPr lang="en-GB" sz="2000" dirty="0">
                <a:solidFill>
                  <a:srgbClr val="000000"/>
                </a:solidFill>
                <a:latin typeface="Lucida Console" pitchFamily="49" charset="0"/>
              </a:rPr>
              <a:t> draw();</a:t>
            </a:r>
          </a:p>
          <a:p>
            <a:pPr defTabSz="739775" eaLnBrk="0" hangingPunct="0">
              <a:tabLst>
                <a:tab pos="347663" algn="l"/>
                <a:tab pos="685800" algn="l"/>
                <a:tab pos="1033463" algn="l"/>
                <a:tab pos="1371600" algn="l"/>
                <a:tab pos="1719263" algn="l"/>
                <a:tab pos="2057400" algn="l"/>
                <a:tab pos="2405063" algn="l"/>
                <a:tab pos="2743200" algn="l"/>
              </a:tabLst>
              <a:defRPr/>
            </a:pPr>
            <a:endParaRPr lang="en-GB" sz="2000" dirty="0">
              <a:solidFill>
                <a:srgbClr val="000000"/>
              </a:solidFill>
              <a:latin typeface="Lucida Console" pitchFamily="49" charset="0"/>
            </a:endParaRPr>
          </a:p>
          <a:p>
            <a:pPr defTabSz="739775" eaLnBrk="0" hangingPunct="0">
              <a:tabLst>
                <a:tab pos="347663" algn="l"/>
                <a:tab pos="685800" algn="l"/>
                <a:tab pos="1033463" algn="l"/>
                <a:tab pos="1371600" algn="l"/>
                <a:tab pos="1719263" algn="l"/>
                <a:tab pos="2057400" algn="l"/>
                <a:tab pos="2405063" algn="l"/>
                <a:tab pos="2743200" algn="l"/>
              </a:tabLst>
              <a:defRPr/>
            </a:pPr>
            <a:r>
              <a:rPr lang="en-GB" sz="2000" dirty="0">
                <a:solidFill>
                  <a:srgbClr val="00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endParaRPr lang="en-GB" dirty="0">
              <a:solidFill>
                <a:srgbClr val="000046"/>
              </a:solidFill>
              <a:latin typeface="Lucida Console" pitchFamily="49" charset="0"/>
            </a:endParaRPr>
          </a:p>
        </p:txBody>
      </p:sp>
    </p:spTree>
    <p:extLst>
      <p:ext uri="{BB962C8B-B14F-4D97-AF65-F5344CB8AC3E}">
        <p14:creationId xmlns:p14="http://schemas.microsoft.com/office/powerpoint/2010/main" val="2076437736"/>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p:txBody>
          <a:bodyPr/>
          <a:lstStyle/>
          <a:p>
            <a:pPr eaLnBrk="1" hangingPunct="1"/>
            <a:r>
              <a:rPr lang="en-GB" dirty="0"/>
              <a:t>Implementing an interface</a:t>
            </a:r>
          </a:p>
        </p:txBody>
      </p:sp>
      <p:sp>
        <p:nvSpPr>
          <p:cNvPr id="10243" name="Rectangle 3"/>
          <p:cNvSpPr>
            <a:spLocks noGrp="1" noChangeArrowheads="1"/>
          </p:cNvSpPr>
          <p:nvPr>
            <p:ph idx="1"/>
          </p:nvPr>
        </p:nvSpPr>
        <p:spPr>
          <a:xfrm>
            <a:off x="341272" y="1368256"/>
            <a:ext cx="10132363" cy="741099"/>
          </a:xfrm>
        </p:spPr>
        <p:txBody>
          <a:bodyPr vert="horz" lIns="0" tIns="0" rIns="0" bIns="0" rtlCol="0" anchor="t" anchorCtr="0">
            <a:noAutofit/>
          </a:bodyPr>
          <a:lstStyle/>
          <a:p>
            <a:r>
              <a:rPr lang="en-GB" b="1" dirty="0"/>
              <a:t>List interfaces after the base class (if any) via keyword implements </a:t>
            </a:r>
          </a:p>
          <a:p>
            <a:pPr marL="342900" lvl="1" indent="-342900">
              <a:buSzPct val="115000"/>
              <a:buFont typeface="Arial" panose="020B0604020202020204" pitchFamily="34" charset="0"/>
              <a:buChar char="•"/>
            </a:pPr>
            <a:r>
              <a:rPr lang="en-GB" dirty="0"/>
              <a:t>All members must be implemented</a:t>
            </a:r>
          </a:p>
        </p:txBody>
      </p:sp>
      <p:sp>
        <p:nvSpPr>
          <p:cNvPr id="816132" name="Rectangle 4"/>
          <p:cNvSpPr>
            <a:spLocks noChangeArrowheads="1"/>
          </p:cNvSpPr>
          <p:nvPr/>
        </p:nvSpPr>
        <p:spPr bwMode="auto">
          <a:xfrm>
            <a:off x="1892300" y="2643440"/>
            <a:ext cx="4322970" cy="1320874"/>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C8"/>
                </a:solidFill>
                <a:latin typeface="Lucida Console" pitchFamily="49" charset="0"/>
              </a:rPr>
              <a:t>public </a:t>
            </a:r>
            <a:r>
              <a:rPr lang="en-GB" sz="1600" b="1" dirty="0">
                <a:solidFill>
                  <a:srgbClr val="0000C8"/>
                </a:solidFill>
                <a:latin typeface="Lucida Console" pitchFamily="49" charset="0"/>
              </a:rPr>
              <a:t>abstract</a:t>
            </a:r>
            <a:r>
              <a:rPr lang="en-GB" sz="1600" dirty="0">
                <a:solidFill>
                  <a:srgbClr val="0000C8"/>
                </a:solidFill>
                <a:latin typeface="Lucida Console" pitchFamily="49" charset="0"/>
              </a:rPr>
              <a:t> class</a:t>
            </a:r>
            <a:r>
              <a:rPr lang="en-GB" sz="1600" dirty="0">
                <a:latin typeface="Lucida Console" pitchFamily="49" charset="0"/>
              </a:rPr>
              <a:t> </a:t>
            </a:r>
            <a:r>
              <a:rPr lang="en-GB" sz="1600" dirty="0">
                <a:solidFill>
                  <a:srgbClr val="000000"/>
                </a:solidFill>
                <a:latin typeface="Lucida Console" pitchFamily="49" charset="0"/>
              </a:rPr>
              <a:t>Shape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r>
              <a:rPr lang="en-GB" sz="1600" dirty="0" err="1">
                <a:solidFill>
                  <a:srgbClr val="0000C8"/>
                </a:solidFill>
                <a:latin typeface="Lucida Console" pitchFamily="49" charset="0"/>
              </a:rPr>
              <a:t>int</a:t>
            </a:r>
            <a:r>
              <a:rPr lang="en-GB" sz="1600" dirty="0">
                <a:solidFill>
                  <a:srgbClr val="000000"/>
                </a:solidFill>
                <a:latin typeface="Lucida Console" pitchFamily="49" charset="0"/>
              </a:rPr>
              <a:t> height;</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FF"/>
                </a:solidFill>
                <a:latin typeface="Lucida Console" pitchFamily="49" charset="0"/>
              </a:rPr>
              <a:t>  </a:t>
            </a:r>
            <a:r>
              <a:rPr lang="en-GB" sz="1600" dirty="0" err="1">
                <a:solidFill>
                  <a:srgbClr val="0000C8"/>
                </a:solidFill>
                <a:latin typeface="Lucida Console" pitchFamily="49" charset="0"/>
              </a:rPr>
              <a:t>int</a:t>
            </a:r>
            <a:r>
              <a:rPr lang="en-GB" sz="1600" dirty="0">
                <a:solidFill>
                  <a:srgbClr val="000000"/>
                </a:solidFill>
                <a:latin typeface="Lucida Console" pitchFamily="49" charset="0"/>
              </a:rPr>
              <a:t> width;</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r>
              <a:rPr lang="en-GB" sz="1600" dirty="0">
                <a:solidFill>
                  <a:srgbClr val="0000C8"/>
                </a:solidFill>
                <a:latin typeface="Lucida Console" pitchFamily="49" charset="0"/>
              </a:rPr>
              <a:t>public abstract float</a:t>
            </a:r>
            <a:r>
              <a:rPr lang="en-GB" sz="1600" dirty="0">
                <a:solidFill>
                  <a:srgbClr val="000000"/>
                </a:solidFill>
                <a:latin typeface="Lucida Console" pitchFamily="49" charset="0"/>
              </a:rPr>
              <a:t> </a:t>
            </a:r>
            <a:r>
              <a:rPr lang="en-GB" sz="1600" dirty="0" err="1">
                <a:solidFill>
                  <a:srgbClr val="000000"/>
                </a:solidFill>
                <a:latin typeface="Lucida Console" pitchFamily="49" charset="0"/>
              </a:rPr>
              <a:t>getArea</a:t>
            </a:r>
            <a:r>
              <a:rPr lang="en-GB" sz="1600" dirty="0">
                <a:solidFill>
                  <a:srgbClr val="000000"/>
                </a:solidFill>
                <a:latin typeface="Lucida Console" pitchFamily="49" charset="0"/>
              </a:rPr>
              <a:t>();</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a:t>
            </a:r>
          </a:p>
        </p:txBody>
      </p:sp>
      <p:sp>
        <p:nvSpPr>
          <p:cNvPr id="816133" name="Rectangle 5"/>
          <p:cNvSpPr>
            <a:spLocks noChangeArrowheads="1"/>
          </p:cNvSpPr>
          <p:nvPr/>
        </p:nvSpPr>
        <p:spPr bwMode="auto">
          <a:xfrm>
            <a:off x="6396935" y="2649971"/>
            <a:ext cx="4076700" cy="835025"/>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C8"/>
                </a:solidFill>
                <a:latin typeface="Lucida Console" pitchFamily="49" charset="0"/>
              </a:rPr>
              <a:t>public </a:t>
            </a:r>
            <a:r>
              <a:rPr lang="en-GB" sz="1600" b="1" dirty="0">
                <a:solidFill>
                  <a:srgbClr val="0000C8"/>
                </a:solidFill>
                <a:latin typeface="Lucida Console" pitchFamily="49" charset="0"/>
              </a:rPr>
              <a:t>interface</a:t>
            </a:r>
            <a:r>
              <a:rPr lang="en-GB" sz="1600" dirty="0">
                <a:solidFill>
                  <a:srgbClr val="000000"/>
                </a:solidFill>
                <a:latin typeface="Lucida Console" pitchFamily="49" charset="0"/>
              </a:rPr>
              <a:t> </a:t>
            </a:r>
            <a:r>
              <a:rPr lang="en-GB" sz="1600" dirty="0" err="1">
                <a:solidFill>
                  <a:srgbClr val="000000"/>
                </a:solidFill>
                <a:latin typeface="Lucida Console" pitchFamily="49" charset="0"/>
              </a:rPr>
              <a:t>Renderable</a:t>
            </a:r>
            <a:r>
              <a:rPr lang="en-GB" sz="1600" dirty="0">
                <a:solidFill>
                  <a:srgbClr val="00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r>
              <a:rPr lang="en-GB" sz="1600" dirty="0">
                <a:solidFill>
                  <a:srgbClr val="0000C8"/>
                </a:solidFill>
                <a:latin typeface="Lucida Console" pitchFamily="49" charset="0"/>
              </a:rPr>
              <a:t>void</a:t>
            </a:r>
            <a:r>
              <a:rPr lang="en-GB" sz="1600" dirty="0">
                <a:solidFill>
                  <a:srgbClr val="000000"/>
                </a:solidFill>
                <a:latin typeface="Lucida Console" pitchFamily="49" charset="0"/>
              </a:rPr>
              <a:t> draw();</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a:t>
            </a:r>
            <a:endParaRPr lang="en-GB" sz="1600" dirty="0">
              <a:solidFill>
                <a:srgbClr val="000046"/>
              </a:solidFill>
              <a:latin typeface="Lucida Console" pitchFamily="49" charset="0"/>
            </a:endParaRPr>
          </a:p>
        </p:txBody>
      </p:sp>
      <p:sp>
        <p:nvSpPr>
          <p:cNvPr id="816134" name="Rectangle 6"/>
          <p:cNvSpPr>
            <a:spLocks noChangeArrowheads="1"/>
          </p:cNvSpPr>
          <p:nvPr/>
        </p:nvSpPr>
        <p:spPr bwMode="auto">
          <a:xfrm>
            <a:off x="2259496" y="4380239"/>
            <a:ext cx="7593495" cy="2059538"/>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C8"/>
                </a:solidFill>
                <a:latin typeface="Lucida Console" pitchFamily="49" charset="0"/>
              </a:rPr>
              <a:t>public class</a:t>
            </a:r>
            <a:r>
              <a:rPr lang="en-GB" sz="1600" dirty="0">
                <a:solidFill>
                  <a:srgbClr val="000000"/>
                </a:solidFill>
                <a:latin typeface="Lucida Console" pitchFamily="49" charset="0"/>
              </a:rPr>
              <a:t> Rectangle </a:t>
            </a:r>
            <a:r>
              <a:rPr lang="en-GB" sz="1600" dirty="0">
                <a:solidFill>
                  <a:srgbClr val="0000C8"/>
                </a:solidFill>
                <a:latin typeface="Lucida Console" pitchFamily="49" charset="0"/>
              </a:rPr>
              <a:t>:</a:t>
            </a:r>
            <a:r>
              <a:rPr lang="en-GB" sz="1600" dirty="0">
                <a:solidFill>
                  <a:srgbClr val="000000"/>
                </a:solidFill>
                <a:latin typeface="Lucida Console" pitchFamily="49" charset="0"/>
              </a:rPr>
              <a:t> </a:t>
            </a:r>
            <a:r>
              <a:rPr lang="en-GB" sz="1600" dirty="0">
                <a:solidFill>
                  <a:srgbClr val="FF0000"/>
                </a:solidFill>
                <a:latin typeface="Lucida Console" pitchFamily="49" charset="0"/>
              </a:rPr>
              <a:t>Shape </a:t>
            </a:r>
            <a:r>
              <a:rPr lang="en-GB" sz="1600" dirty="0">
                <a:solidFill>
                  <a:srgbClr val="0000C8"/>
                </a:solidFill>
                <a:latin typeface="Lucida Console" pitchFamily="49" charset="0"/>
              </a:rPr>
              <a:t>,</a:t>
            </a:r>
            <a:r>
              <a:rPr lang="en-GB" sz="1600" dirty="0">
                <a:solidFill>
                  <a:srgbClr val="FF0000"/>
                </a:solidFill>
                <a:latin typeface="Lucida Console" pitchFamily="49" charset="0"/>
              </a:rPr>
              <a:t> </a:t>
            </a:r>
            <a:r>
              <a:rPr lang="en-GB" sz="1600" dirty="0" err="1">
                <a:solidFill>
                  <a:srgbClr val="FF0000"/>
                </a:solidFill>
                <a:latin typeface="Lucida Console" pitchFamily="49" charset="0"/>
              </a:rPr>
              <a:t>Renderable</a:t>
            </a:r>
            <a:r>
              <a:rPr lang="en-GB" sz="1600" dirty="0">
                <a:solidFill>
                  <a:srgbClr val="00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FF0000"/>
                </a:solidFill>
                <a:latin typeface="Lucida Console" pitchFamily="49" charset="0"/>
              </a:rPr>
              <a:t>  </a:t>
            </a:r>
            <a:r>
              <a:rPr lang="en-GB" sz="1600" dirty="0">
                <a:solidFill>
                  <a:srgbClr val="0000C8"/>
                </a:solidFill>
                <a:latin typeface="Lucida Console" pitchFamily="49" charset="0"/>
              </a:rPr>
              <a:t>public void</a:t>
            </a:r>
            <a:r>
              <a:rPr lang="en-GB" sz="1600" dirty="0">
                <a:solidFill>
                  <a:srgbClr val="000000"/>
                </a:solidFill>
                <a:latin typeface="Lucida Console" pitchFamily="49" charset="0"/>
              </a:rPr>
              <a:t> draw()</a:t>
            </a:r>
            <a:r>
              <a:rPr lang="en-GB" sz="1600" dirty="0">
                <a:solidFill>
                  <a:srgbClr val="FF0000"/>
                </a:solidFill>
                <a:latin typeface="Lucida Console" pitchFamily="49" charset="0"/>
              </a:rPr>
              <a:t> </a:t>
            </a:r>
            <a:r>
              <a:rPr lang="en-GB" sz="1600" dirty="0">
                <a:latin typeface="Lucida Console" pitchFamily="49" charset="0"/>
              </a:rPr>
              <a:t>{</a:t>
            </a:r>
            <a:r>
              <a:rPr lang="en-GB" sz="1600" dirty="0">
                <a:solidFill>
                  <a:srgbClr val="FF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FF0000"/>
                </a:solidFill>
                <a:latin typeface="Lucida Console" pitchFamily="49" charset="0"/>
              </a:rPr>
              <a:t>    ...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FF0000"/>
                </a:solidFill>
                <a:latin typeface="Lucida Console" pitchFamily="49" charset="0"/>
              </a:rPr>
              <a:t>  </a:t>
            </a:r>
            <a:r>
              <a:rPr lang="en-GB" sz="1600" dirty="0">
                <a:latin typeface="Lucida Console" pitchFamily="49" charset="0"/>
              </a:rPr>
              <a:t>}</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r>
              <a:rPr lang="en-GB" sz="1600" dirty="0">
                <a:solidFill>
                  <a:srgbClr val="0000C8"/>
                </a:solidFill>
                <a:latin typeface="Lucida Console" pitchFamily="49" charset="0"/>
              </a:rPr>
              <a:t>public </a:t>
            </a:r>
            <a:r>
              <a:rPr lang="en-GB" sz="1600" b="1" dirty="0">
                <a:solidFill>
                  <a:srgbClr val="0000C8"/>
                </a:solidFill>
                <a:latin typeface="Lucida Console" pitchFamily="49" charset="0"/>
              </a:rPr>
              <a:t>override </a:t>
            </a:r>
            <a:r>
              <a:rPr lang="en-GB" sz="1600" dirty="0">
                <a:solidFill>
                  <a:srgbClr val="0000C8"/>
                </a:solidFill>
                <a:latin typeface="Lucida Console" pitchFamily="49" charset="0"/>
              </a:rPr>
              <a:t>float</a:t>
            </a:r>
            <a:r>
              <a:rPr lang="en-GB" sz="1600" dirty="0">
                <a:solidFill>
                  <a:srgbClr val="000000"/>
                </a:solidFill>
                <a:latin typeface="Lucida Console" pitchFamily="49" charset="0"/>
              </a:rPr>
              <a:t> </a:t>
            </a:r>
            <a:r>
              <a:rPr lang="en-GB" sz="1600" dirty="0" err="1">
                <a:solidFill>
                  <a:srgbClr val="000000"/>
                </a:solidFill>
                <a:latin typeface="Lucida Console" pitchFamily="49" charset="0"/>
              </a:rPr>
              <a:t>getArea</a:t>
            </a:r>
            <a:r>
              <a:rPr lang="en-GB" sz="1600" dirty="0">
                <a:solidFill>
                  <a:srgbClr val="000000"/>
                </a:solidFill>
                <a:latin typeface="Lucida Console" pitchFamily="49" charset="0"/>
              </a:rPr>
              <a:t>() {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C8"/>
                </a:solidFill>
                <a:latin typeface="Lucida Console" pitchFamily="49" charset="0"/>
              </a:rPr>
              <a:t>		return</a:t>
            </a:r>
            <a:r>
              <a:rPr lang="en-GB" sz="1600" dirty="0">
                <a:solidFill>
                  <a:srgbClr val="000000"/>
                </a:solidFill>
                <a:latin typeface="Lucida Console" pitchFamily="49" charset="0"/>
              </a:rPr>
              <a:t> height * width;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p>
        </p:txBody>
      </p:sp>
      <p:sp>
        <p:nvSpPr>
          <p:cNvPr id="816135" name="AutoShape 7"/>
          <p:cNvSpPr>
            <a:spLocks/>
          </p:cNvSpPr>
          <p:nvPr/>
        </p:nvSpPr>
        <p:spPr bwMode="auto">
          <a:xfrm>
            <a:off x="8457579" y="3964314"/>
            <a:ext cx="1395412" cy="404812"/>
          </a:xfrm>
          <a:prstGeom prst="borderCallout2">
            <a:avLst>
              <a:gd name="adj1" fmla="val 28236"/>
              <a:gd name="adj2" fmla="val -5463"/>
              <a:gd name="adj3" fmla="val 28236"/>
              <a:gd name="adj4" fmla="val -57338"/>
              <a:gd name="adj5" fmla="val 101176"/>
              <a:gd name="adj6" fmla="val -90218"/>
            </a:avLst>
          </a:prstGeom>
          <a:solidFill>
            <a:srgbClr val="FFCCFF"/>
          </a:solidFill>
          <a:ln w="19050">
            <a:noFill/>
            <a:miter lim="800000"/>
            <a:headEnd/>
            <a:tailEnd/>
          </a:ln>
          <a:effectLst>
            <a:outerShdw blurRad="50800" dist="38100" algn="l" rotWithShape="0">
              <a:prstClr val="black">
                <a:alpha val="40000"/>
              </a:prstClr>
            </a:outerShdw>
          </a:effectLst>
        </p:spPr>
        <p:txBody>
          <a:bodyPr/>
          <a:lstStyle/>
          <a:p>
            <a:pPr eaLnBrk="0" hangingPunct="0">
              <a:defRPr/>
            </a:pPr>
            <a:r>
              <a:rPr lang="en-GB" dirty="0"/>
              <a:t>Base class</a:t>
            </a:r>
          </a:p>
        </p:txBody>
      </p:sp>
      <p:sp>
        <p:nvSpPr>
          <p:cNvPr id="816136" name="AutoShape 8"/>
          <p:cNvSpPr>
            <a:spLocks/>
          </p:cNvSpPr>
          <p:nvPr/>
        </p:nvSpPr>
        <p:spPr bwMode="auto">
          <a:xfrm>
            <a:off x="8097148" y="5463765"/>
            <a:ext cx="1309687" cy="404812"/>
          </a:xfrm>
          <a:prstGeom prst="borderCallout2">
            <a:avLst>
              <a:gd name="adj1" fmla="val 28236"/>
              <a:gd name="adj2" fmla="val -5819"/>
              <a:gd name="adj3" fmla="val 28236"/>
              <a:gd name="adj4" fmla="val -28606"/>
              <a:gd name="adj5" fmla="val -41943"/>
              <a:gd name="adj6" fmla="val -50684"/>
            </a:avLst>
          </a:prstGeom>
          <a:solidFill>
            <a:srgbClr val="FFCCFF"/>
          </a:solidFill>
          <a:ln w="19050">
            <a:noFill/>
            <a:miter lim="800000"/>
            <a:headEnd/>
            <a:tailEnd/>
          </a:ln>
          <a:effectLst>
            <a:outerShdw blurRad="50800" dist="38100" algn="l" rotWithShape="0">
              <a:prstClr val="black">
                <a:alpha val="40000"/>
              </a:prstClr>
            </a:outerShdw>
          </a:effectLst>
        </p:spPr>
        <p:txBody>
          <a:bodyPr/>
          <a:lstStyle/>
          <a:p>
            <a:pPr eaLnBrk="0" hangingPunct="0">
              <a:defRPr/>
            </a:pPr>
            <a:r>
              <a:rPr lang="en-GB" dirty="0"/>
              <a:t>Interface</a:t>
            </a:r>
          </a:p>
        </p:txBody>
      </p:sp>
    </p:spTree>
    <p:extLst>
      <p:ext uri="{BB962C8B-B14F-4D97-AF65-F5344CB8AC3E}">
        <p14:creationId xmlns:p14="http://schemas.microsoft.com/office/powerpoint/2010/main" val="1516105325"/>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p:txBody>
          <a:bodyPr/>
          <a:lstStyle/>
          <a:p>
            <a:pPr eaLnBrk="1" hangingPunct="1"/>
            <a:r>
              <a:rPr lang="en-GB" dirty="0"/>
              <a:t>Polymorphism again</a:t>
            </a:r>
          </a:p>
        </p:txBody>
      </p:sp>
      <p:sp>
        <p:nvSpPr>
          <p:cNvPr id="11267" name="Rectangle 3"/>
          <p:cNvSpPr>
            <a:spLocks noGrp="1" noChangeArrowheads="1"/>
          </p:cNvSpPr>
          <p:nvPr>
            <p:ph idx="1"/>
          </p:nvPr>
        </p:nvSpPr>
        <p:spPr>
          <a:xfrm>
            <a:off x="341273" y="1368256"/>
            <a:ext cx="11338110" cy="525991"/>
          </a:xfrm>
        </p:spPr>
        <p:txBody>
          <a:bodyPr vert="horz" lIns="0" tIns="0" rIns="0" bIns="0" rtlCol="0" anchor="t" anchorCtr="0">
            <a:noAutofit/>
          </a:bodyPr>
          <a:lstStyle/>
          <a:p>
            <a:r>
              <a:rPr lang="en-GB" b="1" dirty="0"/>
              <a:t>An interface defines a new type, just like a class</a:t>
            </a:r>
          </a:p>
        </p:txBody>
      </p:sp>
      <p:sp>
        <p:nvSpPr>
          <p:cNvPr id="818180" name="Rectangle 4"/>
          <p:cNvSpPr>
            <a:spLocks noChangeArrowheads="1"/>
          </p:cNvSpPr>
          <p:nvPr/>
        </p:nvSpPr>
        <p:spPr bwMode="auto">
          <a:xfrm>
            <a:off x="732004" y="2103554"/>
            <a:ext cx="9338921" cy="2265364"/>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0" bIns="44450">
            <a:spAutoFit/>
          </a:bodyPr>
          <a:lstStyle/>
          <a:p>
            <a:pPr defTabSz="739775" eaLnBrk="0" hangingPunct="0">
              <a:lnSpc>
                <a:spcPct val="150000"/>
              </a:lnSpc>
              <a:tabLst>
                <a:tab pos="347663" algn="l"/>
                <a:tab pos="685800" algn="l"/>
                <a:tab pos="1033463" algn="l"/>
                <a:tab pos="1371600" algn="l"/>
                <a:tab pos="1719263" algn="l"/>
                <a:tab pos="2057400" algn="l"/>
                <a:tab pos="2405063" algn="l"/>
                <a:tab pos="2743200" algn="l"/>
              </a:tabLst>
              <a:defRPr/>
            </a:pPr>
            <a:r>
              <a:rPr lang="en-GB" sz="1600" dirty="0">
                <a:solidFill>
                  <a:srgbClr val="0000FF"/>
                </a:solidFill>
                <a:latin typeface="Lucida Console" pitchFamily="49" charset="0"/>
              </a:rPr>
              <a:t>private</a:t>
            </a:r>
            <a:r>
              <a:rPr lang="en-GB" sz="1600" dirty="0">
                <a:solidFill>
                  <a:srgbClr val="000000"/>
                </a:solidFill>
                <a:latin typeface="Lucida Console" pitchFamily="49" charset="0"/>
              </a:rPr>
              <a:t> Shape[] shapes;</a:t>
            </a:r>
            <a:br>
              <a:rPr lang="en-GB" sz="1600" dirty="0">
                <a:solidFill>
                  <a:srgbClr val="000000"/>
                </a:solidFill>
                <a:latin typeface="Lucida Console" pitchFamily="49" charset="0"/>
              </a:rPr>
            </a:br>
            <a:endParaRPr lang="en-GB" sz="1600" dirty="0">
              <a:solidFill>
                <a:srgbClr val="008000"/>
              </a:solidFill>
              <a:latin typeface="Lucida Console" pitchFamily="49" charset="0"/>
            </a:endParaRPr>
          </a:p>
          <a:p>
            <a:pPr defTabSz="739775" eaLnBrk="0" hangingPunct="0">
              <a:lnSpc>
                <a:spcPct val="150000"/>
              </a:lnSpc>
              <a:tabLst>
                <a:tab pos="347663" algn="l"/>
                <a:tab pos="685800" algn="l"/>
                <a:tab pos="1033463" algn="l"/>
                <a:tab pos="1371600" algn="l"/>
                <a:tab pos="1719263" algn="l"/>
                <a:tab pos="2057400" algn="l"/>
                <a:tab pos="2405063" algn="l"/>
                <a:tab pos="2743200" algn="l"/>
              </a:tabLst>
              <a:defRPr/>
            </a:pPr>
            <a:r>
              <a:rPr lang="en-GB" sz="1600" dirty="0">
                <a:solidFill>
                  <a:srgbClr val="0000FF"/>
                </a:solidFill>
                <a:latin typeface="Lucida Console" pitchFamily="49" charset="0"/>
              </a:rPr>
              <a:t>foreach</a:t>
            </a:r>
            <a:r>
              <a:rPr lang="en-GB" sz="1600" dirty="0">
                <a:solidFill>
                  <a:srgbClr val="000000"/>
                </a:solidFill>
                <a:latin typeface="Lucida Console" pitchFamily="49" charset="0"/>
              </a:rPr>
              <a:t>( </a:t>
            </a:r>
            <a:r>
              <a:rPr lang="en-GB" sz="1600" dirty="0">
                <a:solidFill>
                  <a:srgbClr val="FF0000"/>
                </a:solidFill>
                <a:latin typeface="Lucida Console" pitchFamily="49" charset="0"/>
              </a:rPr>
              <a:t>Shape</a:t>
            </a:r>
            <a:r>
              <a:rPr lang="en-GB" sz="1600" dirty="0">
                <a:solidFill>
                  <a:srgbClr val="000000"/>
                </a:solidFill>
                <a:latin typeface="Lucida Console" pitchFamily="49" charset="0"/>
              </a:rPr>
              <a:t> s in shapes ) {</a:t>
            </a:r>
          </a:p>
          <a:p>
            <a:pPr defTabSz="739775" eaLnBrk="0" hangingPunct="0">
              <a:lnSpc>
                <a:spcPct val="150000"/>
              </a:lnSpc>
              <a:tabLst>
                <a:tab pos="347663" algn="l"/>
                <a:tab pos="685800" algn="l"/>
                <a:tab pos="1033463" algn="l"/>
                <a:tab pos="1371600" algn="l"/>
                <a:tab pos="1719263" algn="l"/>
                <a:tab pos="2057400" algn="l"/>
                <a:tab pos="2405063" algn="l"/>
                <a:tab pos="2743200" algn="l"/>
              </a:tabLst>
              <a:defRPr/>
            </a:pPr>
            <a:r>
              <a:rPr lang="en-GB" sz="1600" dirty="0">
                <a:solidFill>
                  <a:srgbClr val="0000FF"/>
                </a:solidFill>
                <a:latin typeface="Lucida Console" pitchFamily="49" charset="0"/>
              </a:rPr>
              <a:t>      if</a:t>
            </a:r>
            <a:r>
              <a:rPr lang="en-GB" sz="1600" dirty="0">
                <a:solidFill>
                  <a:srgbClr val="000000"/>
                </a:solidFill>
                <a:latin typeface="Lucida Console" pitchFamily="49" charset="0"/>
              </a:rPr>
              <a:t> (s </a:t>
            </a:r>
            <a:r>
              <a:rPr lang="en-GB" sz="1600" dirty="0">
                <a:solidFill>
                  <a:srgbClr val="0000FF"/>
                </a:solidFill>
                <a:latin typeface="Lucida Console" pitchFamily="49" charset="0"/>
              </a:rPr>
              <a:t>is</a:t>
            </a:r>
            <a:r>
              <a:rPr lang="en-GB" sz="1600" dirty="0">
                <a:solidFill>
                  <a:srgbClr val="000000"/>
                </a:solidFill>
                <a:latin typeface="Lucida Console" pitchFamily="49" charset="0"/>
              </a:rPr>
              <a:t> </a:t>
            </a:r>
            <a:r>
              <a:rPr lang="en-GB" sz="1600" dirty="0" err="1">
                <a:solidFill>
                  <a:srgbClr val="000000"/>
                </a:solidFill>
                <a:latin typeface="Lucida Console" pitchFamily="49" charset="0"/>
              </a:rPr>
              <a:t>Renderable</a:t>
            </a:r>
            <a:r>
              <a:rPr lang="en-GB" sz="1600" dirty="0">
                <a:solidFill>
                  <a:srgbClr val="000000"/>
                </a:solidFill>
                <a:latin typeface="Lucida Console" pitchFamily="49" charset="0"/>
              </a:rPr>
              <a:t>)</a:t>
            </a:r>
          </a:p>
          <a:p>
            <a:pPr defTabSz="739775" eaLnBrk="0" hangingPunct="0">
              <a:lnSpc>
                <a:spcPct val="150000"/>
              </a:lnSpc>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r>
              <a:rPr lang="en-GB" sz="1600" dirty="0" err="1">
                <a:solidFill>
                  <a:srgbClr val="000000"/>
                </a:solidFill>
                <a:latin typeface="Lucida Console" pitchFamily="49" charset="0"/>
              </a:rPr>
              <a:t>Renderable</a:t>
            </a:r>
            <a:r>
              <a:rPr lang="en-GB" sz="1600" dirty="0">
                <a:solidFill>
                  <a:srgbClr val="000000"/>
                </a:solidFill>
                <a:latin typeface="Lucida Console" pitchFamily="49" charset="0"/>
              </a:rPr>
              <a:t>)s).draw();</a:t>
            </a:r>
          </a:p>
          <a:p>
            <a:pPr defTabSz="739775" eaLnBrk="0" hangingPunct="0">
              <a:lnSpc>
                <a:spcPct val="150000"/>
              </a:lnSpc>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a:t>
            </a:r>
          </a:p>
        </p:txBody>
      </p:sp>
      <p:sp>
        <p:nvSpPr>
          <p:cNvPr id="818181" name="Rectangle 5"/>
          <p:cNvSpPr>
            <a:spLocks noChangeArrowheads="1"/>
          </p:cNvSpPr>
          <p:nvPr/>
        </p:nvSpPr>
        <p:spPr bwMode="auto">
          <a:xfrm>
            <a:off x="6010328" y="5702811"/>
            <a:ext cx="5879845" cy="828432"/>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FF"/>
                </a:solidFill>
                <a:latin typeface="Lucida Console" pitchFamily="49" charset="0"/>
              </a:rPr>
              <a:t>private void</a:t>
            </a:r>
            <a:r>
              <a:rPr lang="en-GB" sz="1600" dirty="0">
                <a:solidFill>
                  <a:srgbClr val="000000"/>
                </a:solidFill>
                <a:latin typeface="Lucida Console" pitchFamily="49" charset="0"/>
              </a:rPr>
              <a:t> </a:t>
            </a:r>
            <a:r>
              <a:rPr lang="en-GB" sz="1600" dirty="0">
                <a:solidFill>
                  <a:srgbClr val="0000FF"/>
                </a:solidFill>
                <a:latin typeface="Lucida Console" pitchFamily="49" charset="0"/>
              </a:rPr>
              <a:t>public </a:t>
            </a:r>
            <a:r>
              <a:rPr lang="en-GB" sz="1600" dirty="0">
                <a:solidFill>
                  <a:srgbClr val="000000"/>
                </a:solidFill>
                <a:latin typeface="Lucida Console" pitchFamily="49" charset="0"/>
              </a:rPr>
              <a:t>Painter(</a:t>
            </a:r>
            <a:r>
              <a:rPr lang="en-GB" sz="1600" dirty="0" err="1">
                <a:solidFill>
                  <a:srgbClr val="000000"/>
                </a:solidFill>
                <a:latin typeface="Lucida Console" pitchFamily="49" charset="0"/>
              </a:rPr>
              <a:t>Renderable</a:t>
            </a:r>
            <a:r>
              <a:rPr lang="en-GB" sz="1600" dirty="0">
                <a:solidFill>
                  <a:srgbClr val="000000"/>
                </a:solidFill>
                <a:latin typeface="Lucida Console" pitchFamily="49" charset="0"/>
              </a:rPr>
              <a:t> </a:t>
            </a:r>
            <a:r>
              <a:rPr lang="en-GB" sz="1600" dirty="0" err="1">
                <a:solidFill>
                  <a:srgbClr val="000000"/>
                </a:solidFill>
                <a:latin typeface="Lucida Console" pitchFamily="49" charset="0"/>
              </a:rPr>
              <a:t>ir</a:t>
            </a:r>
            <a:r>
              <a:rPr lang="en-GB" sz="1600" dirty="0">
                <a:solidFill>
                  <a:srgbClr val="00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FF"/>
                </a:solidFill>
                <a:latin typeface="Lucida Console" pitchFamily="49" charset="0"/>
              </a:rPr>
              <a:t>    </a:t>
            </a:r>
            <a:r>
              <a:rPr lang="en-GB" sz="1600" dirty="0" err="1">
                <a:latin typeface="Lucida Console" pitchFamily="49" charset="0"/>
              </a:rPr>
              <a:t>ir.draw</a:t>
            </a:r>
            <a:r>
              <a:rPr lang="en-GB" sz="1600" dirty="0">
                <a:latin typeface="Lucida Console" pitchFamily="49" charset="0"/>
              </a:rPr>
              <a:t>();</a:t>
            </a:r>
            <a:endParaRPr lang="en-GB" sz="1600" dirty="0">
              <a:solidFill>
                <a:srgbClr val="000000"/>
              </a:solidFill>
              <a:latin typeface="Lucida Console" pitchFamily="49" charset="0"/>
            </a:endParaRP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a:t>
            </a:r>
          </a:p>
        </p:txBody>
      </p:sp>
      <p:sp>
        <p:nvSpPr>
          <p:cNvPr id="818183" name="AutoShape 7"/>
          <p:cNvSpPr>
            <a:spLocks/>
          </p:cNvSpPr>
          <p:nvPr/>
        </p:nvSpPr>
        <p:spPr bwMode="auto">
          <a:xfrm>
            <a:off x="5460600" y="2416985"/>
            <a:ext cx="2689225" cy="384175"/>
          </a:xfrm>
          <a:prstGeom prst="borderCallout2">
            <a:avLst>
              <a:gd name="adj1" fmla="val 29750"/>
              <a:gd name="adj2" fmla="val -2833"/>
              <a:gd name="adj3" fmla="val 29750"/>
              <a:gd name="adj4" fmla="val -2833"/>
              <a:gd name="adj5" fmla="val 33058"/>
              <a:gd name="adj6" fmla="val -63637"/>
            </a:avLst>
          </a:prstGeom>
          <a:solidFill>
            <a:srgbClr val="FFCCFF"/>
          </a:solidFill>
          <a:ln w="19050">
            <a:noFill/>
            <a:miter lim="800000"/>
            <a:headEnd/>
            <a:tailEnd/>
          </a:ln>
          <a:effectLst>
            <a:outerShdw blurRad="50800" dist="38100" algn="l" rotWithShape="0">
              <a:prstClr val="black">
                <a:alpha val="40000"/>
              </a:prstClr>
            </a:outerShdw>
          </a:effectLst>
        </p:spPr>
        <p:txBody>
          <a:bodyPr/>
          <a:lstStyle/>
          <a:p>
            <a:pPr eaLnBrk="0" hangingPunct="0">
              <a:defRPr/>
            </a:pPr>
            <a:r>
              <a:rPr lang="en-GB" sz="1600" dirty="0"/>
              <a:t>Stores ‘shape’ refs</a:t>
            </a:r>
          </a:p>
        </p:txBody>
      </p:sp>
      <p:sp>
        <p:nvSpPr>
          <p:cNvPr id="9" name="AutoShape 7"/>
          <p:cNvSpPr>
            <a:spLocks/>
          </p:cNvSpPr>
          <p:nvPr/>
        </p:nvSpPr>
        <p:spPr bwMode="auto">
          <a:xfrm>
            <a:off x="5774498" y="3672666"/>
            <a:ext cx="3945699" cy="384175"/>
          </a:xfrm>
          <a:prstGeom prst="borderCallout2">
            <a:avLst>
              <a:gd name="adj1" fmla="val 29750"/>
              <a:gd name="adj2" fmla="val -2833"/>
              <a:gd name="adj3" fmla="val 29750"/>
              <a:gd name="adj4" fmla="val -2833"/>
              <a:gd name="adj5" fmla="val 31167"/>
              <a:gd name="adj6" fmla="val -24709"/>
            </a:avLst>
          </a:prstGeom>
          <a:solidFill>
            <a:srgbClr val="FFCCFF"/>
          </a:solidFill>
          <a:ln w="19050">
            <a:noFill/>
            <a:miter lim="800000"/>
            <a:headEnd/>
            <a:tailEnd/>
          </a:ln>
          <a:effectLst>
            <a:outerShdw blurRad="50800" dist="38100" algn="l" rotWithShape="0">
              <a:prstClr val="black">
                <a:alpha val="40000"/>
              </a:prstClr>
            </a:outerShdw>
          </a:effectLst>
        </p:spPr>
        <p:txBody>
          <a:bodyPr/>
          <a:lstStyle/>
          <a:p>
            <a:pPr algn="ctr" eaLnBrk="0" hangingPunct="0">
              <a:defRPr/>
            </a:pPr>
            <a:r>
              <a:rPr lang="en-GB" sz="1400" dirty="0"/>
              <a:t>Cast produces  a </a:t>
            </a:r>
            <a:r>
              <a:rPr lang="en-GB" sz="1400" dirty="0" err="1"/>
              <a:t>Renderable</a:t>
            </a:r>
            <a:r>
              <a:rPr lang="en-GB" sz="1400" dirty="0"/>
              <a:t> reference </a:t>
            </a:r>
          </a:p>
        </p:txBody>
      </p:sp>
      <p:sp>
        <p:nvSpPr>
          <p:cNvPr id="3" name="Speech Bubble: Rectangle with Corners Rounded 2">
            <a:extLst>
              <a:ext uri="{FF2B5EF4-FFF2-40B4-BE49-F238E27FC236}">
                <a16:creationId xmlns:a16="http://schemas.microsoft.com/office/drawing/2014/main" id="{20515A9A-2DC2-2C5E-664B-16D22FB1B639}"/>
              </a:ext>
            </a:extLst>
          </p:cNvPr>
          <p:cNvSpPr/>
          <p:nvPr/>
        </p:nvSpPr>
        <p:spPr>
          <a:xfrm>
            <a:off x="864296" y="4522000"/>
            <a:ext cx="4321479" cy="525991"/>
          </a:xfrm>
          <a:prstGeom prst="wedgeRoundRectCallout">
            <a:avLst>
              <a:gd name="adj1" fmla="val -10702"/>
              <a:gd name="adj2" fmla="val -70557"/>
              <a:gd name="adj3" fmla="val 16667"/>
            </a:avLst>
          </a:prstGeom>
          <a:ln>
            <a:solidFill>
              <a:schemeClr val="bg1">
                <a:lumMod val="75000"/>
              </a:schemeClr>
            </a:solidFill>
          </a:ln>
          <a:effectLst>
            <a:outerShdw blurRad="50800" dist="38100" dir="5400000" algn="t"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marL="0" marR="0" lvl="0" indent="0" algn="l" defTabSz="739775" rtl="0" eaLnBrk="0" fontAlgn="auto" latinLnBrk="0" hangingPunct="0">
              <a:lnSpc>
                <a:spcPct val="150000"/>
              </a:lnSpc>
              <a:spcBef>
                <a:spcPts val="0"/>
              </a:spcBef>
              <a:spcAft>
                <a:spcPts val="0"/>
              </a:spcAft>
              <a:buClrTx/>
              <a:buSzTx/>
              <a:buFontTx/>
              <a:buNone/>
              <a:tabLst>
                <a:tab pos="347663" algn="l"/>
                <a:tab pos="685800" algn="l"/>
                <a:tab pos="1033463" algn="l"/>
                <a:tab pos="1371600" algn="l"/>
                <a:tab pos="1719263" algn="l"/>
                <a:tab pos="2057400" algn="l"/>
                <a:tab pos="2405063" algn="l"/>
                <a:tab pos="2743200" algn="l"/>
              </a:tabLst>
              <a:defRPr/>
            </a:pPr>
            <a:r>
              <a:rPr kumimoji="0" lang="en-GB" sz="1600" b="1" i="0" u="none" strike="noStrike" kern="1200" cap="none" spc="0" normalizeH="0" baseline="0" noProof="0">
                <a:ln>
                  <a:noFill/>
                </a:ln>
                <a:solidFill>
                  <a:srgbClr val="0000FF"/>
                </a:solidFill>
                <a:effectLst/>
                <a:uLnTx/>
                <a:uFillTx/>
                <a:latin typeface="Lucida Console" pitchFamily="49" charset="0"/>
              </a:rPr>
              <a:t>Or</a:t>
            </a:r>
            <a:r>
              <a:rPr kumimoji="0" lang="en-GB" sz="1600" b="1" i="0" u="none" strike="noStrike" kern="1200" cap="none" spc="0" normalizeH="0" baseline="0" noProof="0">
                <a:ln>
                  <a:noFill/>
                </a:ln>
                <a:solidFill>
                  <a:srgbClr val="000000"/>
                </a:solidFill>
                <a:effectLst/>
                <a:uLnTx/>
                <a:uFillTx/>
                <a:latin typeface="Lucida Console" pitchFamily="49" charset="0"/>
              </a:rPr>
              <a:t>   (s </a:t>
            </a:r>
            <a:r>
              <a:rPr lang="en-GB" sz="1600" b="1">
                <a:solidFill>
                  <a:srgbClr val="0000FF"/>
                </a:solidFill>
                <a:latin typeface="Lucida Console" pitchFamily="49" charset="0"/>
              </a:rPr>
              <a:t>as</a:t>
            </a:r>
            <a:r>
              <a:rPr kumimoji="0" lang="en-GB" sz="1600" b="1" i="0" u="none" strike="noStrike" kern="1200" cap="none" spc="0" normalizeH="0" baseline="0" noProof="0">
                <a:ln>
                  <a:noFill/>
                </a:ln>
                <a:solidFill>
                  <a:srgbClr val="000000"/>
                </a:solidFill>
                <a:effectLst/>
                <a:uLnTx/>
                <a:uFillTx/>
                <a:latin typeface="Lucida Console" pitchFamily="49" charset="0"/>
              </a:rPr>
              <a:t> Renderable).draw();</a:t>
            </a:r>
            <a:endParaRPr kumimoji="0" lang="en-GB" sz="1600" b="1" i="0" u="none" strike="noStrike" kern="1200" cap="none" spc="0" normalizeH="0" baseline="0" noProof="0" dirty="0">
              <a:ln>
                <a:noFill/>
              </a:ln>
              <a:solidFill>
                <a:srgbClr val="000000"/>
              </a:solidFill>
              <a:effectLst/>
              <a:uLnTx/>
              <a:uFillTx/>
              <a:latin typeface="Lucida Console" pitchFamily="49" charset="0"/>
            </a:endParaRPr>
          </a:p>
        </p:txBody>
      </p:sp>
      <p:sp>
        <p:nvSpPr>
          <p:cNvPr id="6" name="Speech Bubble: Rectangle with Corners Rounded 5">
            <a:extLst>
              <a:ext uri="{FF2B5EF4-FFF2-40B4-BE49-F238E27FC236}">
                <a16:creationId xmlns:a16="http://schemas.microsoft.com/office/drawing/2014/main" id="{F18ECA7E-2F68-D8CD-6C6A-E0BE4799E031}"/>
              </a:ext>
            </a:extLst>
          </p:cNvPr>
          <p:cNvSpPr/>
          <p:nvPr/>
        </p:nvSpPr>
        <p:spPr>
          <a:xfrm>
            <a:off x="341273" y="5967000"/>
            <a:ext cx="5433225" cy="525991"/>
          </a:xfrm>
          <a:prstGeom prst="wedgeRoundRectCallout">
            <a:avLst>
              <a:gd name="adj1" fmla="val 54515"/>
              <a:gd name="adj2" fmla="val -27692"/>
              <a:gd name="adj3" fmla="val 16667"/>
            </a:avLst>
          </a:prstGeom>
          <a:ln>
            <a:solidFill>
              <a:schemeClr val="bg1">
                <a:lumMod val="75000"/>
              </a:schemeClr>
            </a:solidFill>
          </a:ln>
          <a:effectLst>
            <a:outerShdw blurRad="50800" dist="38100" dir="5400000" algn="t"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r>
              <a:rPr lang="en-GB" sz="1600" dirty="0"/>
              <a:t>Can pass any object that implements the interface</a:t>
            </a:r>
          </a:p>
        </p:txBody>
      </p:sp>
    </p:spTree>
    <p:extLst>
      <p:ext uri="{BB962C8B-B14F-4D97-AF65-F5344CB8AC3E}">
        <p14:creationId xmlns:p14="http://schemas.microsoft.com/office/powerpoint/2010/main" val="35026025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818181"/>
                                        </p:tgtEl>
                                        <p:attrNameLst>
                                          <p:attrName>style.visibility</p:attrName>
                                        </p:attrNameLst>
                                      </p:cBhvr>
                                      <p:to>
                                        <p:strVal val="visible"/>
                                      </p:to>
                                    </p:set>
                                    <p:animEffect transition="in" filter="fade">
                                      <p:cBhvr>
                                        <p:cTn id="15" dur="500"/>
                                        <p:tgtEl>
                                          <p:spTgt spid="8181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18181" grpId="0" animBg="1"/>
      <p:bldP spid="3" grpId="0" animBg="1"/>
      <p:bldP spid="6"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p:txBody>
          <a:bodyPr/>
          <a:lstStyle/>
          <a:p>
            <a:pPr eaLnBrk="1" hangingPunct="1"/>
            <a:r>
              <a:rPr lang="en-GB" dirty="0"/>
              <a:t>Multiple interfaces</a:t>
            </a:r>
          </a:p>
        </p:txBody>
      </p:sp>
      <p:sp>
        <p:nvSpPr>
          <p:cNvPr id="12291" name="Rectangle 3"/>
          <p:cNvSpPr>
            <a:spLocks noGrp="1" noChangeArrowheads="1"/>
          </p:cNvSpPr>
          <p:nvPr>
            <p:ph idx="1"/>
          </p:nvPr>
        </p:nvSpPr>
        <p:spPr>
          <a:xfrm>
            <a:off x="341272" y="1368256"/>
            <a:ext cx="10693873" cy="772271"/>
          </a:xfrm>
        </p:spPr>
        <p:txBody>
          <a:bodyPr vert="horz" lIns="0" tIns="0" rIns="0" bIns="0" rtlCol="0" anchor="t" anchorCtr="0">
            <a:noAutofit/>
          </a:bodyPr>
          <a:lstStyle/>
          <a:p>
            <a:r>
              <a:rPr lang="en-GB" b="1" dirty="0"/>
              <a:t>A class can implement multiple interfaces</a:t>
            </a:r>
          </a:p>
          <a:p>
            <a:pPr marL="342900" lvl="1" indent="-342900">
              <a:buSzPct val="115000"/>
              <a:buFont typeface="Arial" panose="020B0604020202020204" pitchFamily="34" charset="0"/>
              <a:buChar char="•"/>
            </a:pPr>
            <a:r>
              <a:rPr lang="en-GB" dirty="0"/>
              <a:t>You do not </a:t>
            </a:r>
            <a:r>
              <a:rPr lang="en-GB" i="1" dirty="0"/>
              <a:t>inherit</a:t>
            </a:r>
            <a:r>
              <a:rPr lang="en-GB" dirty="0"/>
              <a:t> from an interface, you </a:t>
            </a:r>
            <a:r>
              <a:rPr lang="en-GB" i="1" dirty="0"/>
              <a:t>implement</a:t>
            </a:r>
            <a:r>
              <a:rPr lang="en-GB" dirty="0"/>
              <a:t> it</a:t>
            </a:r>
          </a:p>
        </p:txBody>
      </p:sp>
      <p:sp>
        <p:nvSpPr>
          <p:cNvPr id="820228" name="Rectangle 4"/>
          <p:cNvSpPr>
            <a:spLocks noChangeArrowheads="1"/>
          </p:cNvSpPr>
          <p:nvPr/>
        </p:nvSpPr>
        <p:spPr bwMode="auto">
          <a:xfrm>
            <a:off x="6254750" y="2224089"/>
            <a:ext cx="4076700" cy="835025"/>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C8"/>
                </a:solidFill>
                <a:latin typeface="Lucida Console" pitchFamily="49" charset="0"/>
              </a:rPr>
              <a:t>public interface</a:t>
            </a:r>
            <a:r>
              <a:rPr lang="en-GB" sz="1600" dirty="0">
                <a:solidFill>
                  <a:srgbClr val="000000"/>
                </a:solidFill>
                <a:latin typeface="Lucida Console" pitchFamily="49" charset="0"/>
              </a:rPr>
              <a:t> </a:t>
            </a:r>
            <a:r>
              <a:rPr lang="en-GB" sz="1600" dirty="0" err="1">
                <a:solidFill>
                  <a:srgbClr val="000000"/>
                </a:solidFill>
                <a:latin typeface="Lucida Console" pitchFamily="49" charset="0"/>
              </a:rPr>
              <a:t>Renderable</a:t>
            </a:r>
            <a:r>
              <a:rPr lang="en-GB" sz="1600" dirty="0">
                <a:solidFill>
                  <a:srgbClr val="00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r>
              <a:rPr lang="en-GB" sz="1600" dirty="0">
                <a:solidFill>
                  <a:srgbClr val="0000C8"/>
                </a:solidFill>
                <a:latin typeface="Lucida Console" pitchFamily="49" charset="0"/>
              </a:rPr>
              <a:t>void</a:t>
            </a:r>
            <a:r>
              <a:rPr lang="en-GB" sz="1600" dirty="0">
                <a:solidFill>
                  <a:srgbClr val="000000"/>
                </a:solidFill>
                <a:latin typeface="Lucida Console" pitchFamily="49" charset="0"/>
              </a:rPr>
              <a:t> draw();</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a:t>
            </a:r>
            <a:endParaRPr lang="en-GB" sz="1600" dirty="0">
              <a:solidFill>
                <a:srgbClr val="000046"/>
              </a:solidFill>
              <a:latin typeface="Lucida Console" pitchFamily="49" charset="0"/>
            </a:endParaRPr>
          </a:p>
        </p:txBody>
      </p:sp>
      <p:sp>
        <p:nvSpPr>
          <p:cNvPr id="820229" name="Rectangle 5"/>
          <p:cNvSpPr>
            <a:spLocks noChangeArrowheads="1"/>
          </p:cNvSpPr>
          <p:nvPr/>
        </p:nvSpPr>
        <p:spPr bwMode="auto">
          <a:xfrm>
            <a:off x="2446339" y="3314700"/>
            <a:ext cx="7392987" cy="3044423"/>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C8"/>
                </a:solidFill>
                <a:latin typeface="Lucida Console" pitchFamily="49" charset="0"/>
              </a:rPr>
              <a:t>public class</a:t>
            </a:r>
            <a:r>
              <a:rPr lang="en-GB" sz="1600" dirty="0">
                <a:solidFill>
                  <a:srgbClr val="000000"/>
                </a:solidFill>
                <a:latin typeface="Lucida Console" pitchFamily="49" charset="0"/>
              </a:rPr>
              <a:t> Rectangle </a:t>
            </a:r>
            <a:r>
              <a:rPr lang="en-GB" sz="1600" dirty="0">
                <a:solidFill>
                  <a:srgbClr val="0000C8"/>
                </a:solidFill>
                <a:latin typeface="Lucida Console" pitchFamily="49" charset="0"/>
              </a:rPr>
              <a:t>:</a:t>
            </a:r>
            <a:r>
              <a:rPr lang="en-GB" sz="1600" dirty="0">
                <a:solidFill>
                  <a:srgbClr val="000000"/>
                </a:solidFill>
                <a:latin typeface="Lucida Console" pitchFamily="49" charset="0"/>
              </a:rPr>
              <a:t> Shape</a:t>
            </a:r>
            <a:r>
              <a:rPr lang="en-GB" sz="1600" dirty="0">
                <a:solidFill>
                  <a:srgbClr val="0000C8"/>
                </a:solidFill>
                <a:latin typeface="Lucida Console" pitchFamily="49" charset="0"/>
              </a:rPr>
              <a:t>,</a:t>
            </a:r>
            <a:r>
              <a:rPr lang="en-GB" sz="1600" dirty="0">
                <a:solidFill>
                  <a:srgbClr val="000000"/>
                </a:solidFill>
                <a:latin typeface="Lucida Console" pitchFamily="49" charset="0"/>
              </a:rPr>
              <a:t> Comparable, </a:t>
            </a:r>
            <a:r>
              <a:rPr lang="en-GB" sz="1600" dirty="0" err="1">
                <a:solidFill>
                  <a:srgbClr val="000000"/>
                </a:solidFill>
                <a:latin typeface="Lucida Console" pitchFamily="49" charset="0"/>
              </a:rPr>
              <a:t>Renderable</a:t>
            </a:r>
            <a:r>
              <a:rPr lang="en-GB" sz="1600" dirty="0">
                <a:solidFill>
                  <a:srgbClr val="00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r>
              <a:rPr lang="en-GB" sz="1600" dirty="0">
                <a:solidFill>
                  <a:srgbClr val="0000C8"/>
                </a:solidFill>
                <a:latin typeface="Lucida Console" pitchFamily="49" charset="0"/>
              </a:rPr>
              <a:t>private </a:t>
            </a:r>
            <a:r>
              <a:rPr lang="en-GB" sz="1600" dirty="0" err="1">
                <a:solidFill>
                  <a:srgbClr val="0000C8"/>
                </a:solidFill>
                <a:latin typeface="Lucida Console" pitchFamily="49" charset="0"/>
              </a:rPr>
              <a:t>int</a:t>
            </a:r>
            <a:r>
              <a:rPr lang="en-GB" sz="1600" dirty="0">
                <a:solidFill>
                  <a:srgbClr val="000000"/>
                </a:solidFill>
                <a:latin typeface="Lucida Console" pitchFamily="49" charset="0"/>
              </a:rPr>
              <a:t> height;</a:t>
            </a:r>
            <a:br>
              <a:rPr lang="en-GB" sz="1600" dirty="0">
                <a:solidFill>
                  <a:srgbClr val="000000"/>
                </a:solidFill>
                <a:latin typeface="Lucida Console" pitchFamily="49" charset="0"/>
              </a:rPr>
            </a:br>
            <a:r>
              <a:rPr lang="en-GB" sz="1600" dirty="0">
                <a:solidFill>
                  <a:srgbClr val="000000"/>
                </a:solidFill>
                <a:latin typeface="Lucida Console" pitchFamily="49" charset="0"/>
              </a:rPr>
              <a:t>  </a:t>
            </a:r>
            <a:r>
              <a:rPr lang="en-GB" sz="1600" dirty="0">
                <a:solidFill>
                  <a:srgbClr val="0000C8"/>
                </a:solidFill>
                <a:latin typeface="Lucida Console" pitchFamily="49" charset="0"/>
              </a:rPr>
              <a:t>private </a:t>
            </a:r>
            <a:r>
              <a:rPr lang="en-GB" sz="1600" dirty="0" err="1">
                <a:solidFill>
                  <a:srgbClr val="0000C8"/>
                </a:solidFill>
                <a:latin typeface="Lucida Console" pitchFamily="49" charset="0"/>
              </a:rPr>
              <a:t>int</a:t>
            </a:r>
            <a:r>
              <a:rPr lang="en-GB" sz="1600" dirty="0">
                <a:solidFill>
                  <a:srgbClr val="000000"/>
                </a:solidFill>
                <a:latin typeface="Lucida Console" pitchFamily="49" charset="0"/>
              </a:rPr>
              <a:t> width;</a:t>
            </a:r>
            <a:br>
              <a:rPr lang="en-GB" sz="1600" dirty="0">
                <a:solidFill>
                  <a:srgbClr val="000000"/>
                </a:solidFill>
                <a:latin typeface="Lucida Console" pitchFamily="49" charset="0"/>
              </a:rPr>
            </a:br>
            <a:br>
              <a:rPr lang="en-GB" sz="1600" dirty="0">
                <a:solidFill>
                  <a:srgbClr val="000000"/>
                </a:solidFill>
                <a:latin typeface="Lucida Console" pitchFamily="49" charset="0"/>
              </a:rPr>
            </a:br>
            <a:r>
              <a:rPr lang="en-GB" sz="1600" dirty="0">
                <a:solidFill>
                  <a:srgbClr val="0000FF"/>
                </a:solidFill>
                <a:latin typeface="Lucida Console" pitchFamily="49" charset="0"/>
              </a:rPr>
              <a:t>  </a:t>
            </a:r>
            <a:r>
              <a:rPr lang="en-GB" sz="1600" dirty="0">
                <a:solidFill>
                  <a:srgbClr val="0000C8"/>
                </a:solidFill>
                <a:latin typeface="Lucida Console" pitchFamily="49" charset="0"/>
              </a:rPr>
              <a:t>public void</a:t>
            </a:r>
            <a:r>
              <a:rPr lang="en-GB" sz="1600" dirty="0">
                <a:solidFill>
                  <a:srgbClr val="0000FF"/>
                </a:solidFill>
                <a:latin typeface="Lucida Console" pitchFamily="49" charset="0"/>
              </a:rPr>
              <a:t> </a:t>
            </a:r>
            <a:r>
              <a:rPr lang="en-GB" sz="1600" dirty="0">
                <a:solidFill>
                  <a:srgbClr val="FF0000"/>
                </a:solidFill>
                <a:latin typeface="Lucida Console" pitchFamily="49" charset="0"/>
              </a:rPr>
              <a:t>draw</a:t>
            </a:r>
            <a:r>
              <a:rPr lang="en-GB" sz="1600" dirty="0">
                <a:solidFill>
                  <a:srgbClr val="000000"/>
                </a:solidFill>
                <a:latin typeface="Lucida Console" pitchFamily="49" charset="0"/>
              </a:rPr>
              <a:t>() {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FF"/>
                </a:solidFill>
                <a:latin typeface="Lucida Console" pitchFamily="49" charset="0"/>
              </a:rPr>
              <a:t>  </a:t>
            </a:r>
            <a:r>
              <a:rPr lang="en-GB" sz="1600" dirty="0">
                <a:solidFill>
                  <a:srgbClr val="0000C8"/>
                </a:solidFill>
                <a:latin typeface="Lucida Console" pitchFamily="49" charset="0"/>
              </a:rPr>
              <a:t>public </a:t>
            </a:r>
            <a:r>
              <a:rPr lang="en-GB" sz="1600" dirty="0" err="1">
                <a:solidFill>
                  <a:srgbClr val="0000C8"/>
                </a:solidFill>
                <a:latin typeface="Lucida Console" pitchFamily="49" charset="0"/>
              </a:rPr>
              <a:t>int</a:t>
            </a:r>
            <a:r>
              <a:rPr lang="en-GB" sz="1600" dirty="0">
                <a:solidFill>
                  <a:srgbClr val="0000FF"/>
                </a:solidFill>
                <a:latin typeface="Lucida Console" pitchFamily="49" charset="0"/>
              </a:rPr>
              <a:t> </a:t>
            </a:r>
            <a:r>
              <a:rPr lang="en-GB" sz="1600" dirty="0" err="1">
                <a:solidFill>
                  <a:srgbClr val="FF0000"/>
                </a:solidFill>
                <a:latin typeface="Lucida Console" pitchFamily="49" charset="0"/>
              </a:rPr>
              <a:t>compareTo</a:t>
            </a:r>
            <a:r>
              <a:rPr lang="en-GB" sz="1600" dirty="0">
                <a:solidFill>
                  <a:srgbClr val="000000"/>
                </a:solidFill>
                <a:latin typeface="Lucida Console" pitchFamily="49" charset="0"/>
              </a:rPr>
              <a:t>( </a:t>
            </a:r>
            <a:r>
              <a:rPr lang="en-GB" sz="1600" dirty="0">
                <a:latin typeface="Lucida Console" pitchFamily="49" charset="0"/>
              </a:rPr>
              <a:t>Object</a:t>
            </a:r>
            <a:r>
              <a:rPr lang="en-GB" sz="1600" dirty="0">
                <a:solidFill>
                  <a:srgbClr val="000000"/>
                </a:solidFill>
                <a:latin typeface="Lucida Console" pitchFamily="49" charset="0"/>
              </a:rPr>
              <a:t> o ) {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Rectangle</a:t>
            </a:r>
            <a:r>
              <a:rPr lang="en-GB" sz="1600" dirty="0">
                <a:solidFill>
                  <a:srgbClr val="0000FF"/>
                </a:solidFill>
                <a:latin typeface="Lucida Console" pitchFamily="49" charset="0"/>
              </a:rPr>
              <a:t> </a:t>
            </a:r>
            <a:r>
              <a:rPr lang="en-GB" sz="1600" dirty="0">
                <a:solidFill>
                  <a:srgbClr val="000000"/>
                </a:solidFill>
                <a:latin typeface="Lucida Console" pitchFamily="49" charset="0"/>
              </a:rPr>
              <a:t>r = (Rectangle)o;</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FF"/>
                </a:solidFill>
                <a:latin typeface="Lucida Console" pitchFamily="49" charset="0"/>
              </a:rPr>
              <a:t>    </a:t>
            </a:r>
            <a:r>
              <a:rPr lang="en-GB" sz="1600" dirty="0">
                <a:solidFill>
                  <a:srgbClr val="0000C8"/>
                </a:solidFill>
                <a:latin typeface="Lucida Console" pitchFamily="49" charset="0"/>
              </a:rPr>
              <a:t>return</a:t>
            </a:r>
            <a:r>
              <a:rPr lang="en-GB" sz="1600" dirty="0">
                <a:solidFill>
                  <a:srgbClr val="0000FF"/>
                </a:solidFill>
                <a:latin typeface="Lucida Console" pitchFamily="49" charset="0"/>
              </a:rPr>
              <a:t> </a:t>
            </a:r>
            <a:r>
              <a:rPr lang="en-GB" sz="1600" dirty="0">
                <a:solidFill>
                  <a:srgbClr val="00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p>
        </p:txBody>
      </p:sp>
      <p:sp>
        <p:nvSpPr>
          <p:cNvPr id="820230" name="Rectangle 6"/>
          <p:cNvSpPr>
            <a:spLocks noChangeArrowheads="1"/>
          </p:cNvSpPr>
          <p:nvPr/>
        </p:nvSpPr>
        <p:spPr bwMode="auto">
          <a:xfrm>
            <a:off x="1914525" y="2224089"/>
            <a:ext cx="4076700" cy="835025"/>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C8"/>
                </a:solidFill>
                <a:latin typeface="Lucida Console" pitchFamily="49" charset="0"/>
              </a:rPr>
              <a:t>public interface</a:t>
            </a:r>
            <a:r>
              <a:rPr lang="en-GB" sz="1600" dirty="0">
                <a:solidFill>
                  <a:srgbClr val="000000"/>
                </a:solidFill>
                <a:latin typeface="Lucida Console" pitchFamily="49" charset="0"/>
              </a:rPr>
              <a:t> Comparable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  </a:t>
            </a:r>
            <a:r>
              <a:rPr lang="en-GB" sz="1600" dirty="0" err="1">
                <a:solidFill>
                  <a:srgbClr val="0000C8"/>
                </a:solidFill>
                <a:latin typeface="Lucida Console" pitchFamily="49" charset="0"/>
              </a:rPr>
              <a:t>int</a:t>
            </a:r>
            <a:r>
              <a:rPr lang="en-GB" sz="1600" dirty="0">
                <a:solidFill>
                  <a:srgbClr val="000000"/>
                </a:solidFill>
                <a:latin typeface="Lucida Console" pitchFamily="49" charset="0"/>
              </a:rPr>
              <a:t> </a:t>
            </a:r>
            <a:r>
              <a:rPr lang="en-GB" sz="1600" dirty="0" err="1">
                <a:solidFill>
                  <a:srgbClr val="000000"/>
                </a:solidFill>
                <a:latin typeface="Lucida Console" pitchFamily="49" charset="0"/>
              </a:rPr>
              <a:t>compareTo</a:t>
            </a:r>
            <a:r>
              <a:rPr lang="en-GB" sz="1600" dirty="0">
                <a:solidFill>
                  <a:srgbClr val="000000"/>
                </a:solidFill>
                <a:latin typeface="Lucida Console" pitchFamily="49" charset="0"/>
              </a:rPr>
              <a:t>( </a:t>
            </a:r>
            <a:r>
              <a:rPr lang="en-GB" sz="1600" dirty="0">
                <a:latin typeface="Lucida Console" pitchFamily="49" charset="0"/>
              </a:rPr>
              <a:t>Object</a:t>
            </a:r>
            <a:r>
              <a:rPr lang="en-GB" sz="1600" dirty="0">
                <a:solidFill>
                  <a:srgbClr val="000000"/>
                </a:solidFill>
                <a:latin typeface="Lucida Console" pitchFamily="49" charset="0"/>
              </a:rPr>
              <a:t> o1 );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dirty="0">
                <a:solidFill>
                  <a:srgbClr val="000000"/>
                </a:solidFill>
                <a:latin typeface="Lucida Console" pitchFamily="49" charset="0"/>
              </a:rPr>
              <a:t>}</a:t>
            </a:r>
            <a:endParaRPr lang="en-GB" sz="1600" dirty="0">
              <a:solidFill>
                <a:srgbClr val="000046"/>
              </a:solidFill>
              <a:latin typeface="Lucida Console" pitchFamily="49" charset="0"/>
            </a:endParaRPr>
          </a:p>
        </p:txBody>
      </p:sp>
    </p:spTree>
    <p:extLst>
      <p:ext uri="{BB962C8B-B14F-4D97-AF65-F5344CB8AC3E}">
        <p14:creationId xmlns:p14="http://schemas.microsoft.com/office/powerpoint/2010/main" val="3079509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DA65B5B-1413-AFEE-1B19-E1C311D99BC2}"/>
              </a:ext>
            </a:extLst>
          </p:cNvPr>
          <p:cNvSpPr>
            <a:spLocks noGrp="1"/>
          </p:cNvSpPr>
          <p:nvPr>
            <p:ph type="sldNum" sz="quarter" idx="4"/>
          </p:nvPr>
        </p:nvSpPr>
        <p:spPr/>
        <p:txBody>
          <a:bodyPr/>
          <a:lstStyle/>
          <a:p>
            <a:fld id="{EF892D59-8F09-EF4B-AD6D-DA609442F868}" type="slidenum">
              <a:rPr lang="en-GB" smtClean="0"/>
              <a:pPr/>
              <a:t>9</a:t>
            </a:fld>
            <a:endParaRPr lang="en-GB" dirty="0"/>
          </a:p>
        </p:txBody>
      </p:sp>
      <p:sp>
        <p:nvSpPr>
          <p:cNvPr id="3" name="Title 2">
            <a:extLst>
              <a:ext uri="{FF2B5EF4-FFF2-40B4-BE49-F238E27FC236}">
                <a16:creationId xmlns:a16="http://schemas.microsoft.com/office/drawing/2014/main" id="{2B46FBA8-7D51-749A-AE93-EF85E4F8EBDE}"/>
              </a:ext>
            </a:extLst>
          </p:cNvPr>
          <p:cNvSpPr>
            <a:spLocks noGrp="1"/>
          </p:cNvSpPr>
          <p:nvPr>
            <p:ph type="title"/>
          </p:nvPr>
        </p:nvSpPr>
        <p:spPr/>
        <p:txBody>
          <a:bodyPr/>
          <a:lstStyle/>
          <a:p>
            <a:r>
              <a:rPr lang="en-GB" dirty="0"/>
              <a:t>Extending Interfaces</a:t>
            </a:r>
          </a:p>
        </p:txBody>
      </p:sp>
      <p:pic>
        <p:nvPicPr>
          <p:cNvPr id="6" name="Picture 5">
            <a:extLst>
              <a:ext uri="{FF2B5EF4-FFF2-40B4-BE49-F238E27FC236}">
                <a16:creationId xmlns:a16="http://schemas.microsoft.com/office/drawing/2014/main" id="{168F9B9A-F556-86B2-5A3C-918DF879D30D}"/>
              </a:ext>
            </a:extLst>
          </p:cNvPr>
          <p:cNvPicPr>
            <a:picLocks noChangeAspect="1"/>
          </p:cNvPicPr>
          <p:nvPr/>
        </p:nvPicPr>
        <p:blipFill>
          <a:blip r:embed="rId2"/>
          <a:stretch>
            <a:fillRect/>
          </a:stretch>
        </p:blipFill>
        <p:spPr>
          <a:xfrm>
            <a:off x="527050" y="1368256"/>
            <a:ext cx="1943100" cy="4648200"/>
          </a:xfrm>
          <a:prstGeom prst="rect">
            <a:avLst/>
          </a:prstGeom>
        </p:spPr>
      </p:pic>
      <p:sp>
        <p:nvSpPr>
          <p:cNvPr id="8" name="TextBox 7">
            <a:extLst>
              <a:ext uri="{FF2B5EF4-FFF2-40B4-BE49-F238E27FC236}">
                <a16:creationId xmlns:a16="http://schemas.microsoft.com/office/drawing/2014/main" id="{F4C25988-E75E-1F39-3DB1-FEBE36A503FC}"/>
              </a:ext>
            </a:extLst>
          </p:cNvPr>
          <p:cNvSpPr txBox="1"/>
          <p:nvPr/>
        </p:nvSpPr>
        <p:spPr>
          <a:xfrm>
            <a:off x="5513427" y="1544018"/>
            <a:ext cx="6287177" cy="4493538"/>
          </a:xfrm>
          <a:prstGeom prst="rect">
            <a:avLst/>
          </a:prstGeom>
          <a:solidFill>
            <a:schemeClr val="accent5">
              <a:lumMod val="20000"/>
              <a:lumOff val="80000"/>
            </a:schemeClr>
          </a:solidFill>
          <a:effectLst>
            <a:outerShdw blurRad="50800" dist="38100" algn="l" rotWithShape="0">
              <a:prstClr val="black">
                <a:alpha val="40000"/>
              </a:prstClr>
            </a:outerShdw>
          </a:effectLst>
        </p:spPr>
        <p:txBody>
          <a:bodyPr wrap="square">
            <a:spAutoFit/>
          </a:bodyPr>
          <a:lstStyle/>
          <a:p>
            <a:r>
              <a:rPr lang="en-GB" sz="1600" b="1" dirty="0">
                <a:solidFill>
                  <a:srgbClr val="0000FF"/>
                </a:solidFill>
                <a:latin typeface="Cascadia Mono" panose="020B0609020000020004" pitchFamily="49" charset="0"/>
              </a:rPr>
              <a:t>public</a:t>
            </a:r>
            <a:r>
              <a:rPr lang="en-GB" sz="1600" b="1" dirty="0">
                <a:solidFill>
                  <a:srgbClr val="000000"/>
                </a:solidFill>
                <a:latin typeface="Cascadia Mono" panose="020B0609020000020004" pitchFamily="49" charset="0"/>
              </a:rPr>
              <a:t> </a:t>
            </a:r>
            <a:r>
              <a:rPr lang="en-GB" sz="1600" b="1" dirty="0">
                <a:solidFill>
                  <a:srgbClr val="0000FF"/>
                </a:solidFill>
                <a:latin typeface="Cascadia Mono" panose="020B0609020000020004" pitchFamily="49" charset="0"/>
              </a:rPr>
              <a:t>class</a:t>
            </a:r>
            <a:r>
              <a:rPr lang="en-GB" sz="1600" b="1" dirty="0">
                <a:solidFill>
                  <a:srgbClr val="000000"/>
                </a:solidFill>
                <a:latin typeface="Cascadia Mono" panose="020B0609020000020004" pitchFamily="49" charset="0"/>
              </a:rPr>
              <a:t> </a:t>
            </a:r>
            <a:r>
              <a:rPr lang="en-GB" sz="1600" b="1" dirty="0" err="1">
                <a:solidFill>
                  <a:srgbClr val="2B91AF"/>
                </a:solidFill>
                <a:latin typeface="Cascadia Mono" panose="020B0609020000020004" pitchFamily="49" charset="0"/>
              </a:rPr>
              <a:t>BankAccount</a:t>
            </a:r>
            <a:r>
              <a:rPr lang="en-GB" sz="1600" b="1" dirty="0">
                <a:solidFill>
                  <a:srgbClr val="000000"/>
                </a:solidFill>
                <a:latin typeface="Cascadia Mono" panose="020B0609020000020004" pitchFamily="49" charset="0"/>
              </a:rPr>
              <a:t> </a:t>
            </a:r>
            <a:r>
              <a:rPr lang="en-GB" sz="2000" b="1" dirty="0">
                <a:solidFill>
                  <a:srgbClr val="7F0055"/>
                </a:solidFill>
                <a:latin typeface="Consolas" panose="020B0609020204030204" pitchFamily="49" charset="0"/>
              </a:rPr>
              <a:t>:</a:t>
            </a:r>
            <a:r>
              <a:rPr lang="en-GB" sz="1600" b="1" dirty="0">
                <a:solidFill>
                  <a:srgbClr val="000000"/>
                </a:solidFill>
                <a:latin typeface="Cascadia Mono" panose="020B0609020000020004" pitchFamily="49" charset="0"/>
              </a:rPr>
              <a:t> </a:t>
            </a:r>
            <a:r>
              <a:rPr lang="en-GB" sz="1600" b="1" dirty="0" err="1">
                <a:solidFill>
                  <a:srgbClr val="000000"/>
                </a:solidFill>
                <a:latin typeface="Cascadia Mono" panose="020B0609020000020004" pitchFamily="49" charset="0"/>
              </a:rPr>
              <a:t>IAdminAccount</a:t>
            </a:r>
            <a:endParaRPr lang="en-GB" sz="1600" b="1" dirty="0">
              <a:solidFill>
                <a:srgbClr val="000000"/>
              </a:solidFill>
              <a:latin typeface="Cascadia Mono" panose="020B0609020000020004" pitchFamily="49" charset="0"/>
            </a:endParaRPr>
          </a:p>
          <a:p>
            <a:r>
              <a:rPr lang="en-GB" sz="1400" dirty="0">
                <a:solidFill>
                  <a:srgbClr val="000000"/>
                </a:solidFill>
                <a:latin typeface="Cascadia Mono" panose="020B0609020000020004" pitchFamily="49" charset="0"/>
              </a:rPr>
              <a:t>{</a:t>
            </a:r>
          </a:p>
          <a:p>
            <a:r>
              <a:rPr lang="en-GB" sz="1400" dirty="0">
                <a:solidFill>
                  <a:srgbClr val="000000"/>
                </a:solidFill>
                <a:latin typeface="Cascadia Mono" panose="020B0609020000020004" pitchFamily="49" charset="0"/>
              </a:rPr>
              <a:t>    </a:t>
            </a:r>
            <a:r>
              <a:rPr lang="en-GB" sz="1400" dirty="0">
                <a:solidFill>
                  <a:srgbClr val="0000FF"/>
                </a:solidFill>
                <a:latin typeface="Cascadia Mono" panose="020B0609020000020004" pitchFamily="49" charset="0"/>
              </a:rPr>
              <a:t>public</a:t>
            </a:r>
            <a:r>
              <a:rPr lang="en-GB" sz="1400" dirty="0">
                <a:solidFill>
                  <a:srgbClr val="000000"/>
                </a:solidFill>
                <a:latin typeface="Cascadia Mono" panose="020B0609020000020004" pitchFamily="49" charset="0"/>
              </a:rPr>
              <a:t> </a:t>
            </a:r>
            <a:r>
              <a:rPr lang="en-GB" sz="1400" dirty="0">
                <a:solidFill>
                  <a:srgbClr val="0000FF"/>
                </a:solidFill>
                <a:latin typeface="Cascadia Mono" panose="020B0609020000020004" pitchFamily="49" charset="0"/>
              </a:rPr>
              <a:t>void</a:t>
            </a:r>
            <a:r>
              <a:rPr lang="en-GB" sz="1400" dirty="0">
                <a:solidFill>
                  <a:srgbClr val="000000"/>
                </a:solidFill>
                <a:latin typeface="Cascadia Mono" panose="020B0609020000020004" pitchFamily="49" charset="0"/>
              </a:rPr>
              <a:t> </a:t>
            </a:r>
            <a:r>
              <a:rPr lang="en-GB" sz="1400" dirty="0" err="1">
                <a:solidFill>
                  <a:srgbClr val="000000"/>
                </a:solidFill>
                <a:latin typeface="Cascadia Mono" panose="020B0609020000020004" pitchFamily="49" charset="0"/>
              </a:rPr>
              <a:t>changeID</a:t>
            </a:r>
            <a:r>
              <a:rPr lang="en-GB" sz="1400" dirty="0">
                <a:solidFill>
                  <a:srgbClr val="000000"/>
                </a:solidFill>
                <a:latin typeface="Cascadia Mono" panose="020B0609020000020004" pitchFamily="49" charset="0"/>
              </a:rPr>
              <a:t>() {</a:t>
            </a:r>
          </a:p>
          <a:p>
            <a:r>
              <a:rPr lang="en-GB" sz="1400" dirty="0">
                <a:solidFill>
                  <a:srgbClr val="000000"/>
                </a:solidFill>
                <a:latin typeface="Cascadia Mono" panose="020B0609020000020004" pitchFamily="49" charset="0"/>
              </a:rPr>
              <a:t>    }</a:t>
            </a:r>
          </a:p>
          <a:p>
            <a:endParaRPr lang="en-GB" sz="1400" dirty="0">
              <a:solidFill>
                <a:srgbClr val="000000"/>
              </a:solidFill>
              <a:latin typeface="Cascadia Mono" panose="020B0609020000020004" pitchFamily="49" charset="0"/>
            </a:endParaRPr>
          </a:p>
          <a:p>
            <a:r>
              <a:rPr lang="en-GB" sz="1400" dirty="0">
                <a:solidFill>
                  <a:srgbClr val="000000"/>
                </a:solidFill>
                <a:latin typeface="Cascadia Mono" panose="020B0609020000020004" pitchFamily="49" charset="0"/>
              </a:rPr>
              <a:t>    </a:t>
            </a:r>
            <a:r>
              <a:rPr lang="en-GB" sz="1400" dirty="0">
                <a:solidFill>
                  <a:srgbClr val="0000FF"/>
                </a:solidFill>
                <a:latin typeface="Cascadia Mono" panose="020B0609020000020004" pitchFamily="49" charset="0"/>
              </a:rPr>
              <a:t>public</a:t>
            </a:r>
            <a:r>
              <a:rPr lang="en-GB" sz="1400" dirty="0">
                <a:solidFill>
                  <a:srgbClr val="000000"/>
                </a:solidFill>
                <a:latin typeface="Cascadia Mono" panose="020B0609020000020004" pitchFamily="49" charset="0"/>
              </a:rPr>
              <a:t> </a:t>
            </a:r>
            <a:r>
              <a:rPr lang="en-GB" sz="1400" dirty="0">
                <a:solidFill>
                  <a:srgbClr val="0000FF"/>
                </a:solidFill>
                <a:latin typeface="Cascadia Mono" panose="020B0609020000020004" pitchFamily="49" charset="0"/>
              </a:rPr>
              <a:t>void</a:t>
            </a:r>
            <a:r>
              <a:rPr lang="en-GB" sz="1400" dirty="0">
                <a:solidFill>
                  <a:srgbClr val="000000"/>
                </a:solidFill>
                <a:latin typeface="Cascadia Mono" panose="020B0609020000020004" pitchFamily="49" charset="0"/>
              </a:rPr>
              <a:t> </a:t>
            </a:r>
            <a:r>
              <a:rPr lang="en-GB" sz="1400" dirty="0" err="1">
                <a:solidFill>
                  <a:srgbClr val="000000"/>
                </a:solidFill>
                <a:latin typeface="Cascadia Mono" panose="020B0609020000020004" pitchFamily="49" charset="0"/>
              </a:rPr>
              <a:t>closeAccount</a:t>
            </a:r>
            <a:r>
              <a:rPr lang="en-GB" sz="1400" dirty="0">
                <a:solidFill>
                  <a:srgbClr val="000000"/>
                </a:solidFill>
                <a:latin typeface="Cascadia Mono" panose="020B0609020000020004" pitchFamily="49" charset="0"/>
              </a:rPr>
              <a:t>() {</a:t>
            </a:r>
          </a:p>
          <a:p>
            <a:r>
              <a:rPr lang="en-GB" sz="1400" dirty="0">
                <a:solidFill>
                  <a:srgbClr val="000000"/>
                </a:solidFill>
                <a:latin typeface="Cascadia Mono" panose="020B0609020000020004" pitchFamily="49" charset="0"/>
              </a:rPr>
              <a:t>    }</a:t>
            </a:r>
          </a:p>
          <a:p>
            <a:endParaRPr lang="en-GB" sz="1400" dirty="0">
              <a:solidFill>
                <a:srgbClr val="000000"/>
              </a:solidFill>
              <a:latin typeface="Cascadia Mono" panose="020B0609020000020004" pitchFamily="49" charset="0"/>
            </a:endParaRPr>
          </a:p>
          <a:p>
            <a:r>
              <a:rPr lang="en-GB" sz="1400" dirty="0">
                <a:solidFill>
                  <a:srgbClr val="000000"/>
                </a:solidFill>
                <a:latin typeface="Cascadia Mono" panose="020B0609020000020004" pitchFamily="49" charset="0"/>
              </a:rPr>
              <a:t>    </a:t>
            </a:r>
            <a:r>
              <a:rPr lang="en-GB" sz="1400" dirty="0">
                <a:solidFill>
                  <a:srgbClr val="0000FF"/>
                </a:solidFill>
                <a:latin typeface="Cascadia Mono" panose="020B0609020000020004" pitchFamily="49" charset="0"/>
              </a:rPr>
              <a:t>public</a:t>
            </a:r>
            <a:r>
              <a:rPr lang="en-GB" sz="1400" dirty="0">
                <a:solidFill>
                  <a:srgbClr val="000000"/>
                </a:solidFill>
                <a:latin typeface="Cascadia Mono" panose="020B0609020000020004" pitchFamily="49" charset="0"/>
              </a:rPr>
              <a:t> </a:t>
            </a:r>
            <a:r>
              <a:rPr lang="en-GB" sz="1400" dirty="0">
                <a:solidFill>
                  <a:srgbClr val="0000FF"/>
                </a:solidFill>
                <a:latin typeface="Cascadia Mono" panose="020B0609020000020004" pitchFamily="49" charset="0"/>
              </a:rPr>
              <a:t>void</a:t>
            </a:r>
            <a:r>
              <a:rPr lang="en-GB" sz="1400" dirty="0">
                <a:solidFill>
                  <a:srgbClr val="000000"/>
                </a:solidFill>
                <a:latin typeface="Cascadia Mono" panose="020B0609020000020004" pitchFamily="49" charset="0"/>
              </a:rPr>
              <a:t> </a:t>
            </a:r>
            <a:r>
              <a:rPr lang="en-GB" sz="1400" dirty="0" err="1">
                <a:solidFill>
                  <a:srgbClr val="000000"/>
                </a:solidFill>
                <a:latin typeface="Cascadia Mono" panose="020B0609020000020004" pitchFamily="49" charset="0"/>
              </a:rPr>
              <a:t>deposite</a:t>
            </a:r>
            <a:r>
              <a:rPr lang="en-GB" sz="1400" dirty="0">
                <a:solidFill>
                  <a:srgbClr val="000000"/>
                </a:solidFill>
                <a:latin typeface="Cascadia Mono" panose="020B0609020000020004" pitchFamily="49" charset="0"/>
              </a:rPr>
              <a:t>() {</a:t>
            </a:r>
          </a:p>
          <a:p>
            <a:r>
              <a:rPr lang="en-GB" sz="1400" dirty="0">
                <a:solidFill>
                  <a:srgbClr val="000000"/>
                </a:solidFill>
                <a:latin typeface="Cascadia Mono" panose="020B0609020000020004" pitchFamily="49" charset="0"/>
              </a:rPr>
              <a:t>    }</a:t>
            </a:r>
          </a:p>
          <a:p>
            <a:endParaRPr lang="en-GB" sz="1400" dirty="0">
              <a:solidFill>
                <a:srgbClr val="000000"/>
              </a:solidFill>
              <a:latin typeface="Cascadia Mono" panose="020B0609020000020004" pitchFamily="49" charset="0"/>
            </a:endParaRPr>
          </a:p>
          <a:p>
            <a:r>
              <a:rPr lang="en-GB" sz="1400" dirty="0">
                <a:solidFill>
                  <a:srgbClr val="000000"/>
                </a:solidFill>
                <a:latin typeface="Cascadia Mono" panose="020B0609020000020004" pitchFamily="49" charset="0"/>
              </a:rPr>
              <a:t>    </a:t>
            </a:r>
            <a:r>
              <a:rPr lang="en-GB" sz="1400" dirty="0">
                <a:solidFill>
                  <a:srgbClr val="0000FF"/>
                </a:solidFill>
                <a:latin typeface="Cascadia Mono" panose="020B0609020000020004" pitchFamily="49" charset="0"/>
              </a:rPr>
              <a:t>public</a:t>
            </a:r>
            <a:r>
              <a:rPr lang="en-GB" sz="1400" dirty="0">
                <a:solidFill>
                  <a:srgbClr val="000000"/>
                </a:solidFill>
                <a:latin typeface="Cascadia Mono" panose="020B0609020000020004" pitchFamily="49" charset="0"/>
              </a:rPr>
              <a:t> </a:t>
            </a:r>
            <a:r>
              <a:rPr lang="en-GB" sz="1400" dirty="0">
                <a:solidFill>
                  <a:srgbClr val="0000FF"/>
                </a:solidFill>
                <a:latin typeface="Cascadia Mono" panose="020B0609020000020004" pitchFamily="49" charset="0"/>
              </a:rPr>
              <a:t>void</a:t>
            </a:r>
            <a:r>
              <a:rPr lang="en-GB" sz="1400" dirty="0">
                <a:solidFill>
                  <a:srgbClr val="000000"/>
                </a:solidFill>
                <a:latin typeface="Cascadia Mono" panose="020B0609020000020004" pitchFamily="49" charset="0"/>
              </a:rPr>
              <a:t> </a:t>
            </a:r>
            <a:r>
              <a:rPr lang="en-GB" sz="1400" dirty="0" err="1">
                <a:solidFill>
                  <a:srgbClr val="000000"/>
                </a:solidFill>
                <a:latin typeface="Cascadia Mono" panose="020B0609020000020004" pitchFamily="49" charset="0"/>
              </a:rPr>
              <a:t>sendNotification</a:t>
            </a:r>
            <a:r>
              <a:rPr lang="en-GB" sz="1400" dirty="0">
                <a:solidFill>
                  <a:srgbClr val="000000"/>
                </a:solidFill>
                <a:latin typeface="Cascadia Mono" panose="020B0609020000020004" pitchFamily="49" charset="0"/>
              </a:rPr>
              <a:t>() {</a:t>
            </a:r>
          </a:p>
          <a:p>
            <a:r>
              <a:rPr lang="en-GB" sz="1400" dirty="0">
                <a:solidFill>
                  <a:srgbClr val="000000"/>
                </a:solidFill>
                <a:latin typeface="Cascadia Mono" panose="020B0609020000020004" pitchFamily="49" charset="0"/>
              </a:rPr>
              <a:t>    }</a:t>
            </a:r>
          </a:p>
          <a:p>
            <a:endParaRPr lang="en-GB" sz="1400" dirty="0">
              <a:solidFill>
                <a:srgbClr val="000000"/>
              </a:solidFill>
              <a:latin typeface="Cascadia Mono" panose="020B0609020000020004" pitchFamily="49" charset="0"/>
            </a:endParaRPr>
          </a:p>
          <a:p>
            <a:r>
              <a:rPr lang="en-GB" sz="1400" dirty="0">
                <a:solidFill>
                  <a:srgbClr val="000000"/>
                </a:solidFill>
                <a:latin typeface="Cascadia Mono" panose="020B0609020000020004" pitchFamily="49" charset="0"/>
              </a:rPr>
              <a:t>    </a:t>
            </a:r>
            <a:r>
              <a:rPr lang="en-GB" sz="1400" dirty="0">
                <a:solidFill>
                  <a:srgbClr val="0000FF"/>
                </a:solidFill>
                <a:latin typeface="Cascadia Mono" panose="020B0609020000020004" pitchFamily="49" charset="0"/>
              </a:rPr>
              <a:t>public</a:t>
            </a:r>
            <a:r>
              <a:rPr lang="en-GB" sz="1400" dirty="0">
                <a:solidFill>
                  <a:srgbClr val="000000"/>
                </a:solidFill>
                <a:latin typeface="Cascadia Mono" panose="020B0609020000020004" pitchFamily="49" charset="0"/>
              </a:rPr>
              <a:t> </a:t>
            </a:r>
            <a:r>
              <a:rPr lang="en-GB" sz="1400" dirty="0">
                <a:solidFill>
                  <a:srgbClr val="0000FF"/>
                </a:solidFill>
                <a:latin typeface="Cascadia Mono" panose="020B0609020000020004" pitchFamily="49" charset="0"/>
              </a:rPr>
              <a:t>void</a:t>
            </a:r>
            <a:r>
              <a:rPr lang="en-GB" sz="1400" dirty="0">
                <a:solidFill>
                  <a:srgbClr val="000000"/>
                </a:solidFill>
                <a:latin typeface="Cascadia Mono" panose="020B0609020000020004" pitchFamily="49" charset="0"/>
              </a:rPr>
              <a:t> </a:t>
            </a:r>
            <a:r>
              <a:rPr lang="en-GB" sz="1400" dirty="0" err="1">
                <a:solidFill>
                  <a:srgbClr val="000000"/>
                </a:solidFill>
                <a:latin typeface="Cascadia Mono" panose="020B0609020000020004" pitchFamily="49" charset="0"/>
              </a:rPr>
              <a:t>viewStatement</a:t>
            </a:r>
            <a:r>
              <a:rPr lang="en-GB" sz="1400" dirty="0">
                <a:solidFill>
                  <a:srgbClr val="000000"/>
                </a:solidFill>
                <a:latin typeface="Cascadia Mono" panose="020B0609020000020004" pitchFamily="49" charset="0"/>
              </a:rPr>
              <a:t>() {</a:t>
            </a:r>
          </a:p>
          <a:p>
            <a:r>
              <a:rPr lang="en-GB" sz="1400" dirty="0">
                <a:solidFill>
                  <a:srgbClr val="000000"/>
                </a:solidFill>
                <a:latin typeface="Cascadia Mono" panose="020B0609020000020004" pitchFamily="49" charset="0"/>
              </a:rPr>
              <a:t>    }</a:t>
            </a:r>
          </a:p>
          <a:p>
            <a:endParaRPr lang="en-GB" sz="1400" dirty="0">
              <a:solidFill>
                <a:srgbClr val="000000"/>
              </a:solidFill>
              <a:latin typeface="Cascadia Mono" panose="020B0609020000020004" pitchFamily="49" charset="0"/>
            </a:endParaRPr>
          </a:p>
          <a:p>
            <a:r>
              <a:rPr lang="en-GB" sz="1400" dirty="0">
                <a:solidFill>
                  <a:srgbClr val="000000"/>
                </a:solidFill>
                <a:latin typeface="Cascadia Mono" panose="020B0609020000020004" pitchFamily="49" charset="0"/>
              </a:rPr>
              <a:t>    </a:t>
            </a:r>
            <a:r>
              <a:rPr lang="en-GB" sz="1400" dirty="0">
                <a:solidFill>
                  <a:srgbClr val="0000FF"/>
                </a:solidFill>
                <a:latin typeface="Cascadia Mono" panose="020B0609020000020004" pitchFamily="49" charset="0"/>
              </a:rPr>
              <a:t>public</a:t>
            </a:r>
            <a:r>
              <a:rPr lang="en-GB" sz="1400" dirty="0">
                <a:solidFill>
                  <a:srgbClr val="000000"/>
                </a:solidFill>
                <a:latin typeface="Cascadia Mono" panose="020B0609020000020004" pitchFamily="49" charset="0"/>
              </a:rPr>
              <a:t> </a:t>
            </a:r>
            <a:r>
              <a:rPr lang="en-GB" sz="1400" dirty="0">
                <a:solidFill>
                  <a:srgbClr val="0000FF"/>
                </a:solidFill>
                <a:latin typeface="Cascadia Mono" panose="020B0609020000020004" pitchFamily="49" charset="0"/>
              </a:rPr>
              <a:t>void</a:t>
            </a:r>
            <a:r>
              <a:rPr lang="en-GB" sz="1400" dirty="0">
                <a:solidFill>
                  <a:srgbClr val="000000"/>
                </a:solidFill>
                <a:latin typeface="Cascadia Mono" panose="020B0609020000020004" pitchFamily="49" charset="0"/>
              </a:rPr>
              <a:t> withdraw() {</a:t>
            </a:r>
          </a:p>
          <a:p>
            <a:r>
              <a:rPr lang="en-GB" sz="1400" dirty="0">
                <a:solidFill>
                  <a:srgbClr val="000000"/>
                </a:solidFill>
                <a:latin typeface="Cascadia Mono" panose="020B0609020000020004" pitchFamily="49" charset="0"/>
              </a:rPr>
              <a:t>    }</a:t>
            </a:r>
          </a:p>
          <a:p>
            <a:r>
              <a:rPr lang="en-GB" sz="1400" dirty="0">
                <a:solidFill>
                  <a:srgbClr val="000000"/>
                </a:solidFill>
                <a:latin typeface="Cascadia Mono" panose="020B0609020000020004" pitchFamily="49" charset="0"/>
              </a:rPr>
              <a:t>}</a:t>
            </a:r>
          </a:p>
        </p:txBody>
      </p:sp>
      <p:pic>
        <p:nvPicPr>
          <p:cNvPr id="10" name="Picture 9">
            <a:extLst>
              <a:ext uri="{FF2B5EF4-FFF2-40B4-BE49-F238E27FC236}">
                <a16:creationId xmlns:a16="http://schemas.microsoft.com/office/drawing/2014/main" id="{63339A75-2618-7BCE-EB4F-635A168C2CB4}"/>
              </a:ext>
            </a:extLst>
          </p:cNvPr>
          <p:cNvPicPr>
            <a:picLocks noChangeAspect="1"/>
          </p:cNvPicPr>
          <p:nvPr/>
        </p:nvPicPr>
        <p:blipFill>
          <a:blip r:embed="rId3"/>
          <a:stretch>
            <a:fillRect/>
          </a:stretch>
        </p:blipFill>
        <p:spPr>
          <a:xfrm>
            <a:off x="2838450" y="4051300"/>
            <a:ext cx="2266950" cy="1333500"/>
          </a:xfrm>
          <a:prstGeom prst="rect">
            <a:avLst/>
          </a:prstGeom>
        </p:spPr>
      </p:pic>
    </p:spTree>
    <p:extLst>
      <p:ext uri="{BB962C8B-B14F-4D97-AF65-F5344CB8AC3E}">
        <p14:creationId xmlns:p14="http://schemas.microsoft.com/office/powerpoint/2010/main" val="32119324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Placeholder 6"/>
          <p:cNvSpPr>
            <a:spLocks noGrp="1"/>
          </p:cNvSpPr>
          <p:nvPr>
            <p:ph type="body" sz="quarter" idx="11"/>
          </p:nvPr>
        </p:nvSpPr>
        <p:spPr>
          <a:xfrm>
            <a:off x="5816042" y="1290750"/>
            <a:ext cx="5944918" cy="5239360"/>
          </a:xfrm>
        </p:spPr>
        <p:txBody>
          <a:bodyPr vert="horz" lIns="0" tIns="0" rIns="0" bIns="0" rtlCol="0" anchor="t" anchorCtr="0">
            <a:noAutofit/>
          </a:bodyPr>
          <a:lstStyle/>
          <a:p>
            <a:pPr marL="342900" indent="-342900">
              <a:buChar char="•"/>
            </a:pPr>
            <a:r>
              <a:rPr lang="en-GB" b="1" dirty="0"/>
              <a:t>In this chapter you learned</a:t>
            </a:r>
          </a:p>
          <a:p>
            <a:pPr marL="684000" lvl="1" indent="-342900">
              <a:spcAft>
                <a:spcPts val="650"/>
              </a:spcAft>
              <a:buSzPct val="115000"/>
            </a:pPr>
            <a:r>
              <a:rPr lang="en-GB" dirty="0"/>
              <a:t>What Interfaces are</a:t>
            </a:r>
          </a:p>
          <a:p>
            <a:pPr marL="684000" lvl="1" indent="-342900">
              <a:spcAft>
                <a:spcPts val="650"/>
              </a:spcAft>
              <a:buSzPct val="115000"/>
            </a:pPr>
            <a:r>
              <a:rPr lang="en-GB" dirty="0"/>
              <a:t>How to implement an interface</a:t>
            </a:r>
          </a:p>
          <a:p>
            <a:pPr marL="684000" lvl="1" indent="-342900">
              <a:spcAft>
                <a:spcPts val="650"/>
              </a:spcAft>
              <a:buSzPct val="115000"/>
            </a:pPr>
            <a:r>
              <a:rPr lang="en-GB" dirty="0"/>
              <a:t>Polymorphism with interfaces</a:t>
            </a:r>
          </a:p>
        </p:txBody>
      </p:sp>
      <p:pic>
        <p:nvPicPr>
          <p:cNvPr id="2" name="Picture 2" descr="Reviews - Web Sites: Recommended - Research Guides at Thrift Library">
            <a:extLst>
              <a:ext uri="{FF2B5EF4-FFF2-40B4-BE49-F238E27FC236}">
                <a16:creationId xmlns:a16="http://schemas.microsoft.com/office/drawing/2014/main" id="{1F1B45A8-845F-BB75-2104-19F7D0B6395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8062" y="93601"/>
            <a:ext cx="2251845" cy="22518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59221319"/>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11DC4093-FCB0-4EA6-8DFE-E2A283E14560}"/>
              </a:ext>
            </a:extLst>
          </p:cNvPr>
          <p:cNvSpPr>
            <a:spLocks noGrp="1"/>
          </p:cNvSpPr>
          <p:nvPr>
            <p:ph type="body" sz="quarter" idx="10"/>
          </p:nvPr>
        </p:nvSpPr>
        <p:spPr/>
        <p:txBody>
          <a:bodyPr/>
          <a:lstStyle/>
          <a:p>
            <a:r>
              <a:rPr lang="en-GB" dirty="0"/>
              <a:t>Labs</a:t>
            </a:r>
          </a:p>
        </p:txBody>
      </p:sp>
      <p:graphicFrame>
        <p:nvGraphicFramePr>
          <p:cNvPr id="7" name="Text Placeholder 1">
            <a:extLst>
              <a:ext uri="{FF2B5EF4-FFF2-40B4-BE49-F238E27FC236}">
                <a16:creationId xmlns:a16="http://schemas.microsoft.com/office/drawing/2014/main" id="{D31266FF-1381-7EE3-21F0-4DB6ED4EF603}"/>
              </a:ext>
            </a:extLst>
          </p:cNvPr>
          <p:cNvGraphicFramePr/>
          <p:nvPr>
            <p:extLst>
              <p:ext uri="{D42A27DB-BD31-4B8C-83A1-F6EECF244321}">
                <p14:modId xmlns:p14="http://schemas.microsoft.com/office/powerpoint/2010/main" val="471985225"/>
              </p:ext>
            </p:extLst>
          </p:nvPr>
        </p:nvGraphicFramePr>
        <p:xfrm>
          <a:off x="4710058" y="1616037"/>
          <a:ext cx="6565582" cy="377354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43941132"/>
      </p:ext>
    </p:extLst>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ISPRING_RESOURCE_PATHS_HASH_2" val="861ba5a240904b86632099fc56e12dead204a13"/>
</p:tagLst>
</file>

<file path=ppt/theme/theme1.xml><?xml version="1.0" encoding="utf-8"?>
<a:theme xmlns:a="http://schemas.openxmlformats.org/drawingml/2006/main" name="Master">
  <a:themeElements>
    <a:clrScheme name="QA Branding Custom Colour Set">
      <a:dk1>
        <a:srgbClr val="004050"/>
      </a:dk1>
      <a:lt1>
        <a:srgbClr val="FFFFFF"/>
      </a:lt1>
      <a:dk2>
        <a:srgbClr val="00EDB5"/>
      </a:dk2>
      <a:lt2>
        <a:srgbClr val="FFFFFF"/>
      </a:lt2>
      <a:accent1>
        <a:srgbClr val="004050"/>
      </a:accent1>
      <a:accent2>
        <a:srgbClr val="00EDB5"/>
      </a:accent2>
      <a:accent3>
        <a:srgbClr val="7F007D"/>
      </a:accent3>
      <a:accent4>
        <a:srgbClr val="FF004C"/>
      </a:accent4>
      <a:accent5>
        <a:srgbClr val="F8D237"/>
      </a:accent5>
      <a:accent6>
        <a:srgbClr val="F3612C"/>
      </a:accent6>
      <a:hlink>
        <a:srgbClr val="004050"/>
      </a:hlink>
      <a:folHlink>
        <a:srgbClr val="00EDB5"/>
      </a:folHlink>
    </a:clrScheme>
    <a:fontScheme name="QA Brand Fonts 2019">
      <a:majorFont>
        <a:latin typeface="Krana Fat B"/>
        <a:ea typeface=""/>
        <a:cs typeface=""/>
      </a:majorFont>
      <a:minorFont>
        <a:latin typeface="Montserra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bodyPr vert="horz" lIns="0" tIns="0" rIns="0" bIns="0" rtlCol="0" anchor="t" anchorCtr="0">
        <a:normAutofit/>
      </a:bodyPr>
      <a:lstStyle>
        <a:defPPr algn="l">
          <a:defRPr smtClean="0"/>
        </a:defPPr>
      </a:lstStyle>
    </a:txDef>
  </a:objectDefaults>
  <a:extraClrSchemeLst/>
  <a:extLst>
    <a:ext uri="{05A4C25C-085E-4340-85A3-A5531E510DB2}">
      <thm15:themeFamily xmlns:thm15="http://schemas.microsoft.com/office/thememl/2012/main" name="Trainer Slidedeck Template DRAFT v0.1" id="{7AC1CA74-4441-42CA-9897-72DF6ED83A1A}" vid="{6017FA94-E546-4DB4-BF25-6AABB84AA04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Courseware" ma:contentTypeID="0x010100F0967B7CEE8D417F966757887D9466FB00B3EF5B1D149FDF49B1880C030D548140" ma:contentTypeVersion="0" ma:contentTypeDescription="Base content type which represents courseware documents" ma:contentTypeScope="" ma:versionID="ab0d7ca79e0ea5a537b031f986da336c">
  <xsd:schema xmlns:xsd="http://www.w3.org/2001/XMLSchema" xmlns:xs="http://www.w3.org/2001/XMLSchema" xmlns:p="http://schemas.microsoft.com/office/2006/metadata/properties" xmlns:ns2="6794D9DE-4FDF-4DC0-8B2C-5438320C69D5" targetNamespace="http://schemas.microsoft.com/office/2006/metadata/properties" ma:root="true" ma:fieldsID="7ff8e7c62cc10108c036e94c947d8fb9" ns2:_="">
    <xsd:import namespace="6794D9DE-4FDF-4DC0-8B2C-5438320C69D5"/>
    <xsd:element name="properties">
      <xsd:complexType>
        <xsd:sequence>
          <xsd:element name="documentManagement">
            <xsd:complexType>
              <xsd:all>
                <xsd:element ref="ns2:BookTypeField0" minOccurs="0"/>
                <xsd:element ref="ns2:SequenceNumber" minOccurs="0"/>
                <xsd:element ref="ns2:IsBuildFil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794D9DE-4FDF-4DC0-8B2C-5438320C69D5" elementFormDefault="qualified">
    <xsd:import namespace="http://schemas.microsoft.com/office/2006/documentManagement/types"/>
    <xsd:import namespace="http://schemas.microsoft.com/office/infopath/2007/PartnerControls"/>
    <xsd:element name="BookTypeField0" ma:index="9" nillable="true" ma:taxonomy="true" ma:internalName="BookTypeField0" ma:taxonomyFieldName="BookType" ma:displayName="Book Type" ma:fieldId="{e7c6b654-e04e-4e45-9cfd-676dbef3a3c6}" ma:sspId="63102202-80dd-4165-b1ca-d09cf2756dc1" ma:termSetId="3300959e-7346-4208-831a-90b552f1677b" ma:anchorId="00000000-0000-0000-0000-000000000000" ma:open="false" ma:isKeyword="false">
      <xsd:complexType>
        <xsd:sequence>
          <xsd:element ref="pc:Terms" minOccurs="0" maxOccurs="1"/>
        </xsd:sequence>
      </xsd:complexType>
    </xsd:element>
    <xsd:element name="SequenceNumber" ma:index="10" nillable="true" ma:displayName="Sequence Number" ma:decimals="0" ma:internalName="SequenceNumber">
      <xsd:simpleType>
        <xsd:restriction base="dms:Number"/>
      </xsd:simpleType>
    </xsd:element>
    <xsd:element name="IsBuildFile" ma:index="11" nillable="true" ma:displayName="Is Build File" ma:hidden="true" ma:internalName="IsBuildFile">
      <xsd:simpleType>
        <xsd:restriction base="dms:Boolea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SequenceNumber xmlns="6794D9DE-4FDF-4DC0-8B2C-5438320C69D5" xsi:nil="true"/>
    <IsBuildFile xmlns="6794D9DE-4FDF-4DC0-8B2C-5438320C69D5" xsi:nil="true"/>
    <BookTypeField0 xmlns="6794D9DE-4FDF-4DC0-8B2C-5438320C69D5">
      <Terms xmlns="http://schemas.microsoft.com/office/infopath/2007/PartnerControls">
        <TermInfo xmlns="http://schemas.microsoft.com/office/infopath/2007/PartnerControls">
          <TermName xmlns="http://schemas.microsoft.com/office/infopath/2007/PartnerControls">IK</TermName>
          <TermId xmlns="http://schemas.microsoft.com/office/infopath/2007/PartnerControls">5abe6401-e87a-4499-80b4-3d21a1a6ebd7</TermId>
        </TermInfo>
      </Terms>
    </BookTypeField0>
  </documentManagement>
</p:properties>
</file>

<file path=customXml/itemProps1.xml><?xml version="1.0" encoding="utf-8"?>
<ds:datastoreItem xmlns:ds="http://schemas.openxmlformats.org/officeDocument/2006/customXml" ds:itemID="{BA980A2A-027D-4974-B588-4101B49F521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794D9DE-4FDF-4DC0-8B2C-5438320C69D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F5EE1230-8E06-4B7E-922E-37040E46E781}">
  <ds:schemaRefs>
    <ds:schemaRef ds:uri="http://schemas.microsoft.com/sharepoint/v3/contenttype/forms"/>
  </ds:schemaRefs>
</ds:datastoreItem>
</file>

<file path=customXml/itemProps3.xml><?xml version="1.0" encoding="utf-8"?>
<ds:datastoreItem xmlns:ds="http://schemas.openxmlformats.org/officeDocument/2006/customXml" ds:itemID="{B8CA8464-660D-407C-9BC6-65570507D9BC}">
  <ds:schemaRefs>
    <ds:schemaRef ds:uri="http://schemas.microsoft.com/office/2006/documentManagement/types"/>
    <ds:schemaRef ds:uri="http://purl.org/dc/dcmitype/"/>
    <ds:schemaRef ds:uri="6794D9DE-4FDF-4DC0-8B2C-5438320C69D5"/>
    <ds:schemaRef ds:uri="http://schemas.microsoft.com/office/2006/metadata/properties"/>
    <ds:schemaRef ds:uri="http://purl.org/dc/terms/"/>
    <ds:schemaRef ds:uri="http://purl.org/dc/elements/1.1/"/>
    <ds:schemaRef ds:uri="http://schemas.openxmlformats.org/package/2006/metadata/core-properties"/>
    <ds:schemaRef ds:uri="http://schemas.microsoft.com/office/infopath/2007/PartnerControl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
  <TotalTime>0</TotalTime>
  <Words>1105</Words>
  <Application>Microsoft Office PowerPoint</Application>
  <PresentationFormat>Widescreen</PresentationFormat>
  <Paragraphs>158</Paragraphs>
  <Slides>11</Slides>
  <Notes>9</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11</vt:i4>
      </vt:variant>
    </vt:vector>
  </HeadingPairs>
  <TitlesOfParts>
    <vt:vector size="20" baseType="lpstr">
      <vt:lpstr>Arial</vt:lpstr>
      <vt:lpstr>Calibri</vt:lpstr>
      <vt:lpstr>Cascadia Mono</vt:lpstr>
      <vt:lpstr>Consolas</vt:lpstr>
      <vt:lpstr>Krana Fat B</vt:lpstr>
      <vt:lpstr>Lucida Console</vt:lpstr>
      <vt:lpstr>Montserrat</vt:lpstr>
      <vt:lpstr>Wingdings</vt:lpstr>
      <vt:lpstr>Master</vt:lpstr>
      <vt:lpstr>Interfaces</vt:lpstr>
      <vt:lpstr>PowerPoint Presentation</vt:lpstr>
      <vt:lpstr>Interface shows the capabilities of the class which implements it</vt:lpstr>
      <vt:lpstr>Interfaces</vt:lpstr>
      <vt:lpstr>Defining an interface type</vt:lpstr>
      <vt:lpstr>Implementing an interface</vt:lpstr>
      <vt:lpstr>Polymorphism again</vt:lpstr>
      <vt:lpstr>Multiple interfaces</vt:lpstr>
      <vt:lpstr>Extending Interfaces</vt:lpstr>
      <vt:lpstr>PowerPoint Presentation</vt:lpstr>
      <vt:lpstr>PowerPoint Presentation</vt:lpstr>
    </vt:vector>
  </TitlesOfParts>
  <Manager/>
  <Company>QA Ltd</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Singh, Vaishali</dc:creator>
  <cp:keywords/>
  <dc:description/>
  <cp:lastModifiedBy>mike baradaran</cp:lastModifiedBy>
  <cp:revision>256</cp:revision>
  <cp:lastPrinted>2019-07-03T09:46:41Z</cp:lastPrinted>
  <dcterms:created xsi:type="dcterms:W3CDTF">2019-09-05T08:17:12Z</dcterms:created>
  <dcterms:modified xsi:type="dcterms:W3CDTF">2025-12-11T11:19:25Z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0x010100F0967B7CEE8D417F966757887D9466FB00B3EF5B1D149FDF49B1880C030D548140</vt:lpwstr>
  </property>
  <property fmtid="{D5CDD505-2E9C-101B-9397-08002B2CF9AE}" pid="3" name="BookType">
    <vt:lpwstr>7</vt:lpwstr>
  </property>
</Properties>
</file>