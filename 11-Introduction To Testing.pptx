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776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1" r:id="rId13"/>
    <p:sldId id="809" r:id="rId14"/>
    <p:sldId id="810" r:id="rId15"/>
    <p:sldId id="811" r:id="rId16"/>
    <p:sldId id="831" r:id="rId17"/>
    <p:sldId id="812" r:id="rId18"/>
    <p:sldId id="823" r:id="rId19"/>
  </p:sldIdLst>
  <p:sldSz cx="12192000" cy="6858000"/>
  <p:notesSz cx="6645275" cy="9775825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DE8BF54A-1323-4403-83F8-D7B5510C9D53}">
          <p14:sldIdLst>
            <p14:sldId id="776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9"/>
            <p14:sldId id="810"/>
            <p14:sldId id="811"/>
            <p14:sldId id="831"/>
            <p14:sldId id="812"/>
            <p14:sldId id="823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F3622C"/>
    <a:srgbClr val="7E007C"/>
    <a:srgbClr val="09EDB8"/>
    <a:srgbClr val="FDE0D5"/>
    <a:srgbClr val="28CFF9"/>
    <a:srgbClr val="F91258"/>
    <a:srgbClr val="31D3AE"/>
    <a:srgbClr val="F3F3F3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0" autoAdjust="0"/>
    <p:restoredTop sz="77215" autoAdjust="0"/>
  </p:normalViewPr>
  <p:slideViewPr>
    <p:cSldViewPr snapToGrid="0" snapToObjects="1" showGuides="1">
      <p:cViewPr varScale="1">
        <p:scale>
          <a:sx n="64" d="100"/>
          <a:sy n="64" d="100"/>
        </p:scale>
        <p:origin x="1166" y="67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313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843CD6-026B-451F-B971-96A36C0ED4C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7A69E-EC5C-4505-A6F0-3C7E5C804653}">
      <dgm:prSet/>
      <dgm:spPr/>
      <dgm:t>
        <a:bodyPr/>
        <a:lstStyle/>
        <a:p>
          <a:r>
            <a:rPr lang="en-US" b="1"/>
            <a:t>Automatic</a:t>
          </a:r>
          <a:endParaRPr lang="en-US"/>
        </a:p>
      </dgm:t>
    </dgm:pt>
    <dgm:pt modelId="{94B9A87A-4074-4C59-9D39-7E0C48B4413B}" type="parTrans" cxnId="{DE42FCEE-B06D-4B88-B271-F369EFDB0EAC}">
      <dgm:prSet/>
      <dgm:spPr/>
      <dgm:t>
        <a:bodyPr/>
        <a:lstStyle/>
        <a:p>
          <a:endParaRPr lang="en-US"/>
        </a:p>
      </dgm:t>
    </dgm:pt>
    <dgm:pt modelId="{A8A6855A-B7AD-4D05-88A2-0FC9A67E52C9}" type="sibTrans" cxnId="{DE42FCEE-B06D-4B88-B271-F369EFDB0EAC}">
      <dgm:prSet/>
      <dgm:spPr/>
      <dgm:t>
        <a:bodyPr/>
        <a:lstStyle/>
        <a:p>
          <a:endParaRPr lang="en-US"/>
        </a:p>
      </dgm:t>
    </dgm:pt>
    <dgm:pt modelId="{059E8B1E-0087-4A47-9BF6-D64EB1FAC7F2}">
      <dgm:prSet/>
      <dgm:spPr/>
      <dgm:t>
        <a:bodyPr/>
        <a:lstStyle/>
        <a:p>
          <a:pPr>
            <a:buNone/>
          </a:pPr>
          <a:r>
            <a:rPr lang="en-US" dirty="0"/>
            <a:t>it checks its own results</a:t>
          </a:r>
        </a:p>
      </dgm:t>
    </dgm:pt>
    <dgm:pt modelId="{63DD57D3-FD91-4EF3-99CF-FAAE1F63CF59}" type="parTrans" cxnId="{EFBB91E5-CCE2-48F3-BA35-62E11367460D}">
      <dgm:prSet/>
      <dgm:spPr/>
      <dgm:t>
        <a:bodyPr/>
        <a:lstStyle/>
        <a:p>
          <a:endParaRPr lang="en-US"/>
        </a:p>
      </dgm:t>
    </dgm:pt>
    <dgm:pt modelId="{E0364312-7B07-4C6A-A374-C8419A5E43BF}" type="sibTrans" cxnId="{EFBB91E5-CCE2-48F3-BA35-62E11367460D}">
      <dgm:prSet/>
      <dgm:spPr/>
      <dgm:t>
        <a:bodyPr/>
        <a:lstStyle/>
        <a:p>
          <a:endParaRPr lang="en-US"/>
        </a:p>
      </dgm:t>
    </dgm:pt>
    <dgm:pt modelId="{62C47036-8C41-4ADC-ABCA-238CA22EDD40}">
      <dgm:prSet/>
      <dgm:spPr/>
      <dgm:t>
        <a:bodyPr/>
        <a:lstStyle/>
        <a:p>
          <a:r>
            <a:rPr lang="en-US" b="1"/>
            <a:t>Repeatable</a:t>
          </a:r>
          <a:endParaRPr lang="en-US"/>
        </a:p>
      </dgm:t>
    </dgm:pt>
    <dgm:pt modelId="{EB83B6BA-4CFC-468C-93D6-0D30D8E15076}" type="parTrans" cxnId="{43C7A64E-393E-490E-A818-2C1B39785437}">
      <dgm:prSet/>
      <dgm:spPr/>
      <dgm:t>
        <a:bodyPr/>
        <a:lstStyle/>
        <a:p>
          <a:endParaRPr lang="en-US"/>
        </a:p>
      </dgm:t>
    </dgm:pt>
    <dgm:pt modelId="{032314F0-AC72-4D6A-BAA6-02B41917210D}" type="sibTrans" cxnId="{43C7A64E-393E-490E-A818-2C1B39785437}">
      <dgm:prSet/>
      <dgm:spPr/>
      <dgm:t>
        <a:bodyPr/>
        <a:lstStyle/>
        <a:p>
          <a:endParaRPr lang="en-US"/>
        </a:p>
      </dgm:t>
    </dgm:pt>
    <dgm:pt modelId="{418E36ED-1419-42FC-A10B-6696DB0295B3}">
      <dgm:prSet/>
      <dgm:spPr/>
      <dgm:t>
        <a:bodyPr/>
        <a:lstStyle/>
        <a:p>
          <a:pPr>
            <a:buNone/>
          </a:pPr>
          <a:r>
            <a:rPr lang="en-US" dirty="0"/>
            <a:t>it can be run again with the same results</a:t>
          </a:r>
        </a:p>
      </dgm:t>
    </dgm:pt>
    <dgm:pt modelId="{B664229A-BFB4-45EC-9F0C-BE0BD6EED0DE}" type="parTrans" cxnId="{EED51865-6013-4BA0-AC7C-FF0620E59982}">
      <dgm:prSet/>
      <dgm:spPr/>
      <dgm:t>
        <a:bodyPr/>
        <a:lstStyle/>
        <a:p>
          <a:endParaRPr lang="en-US"/>
        </a:p>
      </dgm:t>
    </dgm:pt>
    <dgm:pt modelId="{9580A7B5-D4A7-4546-BE7C-C3CB06D24D7A}" type="sibTrans" cxnId="{EED51865-6013-4BA0-AC7C-FF0620E59982}">
      <dgm:prSet/>
      <dgm:spPr/>
      <dgm:t>
        <a:bodyPr/>
        <a:lstStyle/>
        <a:p>
          <a:endParaRPr lang="en-US"/>
        </a:p>
      </dgm:t>
    </dgm:pt>
    <dgm:pt modelId="{D002D72F-3F49-42E3-BBB7-C21B340B0583}">
      <dgm:prSet/>
      <dgm:spPr/>
      <dgm:t>
        <a:bodyPr/>
        <a:lstStyle/>
        <a:p>
          <a:r>
            <a:rPr lang="en-US" b="1"/>
            <a:t>Available</a:t>
          </a:r>
          <a:endParaRPr lang="en-US"/>
        </a:p>
      </dgm:t>
    </dgm:pt>
    <dgm:pt modelId="{4320CF36-FD6D-4D8D-AE6F-C13F2E64E736}" type="parTrans" cxnId="{BBEB8DD3-1A49-421C-92D9-F5BFF5E461B8}">
      <dgm:prSet/>
      <dgm:spPr/>
      <dgm:t>
        <a:bodyPr/>
        <a:lstStyle/>
        <a:p>
          <a:endParaRPr lang="en-US"/>
        </a:p>
      </dgm:t>
    </dgm:pt>
    <dgm:pt modelId="{D4458864-775E-4FB3-8F82-25A070CD36CF}" type="sibTrans" cxnId="{BBEB8DD3-1A49-421C-92D9-F5BFF5E461B8}">
      <dgm:prSet/>
      <dgm:spPr/>
      <dgm:t>
        <a:bodyPr/>
        <a:lstStyle/>
        <a:p>
          <a:endParaRPr lang="en-US"/>
        </a:p>
      </dgm:t>
    </dgm:pt>
    <dgm:pt modelId="{2470BE47-578B-4F30-AAF6-5529009984F4}">
      <dgm:prSet/>
      <dgm:spPr/>
      <dgm:t>
        <a:bodyPr/>
        <a:lstStyle/>
        <a:p>
          <a:pPr>
            <a:buNone/>
          </a:pPr>
          <a:r>
            <a:rPr lang="en-US" dirty="0"/>
            <a:t>it accompanies the code being tested</a:t>
          </a:r>
        </a:p>
      </dgm:t>
    </dgm:pt>
    <dgm:pt modelId="{D5A39E77-840F-483C-8F0A-6D23C28F8D3F}" type="parTrans" cxnId="{C4F25210-605D-4D0E-923D-79A47DE1CBA4}">
      <dgm:prSet/>
      <dgm:spPr/>
      <dgm:t>
        <a:bodyPr/>
        <a:lstStyle/>
        <a:p>
          <a:endParaRPr lang="en-US"/>
        </a:p>
      </dgm:t>
    </dgm:pt>
    <dgm:pt modelId="{5BBD9071-04DA-4883-89A1-B46CBD1E5AD6}" type="sibTrans" cxnId="{C4F25210-605D-4D0E-923D-79A47DE1CBA4}">
      <dgm:prSet/>
      <dgm:spPr/>
      <dgm:t>
        <a:bodyPr/>
        <a:lstStyle/>
        <a:p>
          <a:endParaRPr lang="en-US"/>
        </a:p>
      </dgm:t>
    </dgm:pt>
    <dgm:pt modelId="{ECE9A369-8D5E-44A4-8F9A-2B0E2B71427D}" type="pres">
      <dgm:prSet presAssocID="{8C843CD6-026B-451F-B971-96A36C0ED4C7}" presName="linear" presStyleCnt="0">
        <dgm:presLayoutVars>
          <dgm:dir/>
          <dgm:animLvl val="lvl"/>
          <dgm:resizeHandles val="exact"/>
        </dgm:presLayoutVars>
      </dgm:prSet>
      <dgm:spPr/>
    </dgm:pt>
    <dgm:pt modelId="{D83C09D8-87B9-4BF3-9815-A3000016F907}" type="pres">
      <dgm:prSet presAssocID="{9DD7A69E-EC5C-4505-A6F0-3C7E5C804653}" presName="parentLin" presStyleCnt="0"/>
      <dgm:spPr/>
    </dgm:pt>
    <dgm:pt modelId="{7C7FE9C3-48B2-4D04-B11B-F3E13D4FE24F}" type="pres">
      <dgm:prSet presAssocID="{9DD7A69E-EC5C-4505-A6F0-3C7E5C804653}" presName="parentLeftMargin" presStyleLbl="node1" presStyleIdx="0" presStyleCnt="3"/>
      <dgm:spPr/>
    </dgm:pt>
    <dgm:pt modelId="{FD15C7F3-76BD-4ED5-8ED7-9EA9FA0D4C1A}" type="pres">
      <dgm:prSet presAssocID="{9DD7A69E-EC5C-4505-A6F0-3C7E5C8046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B38510-C232-4299-94E1-519C25E73F74}" type="pres">
      <dgm:prSet presAssocID="{9DD7A69E-EC5C-4505-A6F0-3C7E5C804653}" presName="negativeSpace" presStyleCnt="0"/>
      <dgm:spPr/>
    </dgm:pt>
    <dgm:pt modelId="{D5958DEC-627F-41B8-BE22-990D24C03841}" type="pres">
      <dgm:prSet presAssocID="{9DD7A69E-EC5C-4505-A6F0-3C7E5C804653}" presName="childText" presStyleLbl="conFgAcc1" presStyleIdx="0" presStyleCnt="3">
        <dgm:presLayoutVars>
          <dgm:bulletEnabled val="1"/>
        </dgm:presLayoutVars>
      </dgm:prSet>
      <dgm:spPr/>
    </dgm:pt>
    <dgm:pt modelId="{1F2318CA-7C55-4D84-84BF-1EF6E3062B86}" type="pres">
      <dgm:prSet presAssocID="{A8A6855A-B7AD-4D05-88A2-0FC9A67E52C9}" presName="spaceBetweenRectangles" presStyleCnt="0"/>
      <dgm:spPr/>
    </dgm:pt>
    <dgm:pt modelId="{C8015488-EE85-4D6F-BFFF-A2C5D093B92C}" type="pres">
      <dgm:prSet presAssocID="{62C47036-8C41-4ADC-ABCA-238CA22EDD40}" presName="parentLin" presStyleCnt="0"/>
      <dgm:spPr/>
    </dgm:pt>
    <dgm:pt modelId="{0C8B83F0-37AA-46B4-B381-13733928C12C}" type="pres">
      <dgm:prSet presAssocID="{62C47036-8C41-4ADC-ABCA-238CA22EDD40}" presName="parentLeftMargin" presStyleLbl="node1" presStyleIdx="0" presStyleCnt="3"/>
      <dgm:spPr/>
    </dgm:pt>
    <dgm:pt modelId="{B697C72C-448B-4BF0-B10D-25B0B34E60FC}" type="pres">
      <dgm:prSet presAssocID="{62C47036-8C41-4ADC-ABCA-238CA22EDD4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724C1A8-B4FB-4430-8C8E-70C24CA0C505}" type="pres">
      <dgm:prSet presAssocID="{62C47036-8C41-4ADC-ABCA-238CA22EDD40}" presName="negativeSpace" presStyleCnt="0"/>
      <dgm:spPr/>
    </dgm:pt>
    <dgm:pt modelId="{33688746-13EA-4123-8A87-B8F019F63338}" type="pres">
      <dgm:prSet presAssocID="{62C47036-8C41-4ADC-ABCA-238CA22EDD40}" presName="childText" presStyleLbl="conFgAcc1" presStyleIdx="1" presStyleCnt="3">
        <dgm:presLayoutVars>
          <dgm:bulletEnabled val="1"/>
        </dgm:presLayoutVars>
      </dgm:prSet>
      <dgm:spPr/>
    </dgm:pt>
    <dgm:pt modelId="{C1E9B4F0-4464-4ADB-A247-3655B749F048}" type="pres">
      <dgm:prSet presAssocID="{032314F0-AC72-4D6A-BAA6-02B41917210D}" presName="spaceBetweenRectangles" presStyleCnt="0"/>
      <dgm:spPr/>
    </dgm:pt>
    <dgm:pt modelId="{0077ED61-8C62-433C-A639-F26661906CDF}" type="pres">
      <dgm:prSet presAssocID="{D002D72F-3F49-42E3-BBB7-C21B340B0583}" presName="parentLin" presStyleCnt="0"/>
      <dgm:spPr/>
    </dgm:pt>
    <dgm:pt modelId="{51193D78-76EF-40BF-A77F-E03BDB3E40EE}" type="pres">
      <dgm:prSet presAssocID="{D002D72F-3F49-42E3-BBB7-C21B340B0583}" presName="parentLeftMargin" presStyleLbl="node1" presStyleIdx="1" presStyleCnt="3"/>
      <dgm:spPr/>
    </dgm:pt>
    <dgm:pt modelId="{2A1D19F5-4C1D-4F8B-AC21-1BF53D789B6C}" type="pres">
      <dgm:prSet presAssocID="{D002D72F-3F49-42E3-BBB7-C21B340B058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2D179A-64DD-4FE1-9EFA-2AB0432F1342}" type="pres">
      <dgm:prSet presAssocID="{D002D72F-3F49-42E3-BBB7-C21B340B0583}" presName="negativeSpace" presStyleCnt="0"/>
      <dgm:spPr/>
    </dgm:pt>
    <dgm:pt modelId="{9F8C507D-67B9-426A-81F5-F6EF9C6D0BDC}" type="pres">
      <dgm:prSet presAssocID="{D002D72F-3F49-42E3-BBB7-C21B340B058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02FBB00-1809-46B8-86FE-805CFBAAD239}" type="presOf" srcId="{9DD7A69E-EC5C-4505-A6F0-3C7E5C804653}" destId="{7C7FE9C3-48B2-4D04-B11B-F3E13D4FE24F}" srcOrd="0" destOrd="0" presId="urn:microsoft.com/office/officeart/2005/8/layout/list1"/>
    <dgm:cxn modelId="{C4F25210-605D-4D0E-923D-79A47DE1CBA4}" srcId="{D002D72F-3F49-42E3-BBB7-C21B340B0583}" destId="{2470BE47-578B-4F30-AAF6-5529009984F4}" srcOrd="0" destOrd="0" parTransId="{D5A39E77-840F-483C-8F0A-6D23C28F8D3F}" sibTransId="{5BBD9071-04DA-4883-89A1-B46CBD1E5AD6}"/>
    <dgm:cxn modelId="{90E1D718-A86C-4DD6-B82D-499604FB975A}" type="presOf" srcId="{9DD7A69E-EC5C-4505-A6F0-3C7E5C804653}" destId="{FD15C7F3-76BD-4ED5-8ED7-9EA9FA0D4C1A}" srcOrd="1" destOrd="0" presId="urn:microsoft.com/office/officeart/2005/8/layout/list1"/>
    <dgm:cxn modelId="{ABA6C626-0223-4598-9BB7-61F8959F5E47}" type="presOf" srcId="{62C47036-8C41-4ADC-ABCA-238CA22EDD40}" destId="{0C8B83F0-37AA-46B4-B381-13733928C12C}" srcOrd="0" destOrd="0" presId="urn:microsoft.com/office/officeart/2005/8/layout/list1"/>
    <dgm:cxn modelId="{D2041038-A50A-4784-8259-648C1503FB0B}" type="presOf" srcId="{D002D72F-3F49-42E3-BBB7-C21B340B0583}" destId="{2A1D19F5-4C1D-4F8B-AC21-1BF53D789B6C}" srcOrd="1" destOrd="0" presId="urn:microsoft.com/office/officeart/2005/8/layout/list1"/>
    <dgm:cxn modelId="{B69EC338-2260-4640-AAC5-C238330814CB}" type="presOf" srcId="{8C843CD6-026B-451F-B971-96A36C0ED4C7}" destId="{ECE9A369-8D5E-44A4-8F9A-2B0E2B71427D}" srcOrd="0" destOrd="0" presId="urn:microsoft.com/office/officeart/2005/8/layout/list1"/>
    <dgm:cxn modelId="{EED51865-6013-4BA0-AC7C-FF0620E59982}" srcId="{62C47036-8C41-4ADC-ABCA-238CA22EDD40}" destId="{418E36ED-1419-42FC-A10B-6696DB0295B3}" srcOrd="0" destOrd="0" parTransId="{B664229A-BFB4-45EC-9F0C-BE0BD6EED0DE}" sibTransId="{9580A7B5-D4A7-4546-BE7C-C3CB06D24D7A}"/>
    <dgm:cxn modelId="{DA55C368-7331-4581-BE5A-5AB7A7F6E654}" type="presOf" srcId="{059E8B1E-0087-4A47-9BF6-D64EB1FAC7F2}" destId="{D5958DEC-627F-41B8-BE22-990D24C03841}" srcOrd="0" destOrd="0" presId="urn:microsoft.com/office/officeart/2005/8/layout/list1"/>
    <dgm:cxn modelId="{43C7A64E-393E-490E-A818-2C1B39785437}" srcId="{8C843CD6-026B-451F-B971-96A36C0ED4C7}" destId="{62C47036-8C41-4ADC-ABCA-238CA22EDD40}" srcOrd="1" destOrd="0" parTransId="{EB83B6BA-4CFC-468C-93D6-0D30D8E15076}" sibTransId="{032314F0-AC72-4D6A-BAA6-02B41917210D}"/>
    <dgm:cxn modelId="{B731C4CA-AA53-4806-B29B-3BD50385A3A1}" type="presOf" srcId="{418E36ED-1419-42FC-A10B-6696DB0295B3}" destId="{33688746-13EA-4123-8A87-B8F019F63338}" srcOrd="0" destOrd="0" presId="urn:microsoft.com/office/officeart/2005/8/layout/list1"/>
    <dgm:cxn modelId="{460902CD-49FB-4C1A-809B-401A8EE00C47}" type="presOf" srcId="{2470BE47-578B-4F30-AAF6-5529009984F4}" destId="{9F8C507D-67B9-426A-81F5-F6EF9C6D0BDC}" srcOrd="0" destOrd="0" presId="urn:microsoft.com/office/officeart/2005/8/layout/list1"/>
    <dgm:cxn modelId="{BBEB8DD3-1A49-421C-92D9-F5BFF5E461B8}" srcId="{8C843CD6-026B-451F-B971-96A36C0ED4C7}" destId="{D002D72F-3F49-42E3-BBB7-C21B340B0583}" srcOrd="2" destOrd="0" parTransId="{4320CF36-FD6D-4D8D-AE6F-C13F2E64E736}" sibTransId="{D4458864-775E-4FB3-8F82-25A070CD36CF}"/>
    <dgm:cxn modelId="{EFBB91E5-CCE2-48F3-BA35-62E11367460D}" srcId="{9DD7A69E-EC5C-4505-A6F0-3C7E5C804653}" destId="{059E8B1E-0087-4A47-9BF6-D64EB1FAC7F2}" srcOrd="0" destOrd="0" parTransId="{63DD57D3-FD91-4EF3-99CF-FAAE1F63CF59}" sibTransId="{E0364312-7B07-4C6A-A374-C8419A5E43BF}"/>
    <dgm:cxn modelId="{DE42FCEE-B06D-4B88-B271-F369EFDB0EAC}" srcId="{8C843CD6-026B-451F-B971-96A36C0ED4C7}" destId="{9DD7A69E-EC5C-4505-A6F0-3C7E5C804653}" srcOrd="0" destOrd="0" parTransId="{94B9A87A-4074-4C59-9D39-7E0C48B4413B}" sibTransId="{A8A6855A-B7AD-4D05-88A2-0FC9A67E52C9}"/>
    <dgm:cxn modelId="{D4D81CF8-00BF-4569-9E42-B9F10A0746FA}" type="presOf" srcId="{62C47036-8C41-4ADC-ABCA-238CA22EDD40}" destId="{B697C72C-448B-4BF0-B10D-25B0B34E60FC}" srcOrd="1" destOrd="0" presId="urn:microsoft.com/office/officeart/2005/8/layout/list1"/>
    <dgm:cxn modelId="{32B5E4FC-83EA-44B2-9E08-8BEF92755223}" type="presOf" srcId="{D002D72F-3F49-42E3-BBB7-C21B340B0583}" destId="{51193D78-76EF-40BF-A77F-E03BDB3E40EE}" srcOrd="0" destOrd="0" presId="urn:microsoft.com/office/officeart/2005/8/layout/list1"/>
    <dgm:cxn modelId="{3492C8D3-D1DC-44A4-807F-01D2ECBDB531}" type="presParOf" srcId="{ECE9A369-8D5E-44A4-8F9A-2B0E2B71427D}" destId="{D83C09D8-87B9-4BF3-9815-A3000016F907}" srcOrd="0" destOrd="0" presId="urn:microsoft.com/office/officeart/2005/8/layout/list1"/>
    <dgm:cxn modelId="{BD270D41-0084-45AA-9BE7-4FEF46BA11A5}" type="presParOf" srcId="{D83C09D8-87B9-4BF3-9815-A3000016F907}" destId="{7C7FE9C3-48B2-4D04-B11B-F3E13D4FE24F}" srcOrd="0" destOrd="0" presId="urn:microsoft.com/office/officeart/2005/8/layout/list1"/>
    <dgm:cxn modelId="{FF3F3A6C-707A-4C08-AD0C-BB9E52296168}" type="presParOf" srcId="{D83C09D8-87B9-4BF3-9815-A3000016F907}" destId="{FD15C7F3-76BD-4ED5-8ED7-9EA9FA0D4C1A}" srcOrd="1" destOrd="0" presId="urn:microsoft.com/office/officeart/2005/8/layout/list1"/>
    <dgm:cxn modelId="{05B732C5-071F-4225-9E00-78FD54C0969A}" type="presParOf" srcId="{ECE9A369-8D5E-44A4-8F9A-2B0E2B71427D}" destId="{88B38510-C232-4299-94E1-519C25E73F74}" srcOrd="1" destOrd="0" presId="urn:microsoft.com/office/officeart/2005/8/layout/list1"/>
    <dgm:cxn modelId="{356A9201-0817-4070-8CBA-CC836FFA9E1D}" type="presParOf" srcId="{ECE9A369-8D5E-44A4-8F9A-2B0E2B71427D}" destId="{D5958DEC-627F-41B8-BE22-990D24C03841}" srcOrd="2" destOrd="0" presId="urn:microsoft.com/office/officeart/2005/8/layout/list1"/>
    <dgm:cxn modelId="{CFF7056A-190B-4A1A-8314-9F2391CD8EC1}" type="presParOf" srcId="{ECE9A369-8D5E-44A4-8F9A-2B0E2B71427D}" destId="{1F2318CA-7C55-4D84-84BF-1EF6E3062B86}" srcOrd="3" destOrd="0" presId="urn:microsoft.com/office/officeart/2005/8/layout/list1"/>
    <dgm:cxn modelId="{58B79CA7-9110-4C69-BCFD-78535AA2DA41}" type="presParOf" srcId="{ECE9A369-8D5E-44A4-8F9A-2B0E2B71427D}" destId="{C8015488-EE85-4D6F-BFFF-A2C5D093B92C}" srcOrd="4" destOrd="0" presId="urn:microsoft.com/office/officeart/2005/8/layout/list1"/>
    <dgm:cxn modelId="{C447D946-1D27-4333-B6D6-F2370A5F870F}" type="presParOf" srcId="{C8015488-EE85-4D6F-BFFF-A2C5D093B92C}" destId="{0C8B83F0-37AA-46B4-B381-13733928C12C}" srcOrd="0" destOrd="0" presId="urn:microsoft.com/office/officeart/2005/8/layout/list1"/>
    <dgm:cxn modelId="{C88DCB46-45E3-4865-9A02-5BFD78B50732}" type="presParOf" srcId="{C8015488-EE85-4D6F-BFFF-A2C5D093B92C}" destId="{B697C72C-448B-4BF0-B10D-25B0B34E60FC}" srcOrd="1" destOrd="0" presId="urn:microsoft.com/office/officeart/2005/8/layout/list1"/>
    <dgm:cxn modelId="{F2F55749-EA3E-420F-A0E5-B835E435CD47}" type="presParOf" srcId="{ECE9A369-8D5E-44A4-8F9A-2B0E2B71427D}" destId="{5724C1A8-B4FB-4430-8C8E-70C24CA0C505}" srcOrd="5" destOrd="0" presId="urn:microsoft.com/office/officeart/2005/8/layout/list1"/>
    <dgm:cxn modelId="{E62FE7FB-A5EC-4BC2-AFC5-4886CF2EFBDC}" type="presParOf" srcId="{ECE9A369-8D5E-44A4-8F9A-2B0E2B71427D}" destId="{33688746-13EA-4123-8A87-B8F019F63338}" srcOrd="6" destOrd="0" presId="urn:microsoft.com/office/officeart/2005/8/layout/list1"/>
    <dgm:cxn modelId="{19FD82DC-3DEB-4786-93DF-34B5A227CAD1}" type="presParOf" srcId="{ECE9A369-8D5E-44A4-8F9A-2B0E2B71427D}" destId="{C1E9B4F0-4464-4ADB-A247-3655B749F048}" srcOrd="7" destOrd="0" presId="urn:microsoft.com/office/officeart/2005/8/layout/list1"/>
    <dgm:cxn modelId="{EE25BCA0-0924-4702-915F-78031DB280BF}" type="presParOf" srcId="{ECE9A369-8D5E-44A4-8F9A-2B0E2B71427D}" destId="{0077ED61-8C62-433C-A639-F26661906CDF}" srcOrd="8" destOrd="0" presId="urn:microsoft.com/office/officeart/2005/8/layout/list1"/>
    <dgm:cxn modelId="{1BC6D179-344C-43A9-828C-6D394C82609C}" type="presParOf" srcId="{0077ED61-8C62-433C-A639-F26661906CDF}" destId="{51193D78-76EF-40BF-A77F-E03BDB3E40EE}" srcOrd="0" destOrd="0" presId="urn:microsoft.com/office/officeart/2005/8/layout/list1"/>
    <dgm:cxn modelId="{184799E2-251F-44B2-B234-7A593ACB5601}" type="presParOf" srcId="{0077ED61-8C62-433C-A639-F26661906CDF}" destId="{2A1D19F5-4C1D-4F8B-AC21-1BF53D789B6C}" srcOrd="1" destOrd="0" presId="urn:microsoft.com/office/officeart/2005/8/layout/list1"/>
    <dgm:cxn modelId="{FFAE33BA-36F7-4DFD-AAF9-1788C1F71501}" type="presParOf" srcId="{ECE9A369-8D5E-44A4-8F9A-2B0E2B71427D}" destId="{592D179A-64DD-4FE1-9EFA-2AB0432F1342}" srcOrd="9" destOrd="0" presId="urn:microsoft.com/office/officeart/2005/8/layout/list1"/>
    <dgm:cxn modelId="{E0C03FB9-6919-4560-AE72-F88479BB394A}" type="presParOf" srcId="{ECE9A369-8D5E-44A4-8F9A-2B0E2B71427D}" destId="{9F8C507D-67B9-426A-81F5-F6EF9C6D0BD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499A6A-B058-479F-BDCE-9FFB100EACD0}" type="doc">
      <dgm:prSet loTypeId="urn:microsoft.com/office/officeart/2005/8/layout/vList5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910859C-489A-4B09-ACDC-FE3F566EEBF7}">
      <dgm:prSet custT="1"/>
      <dgm:spPr/>
      <dgm:t>
        <a:bodyPr/>
        <a:lstStyle/>
        <a:p>
          <a:r>
            <a:rPr lang="en-GB" sz="4000" b="1" dirty="0"/>
            <a:t>Arrange</a:t>
          </a:r>
          <a:endParaRPr lang="en-US" sz="4000" dirty="0"/>
        </a:p>
      </dgm:t>
    </dgm:pt>
    <dgm:pt modelId="{1DD66244-0550-439A-9A15-3A3630FD5F7E}" type="parTrans" cxnId="{5E528C11-BEF3-407D-A92F-2737D67E4FD6}">
      <dgm:prSet/>
      <dgm:spPr/>
      <dgm:t>
        <a:bodyPr/>
        <a:lstStyle/>
        <a:p>
          <a:endParaRPr lang="en-US"/>
        </a:p>
      </dgm:t>
    </dgm:pt>
    <dgm:pt modelId="{A6A43D5F-AA80-497F-B580-6E0396B8EBAD}" type="sibTrans" cxnId="{5E528C11-BEF3-407D-A92F-2737D67E4FD6}">
      <dgm:prSet/>
      <dgm:spPr/>
      <dgm:t>
        <a:bodyPr/>
        <a:lstStyle/>
        <a:p>
          <a:endParaRPr lang="en-US"/>
        </a:p>
      </dgm:t>
    </dgm:pt>
    <dgm:pt modelId="{CDA62288-7E78-4B79-B71D-D32CC8987C19}">
      <dgm:prSet custT="1"/>
      <dgm:spPr/>
      <dgm:t>
        <a:bodyPr/>
        <a:lstStyle/>
        <a:p>
          <a:pPr>
            <a:buNone/>
          </a:pPr>
          <a:r>
            <a:rPr lang="en-GB" sz="2800" dirty="0"/>
            <a:t>Set the starting conditions</a:t>
          </a:r>
          <a:endParaRPr lang="en-US" sz="2800" dirty="0"/>
        </a:p>
      </dgm:t>
    </dgm:pt>
    <dgm:pt modelId="{56AE2FB4-56D5-4A60-B3F9-4D0E5BD20DFD}" type="parTrans" cxnId="{2AE39D9F-E8A6-4BDD-90E3-B46F0EB552D0}">
      <dgm:prSet/>
      <dgm:spPr/>
      <dgm:t>
        <a:bodyPr/>
        <a:lstStyle/>
        <a:p>
          <a:endParaRPr lang="en-US"/>
        </a:p>
      </dgm:t>
    </dgm:pt>
    <dgm:pt modelId="{7CEFB10B-1D40-4D71-8AA0-6996C7A5DA8E}" type="sibTrans" cxnId="{2AE39D9F-E8A6-4BDD-90E3-B46F0EB552D0}">
      <dgm:prSet/>
      <dgm:spPr/>
      <dgm:t>
        <a:bodyPr/>
        <a:lstStyle/>
        <a:p>
          <a:endParaRPr lang="en-US"/>
        </a:p>
      </dgm:t>
    </dgm:pt>
    <dgm:pt modelId="{941E059E-C446-43A0-A88C-A405A4B350FB}">
      <dgm:prSet custT="1"/>
      <dgm:spPr/>
      <dgm:t>
        <a:bodyPr/>
        <a:lstStyle/>
        <a:p>
          <a:r>
            <a:rPr lang="en-GB" sz="4000" b="1" dirty="0"/>
            <a:t>Act</a:t>
          </a:r>
          <a:endParaRPr lang="en-US" sz="4000" dirty="0"/>
        </a:p>
      </dgm:t>
    </dgm:pt>
    <dgm:pt modelId="{7DBAE139-D8D3-4440-B128-DABB78F69995}" type="parTrans" cxnId="{BC232A78-3C0B-4CDE-A06E-0E55759E04AC}">
      <dgm:prSet/>
      <dgm:spPr/>
      <dgm:t>
        <a:bodyPr/>
        <a:lstStyle/>
        <a:p>
          <a:endParaRPr lang="en-US"/>
        </a:p>
      </dgm:t>
    </dgm:pt>
    <dgm:pt modelId="{03C13581-76F6-49BE-9384-697FBBA2E2C4}" type="sibTrans" cxnId="{BC232A78-3C0B-4CDE-A06E-0E55759E04AC}">
      <dgm:prSet/>
      <dgm:spPr/>
      <dgm:t>
        <a:bodyPr/>
        <a:lstStyle/>
        <a:p>
          <a:endParaRPr lang="en-US"/>
        </a:p>
      </dgm:t>
    </dgm:pt>
    <dgm:pt modelId="{B6D682CB-9A32-4AFD-8D9F-F53A651C8018}">
      <dgm:prSet custT="1"/>
      <dgm:spPr/>
      <dgm:t>
        <a:bodyPr/>
        <a:lstStyle/>
        <a:p>
          <a:pPr>
            <a:buNone/>
          </a:pPr>
          <a:r>
            <a:rPr lang="en-GB" sz="2800" u="none" dirty="0"/>
            <a:t>Invoke</a:t>
          </a:r>
          <a:r>
            <a:rPr lang="en-GB" sz="2800" dirty="0"/>
            <a:t> the method being tested</a:t>
          </a:r>
          <a:endParaRPr lang="en-US" sz="2800" dirty="0"/>
        </a:p>
      </dgm:t>
    </dgm:pt>
    <dgm:pt modelId="{704140DF-4113-4620-8BD0-75602655B778}" type="parTrans" cxnId="{5D646BDC-265C-4FC9-9744-0CF9337DA23B}">
      <dgm:prSet/>
      <dgm:spPr/>
      <dgm:t>
        <a:bodyPr/>
        <a:lstStyle/>
        <a:p>
          <a:endParaRPr lang="en-US"/>
        </a:p>
      </dgm:t>
    </dgm:pt>
    <dgm:pt modelId="{79434955-732D-43D5-B824-F0B1924BCBE6}" type="sibTrans" cxnId="{5D646BDC-265C-4FC9-9744-0CF9337DA23B}">
      <dgm:prSet/>
      <dgm:spPr/>
      <dgm:t>
        <a:bodyPr/>
        <a:lstStyle/>
        <a:p>
          <a:endParaRPr lang="en-US"/>
        </a:p>
      </dgm:t>
    </dgm:pt>
    <dgm:pt modelId="{20A6C103-B641-471C-BB1F-FF2396D1E499}">
      <dgm:prSet custT="1"/>
      <dgm:spPr/>
      <dgm:t>
        <a:bodyPr/>
        <a:lstStyle/>
        <a:p>
          <a:r>
            <a:rPr lang="en-GB" sz="4000" b="1" dirty="0"/>
            <a:t>Assert</a:t>
          </a:r>
          <a:endParaRPr lang="en-US" sz="4000" dirty="0"/>
        </a:p>
      </dgm:t>
    </dgm:pt>
    <dgm:pt modelId="{4D0E3E3C-78EA-4C68-A2E5-E90A1E1D12A5}" type="parTrans" cxnId="{07587021-1DF1-43E2-A640-558F9A0DE3BA}">
      <dgm:prSet/>
      <dgm:spPr/>
      <dgm:t>
        <a:bodyPr/>
        <a:lstStyle/>
        <a:p>
          <a:endParaRPr lang="en-US"/>
        </a:p>
      </dgm:t>
    </dgm:pt>
    <dgm:pt modelId="{6F5D5168-4FC2-4738-8149-227A990C667E}" type="sibTrans" cxnId="{07587021-1DF1-43E2-A640-558F9A0DE3BA}">
      <dgm:prSet/>
      <dgm:spPr/>
      <dgm:t>
        <a:bodyPr/>
        <a:lstStyle/>
        <a:p>
          <a:endParaRPr lang="en-US"/>
        </a:p>
      </dgm:t>
    </dgm:pt>
    <dgm:pt modelId="{BC559A3F-E9C4-4770-8475-674DD76218E7}">
      <dgm:prSet custT="1"/>
      <dgm:spPr/>
      <dgm:t>
        <a:bodyPr/>
        <a:lstStyle/>
        <a:p>
          <a:pPr>
            <a:buNone/>
          </a:pPr>
          <a:r>
            <a:rPr lang="en-GB" sz="2800" dirty="0"/>
            <a:t>Decide if the test has passed/failed</a:t>
          </a:r>
          <a:endParaRPr lang="en-US" sz="2800" dirty="0"/>
        </a:p>
      </dgm:t>
    </dgm:pt>
    <dgm:pt modelId="{F58031D7-DA0E-4B8D-ADDD-257822F51A95}" type="parTrans" cxnId="{F65BF02B-1D65-4AF5-AFD0-1493D2EF566F}">
      <dgm:prSet/>
      <dgm:spPr/>
      <dgm:t>
        <a:bodyPr/>
        <a:lstStyle/>
        <a:p>
          <a:endParaRPr lang="en-US"/>
        </a:p>
      </dgm:t>
    </dgm:pt>
    <dgm:pt modelId="{058D1DF9-16FF-433C-AEAC-F960D2448374}" type="sibTrans" cxnId="{F65BF02B-1D65-4AF5-AFD0-1493D2EF566F}">
      <dgm:prSet/>
      <dgm:spPr/>
      <dgm:t>
        <a:bodyPr/>
        <a:lstStyle/>
        <a:p>
          <a:endParaRPr lang="en-US"/>
        </a:p>
      </dgm:t>
    </dgm:pt>
    <dgm:pt modelId="{A6A23D1F-91B8-48B4-9ADA-D15641E39B70}" type="pres">
      <dgm:prSet presAssocID="{2E499A6A-B058-479F-BDCE-9FFB100EACD0}" presName="Name0" presStyleCnt="0">
        <dgm:presLayoutVars>
          <dgm:dir/>
          <dgm:animLvl val="lvl"/>
          <dgm:resizeHandles val="exact"/>
        </dgm:presLayoutVars>
      </dgm:prSet>
      <dgm:spPr/>
    </dgm:pt>
    <dgm:pt modelId="{470F19E5-00D2-4F03-B4D4-F9EAFC3D2D37}" type="pres">
      <dgm:prSet presAssocID="{8910859C-489A-4B09-ACDC-FE3F566EEBF7}" presName="linNode" presStyleCnt="0"/>
      <dgm:spPr/>
    </dgm:pt>
    <dgm:pt modelId="{9791022C-9A1E-4F80-9B80-694AC58765FA}" type="pres">
      <dgm:prSet presAssocID="{8910859C-489A-4B09-ACDC-FE3F566EEBF7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4C47362-FBFD-46E3-BFDD-8068DB10DB26}" type="pres">
      <dgm:prSet presAssocID="{8910859C-489A-4B09-ACDC-FE3F566EEBF7}" presName="descendantText" presStyleLbl="alignAccFollowNode1" presStyleIdx="0" presStyleCnt="3">
        <dgm:presLayoutVars>
          <dgm:bulletEnabled val="1"/>
        </dgm:presLayoutVars>
      </dgm:prSet>
      <dgm:spPr/>
    </dgm:pt>
    <dgm:pt modelId="{735B1376-B8C1-448D-9934-FD28B0D5A449}" type="pres">
      <dgm:prSet presAssocID="{A6A43D5F-AA80-497F-B580-6E0396B8EBAD}" presName="sp" presStyleCnt="0"/>
      <dgm:spPr/>
    </dgm:pt>
    <dgm:pt modelId="{D0819B72-4A06-4086-BF1A-BA190465C745}" type="pres">
      <dgm:prSet presAssocID="{941E059E-C446-43A0-A88C-A405A4B350FB}" presName="linNode" presStyleCnt="0"/>
      <dgm:spPr/>
    </dgm:pt>
    <dgm:pt modelId="{BCFFBBEF-47F3-456D-92EA-E0E8A6A4C222}" type="pres">
      <dgm:prSet presAssocID="{941E059E-C446-43A0-A88C-A405A4B350F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ADE02BA-2665-4CEB-B26D-DAF2F2612EE1}" type="pres">
      <dgm:prSet presAssocID="{941E059E-C446-43A0-A88C-A405A4B350FB}" presName="descendantText" presStyleLbl="alignAccFollowNode1" presStyleIdx="1" presStyleCnt="3">
        <dgm:presLayoutVars>
          <dgm:bulletEnabled val="1"/>
        </dgm:presLayoutVars>
      </dgm:prSet>
      <dgm:spPr/>
    </dgm:pt>
    <dgm:pt modelId="{1E644D03-E749-4CDD-9330-51CAAC849EE8}" type="pres">
      <dgm:prSet presAssocID="{03C13581-76F6-49BE-9384-697FBBA2E2C4}" presName="sp" presStyleCnt="0"/>
      <dgm:spPr/>
    </dgm:pt>
    <dgm:pt modelId="{8A834104-4E63-423B-BA6C-9D7C009056E2}" type="pres">
      <dgm:prSet presAssocID="{20A6C103-B641-471C-BB1F-FF2396D1E499}" presName="linNode" presStyleCnt="0"/>
      <dgm:spPr/>
    </dgm:pt>
    <dgm:pt modelId="{72D8C0A4-BFAF-4810-843E-7E6A346EC0DB}" type="pres">
      <dgm:prSet presAssocID="{20A6C103-B641-471C-BB1F-FF2396D1E499}" presName="parentText" presStyleLbl="node1" presStyleIdx="2" presStyleCnt="3" custLinFactNeighborY="152">
        <dgm:presLayoutVars>
          <dgm:chMax val="1"/>
          <dgm:bulletEnabled val="1"/>
        </dgm:presLayoutVars>
      </dgm:prSet>
      <dgm:spPr/>
    </dgm:pt>
    <dgm:pt modelId="{B1CBE42B-071C-40B2-B283-981DC840315B}" type="pres">
      <dgm:prSet presAssocID="{20A6C103-B641-471C-BB1F-FF2396D1E49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26D180A-9621-4268-9363-D613EFF95B6D}" type="presOf" srcId="{8910859C-489A-4B09-ACDC-FE3F566EEBF7}" destId="{9791022C-9A1E-4F80-9B80-694AC58765FA}" srcOrd="0" destOrd="0" presId="urn:microsoft.com/office/officeart/2005/8/layout/vList5"/>
    <dgm:cxn modelId="{5E528C11-BEF3-407D-A92F-2737D67E4FD6}" srcId="{2E499A6A-B058-479F-BDCE-9FFB100EACD0}" destId="{8910859C-489A-4B09-ACDC-FE3F566EEBF7}" srcOrd="0" destOrd="0" parTransId="{1DD66244-0550-439A-9A15-3A3630FD5F7E}" sibTransId="{A6A43D5F-AA80-497F-B580-6E0396B8EBAD}"/>
    <dgm:cxn modelId="{07587021-1DF1-43E2-A640-558F9A0DE3BA}" srcId="{2E499A6A-B058-479F-BDCE-9FFB100EACD0}" destId="{20A6C103-B641-471C-BB1F-FF2396D1E499}" srcOrd="2" destOrd="0" parTransId="{4D0E3E3C-78EA-4C68-A2E5-E90A1E1D12A5}" sibTransId="{6F5D5168-4FC2-4738-8149-227A990C667E}"/>
    <dgm:cxn modelId="{F65BF02B-1D65-4AF5-AFD0-1493D2EF566F}" srcId="{20A6C103-B641-471C-BB1F-FF2396D1E499}" destId="{BC559A3F-E9C4-4770-8475-674DD76218E7}" srcOrd="0" destOrd="0" parTransId="{F58031D7-DA0E-4B8D-ADDD-257822F51A95}" sibTransId="{058D1DF9-16FF-433C-AEAC-F960D2448374}"/>
    <dgm:cxn modelId="{8721F565-FD4A-4474-8FBF-0ACC9B41831A}" type="presOf" srcId="{20A6C103-B641-471C-BB1F-FF2396D1E499}" destId="{72D8C0A4-BFAF-4810-843E-7E6A346EC0DB}" srcOrd="0" destOrd="0" presId="urn:microsoft.com/office/officeart/2005/8/layout/vList5"/>
    <dgm:cxn modelId="{BC232A78-3C0B-4CDE-A06E-0E55759E04AC}" srcId="{2E499A6A-B058-479F-BDCE-9FFB100EACD0}" destId="{941E059E-C446-43A0-A88C-A405A4B350FB}" srcOrd="1" destOrd="0" parTransId="{7DBAE139-D8D3-4440-B128-DABB78F69995}" sibTransId="{03C13581-76F6-49BE-9384-697FBBA2E2C4}"/>
    <dgm:cxn modelId="{FC9AB679-E5D1-4F92-99CF-336A33ACDEDC}" type="presOf" srcId="{BC559A3F-E9C4-4770-8475-674DD76218E7}" destId="{B1CBE42B-071C-40B2-B283-981DC840315B}" srcOrd="0" destOrd="0" presId="urn:microsoft.com/office/officeart/2005/8/layout/vList5"/>
    <dgm:cxn modelId="{2EE68794-7224-4160-811F-0B3F29FF5830}" type="presOf" srcId="{2E499A6A-B058-479F-BDCE-9FFB100EACD0}" destId="{A6A23D1F-91B8-48B4-9ADA-D15641E39B70}" srcOrd="0" destOrd="0" presId="urn:microsoft.com/office/officeart/2005/8/layout/vList5"/>
    <dgm:cxn modelId="{2AE39D9F-E8A6-4BDD-90E3-B46F0EB552D0}" srcId="{8910859C-489A-4B09-ACDC-FE3F566EEBF7}" destId="{CDA62288-7E78-4B79-B71D-D32CC8987C19}" srcOrd="0" destOrd="0" parTransId="{56AE2FB4-56D5-4A60-B3F9-4D0E5BD20DFD}" sibTransId="{7CEFB10B-1D40-4D71-8AA0-6996C7A5DA8E}"/>
    <dgm:cxn modelId="{B631F1A6-7565-4E9F-B379-6114D70600CF}" type="presOf" srcId="{941E059E-C446-43A0-A88C-A405A4B350FB}" destId="{BCFFBBEF-47F3-456D-92EA-E0E8A6A4C222}" srcOrd="0" destOrd="0" presId="urn:microsoft.com/office/officeart/2005/8/layout/vList5"/>
    <dgm:cxn modelId="{25DD3DDB-CCD5-4CC2-806A-66BB43BAFAB6}" type="presOf" srcId="{B6D682CB-9A32-4AFD-8D9F-F53A651C8018}" destId="{AADE02BA-2665-4CEB-B26D-DAF2F2612EE1}" srcOrd="0" destOrd="0" presId="urn:microsoft.com/office/officeart/2005/8/layout/vList5"/>
    <dgm:cxn modelId="{5D646BDC-265C-4FC9-9744-0CF9337DA23B}" srcId="{941E059E-C446-43A0-A88C-A405A4B350FB}" destId="{B6D682CB-9A32-4AFD-8D9F-F53A651C8018}" srcOrd="0" destOrd="0" parTransId="{704140DF-4113-4620-8BD0-75602655B778}" sibTransId="{79434955-732D-43D5-B824-F0B1924BCBE6}"/>
    <dgm:cxn modelId="{9C9643F6-4114-416F-9574-7BB0CF066A11}" type="presOf" srcId="{CDA62288-7E78-4B79-B71D-D32CC8987C19}" destId="{14C47362-FBFD-46E3-BFDD-8068DB10DB26}" srcOrd="0" destOrd="0" presId="urn:microsoft.com/office/officeart/2005/8/layout/vList5"/>
    <dgm:cxn modelId="{DF79F6BE-B3A8-41D8-8121-556A433837FA}" type="presParOf" srcId="{A6A23D1F-91B8-48B4-9ADA-D15641E39B70}" destId="{470F19E5-00D2-4F03-B4D4-F9EAFC3D2D37}" srcOrd="0" destOrd="0" presId="urn:microsoft.com/office/officeart/2005/8/layout/vList5"/>
    <dgm:cxn modelId="{41BB1193-19A9-40BE-9098-B8C5F54843B2}" type="presParOf" srcId="{470F19E5-00D2-4F03-B4D4-F9EAFC3D2D37}" destId="{9791022C-9A1E-4F80-9B80-694AC58765FA}" srcOrd="0" destOrd="0" presId="urn:microsoft.com/office/officeart/2005/8/layout/vList5"/>
    <dgm:cxn modelId="{86FAD70E-7FA7-456F-AF15-00B60A1901FF}" type="presParOf" srcId="{470F19E5-00D2-4F03-B4D4-F9EAFC3D2D37}" destId="{14C47362-FBFD-46E3-BFDD-8068DB10DB26}" srcOrd="1" destOrd="0" presId="urn:microsoft.com/office/officeart/2005/8/layout/vList5"/>
    <dgm:cxn modelId="{7C32D3D4-A036-49EA-99E9-23ECDE66DC23}" type="presParOf" srcId="{A6A23D1F-91B8-48B4-9ADA-D15641E39B70}" destId="{735B1376-B8C1-448D-9934-FD28B0D5A449}" srcOrd="1" destOrd="0" presId="urn:microsoft.com/office/officeart/2005/8/layout/vList5"/>
    <dgm:cxn modelId="{AD53A8D3-AC7B-423E-8849-7F2EA4156172}" type="presParOf" srcId="{A6A23D1F-91B8-48B4-9ADA-D15641E39B70}" destId="{D0819B72-4A06-4086-BF1A-BA190465C745}" srcOrd="2" destOrd="0" presId="urn:microsoft.com/office/officeart/2005/8/layout/vList5"/>
    <dgm:cxn modelId="{47136840-DA77-4942-BB37-9F3BC45CC3F1}" type="presParOf" srcId="{D0819B72-4A06-4086-BF1A-BA190465C745}" destId="{BCFFBBEF-47F3-456D-92EA-E0E8A6A4C222}" srcOrd="0" destOrd="0" presId="urn:microsoft.com/office/officeart/2005/8/layout/vList5"/>
    <dgm:cxn modelId="{2DAFB0CF-1F1A-4319-87CA-07F1FE95A3D4}" type="presParOf" srcId="{D0819B72-4A06-4086-BF1A-BA190465C745}" destId="{AADE02BA-2665-4CEB-B26D-DAF2F2612EE1}" srcOrd="1" destOrd="0" presId="urn:microsoft.com/office/officeart/2005/8/layout/vList5"/>
    <dgm:cxn modelId="{275F08EC-5F7C-4B8E-83F8-83833EEB32F8}" type="presParOf" srcId="{A6A23D1F-91B8-48B4-9ADA-D15641E39B70}" destId="{1E644D03-E749-4CDD-9330-51CAAC849EE8}" srcOrd="3" destOrd="0" presId="urn:microsoft.com/office/officeart/2005/8/layout/vList5"/>
    <dgm:cxn modelId="{3D516D3E-E1F4-46B5-8197-DE9B8F115AC0}" type="presParOf" srcId="{A6A23D1F-91B8-48B4-9ADA-D15641E39B70}" destId="{8A834104-4E63-423B-BA6C-9D7C009056E2}" srcOrd="4" destOrd="0" presId="urn:microsoft.com/office/officeart/2005/8/layout/vList5"/>
    <dgm:cxn modelId="{D7FD8AFA-2396-405E-9E51-23C4B2205C9B}" type="presParOf" srcId="{8A834104-4E63-423B-BA6C-9D7C009056E2}" destId="{72D8C0A4-BFAF-4810-843E-7E6A346EC0DB}" srcOrd="0" destOrd="0" presId="urn:microsoft.com/office/officeart/2005/8/layout/vList5"/>
    <dgm:cxn modelId="{CF86387C-97C9-42F2-8090-0B452A39BF36}" type="presParOf" srcId="{8A834104-4E63-423B-BA6C-9D7C009056E2}" destId="{B1CBE42B-071C-40B2-B283-981DC840315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4AFFC6-1A1A-4F40-A08D-4E823EF49EE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9B835C-BD43-4102-B3C4-09343AFDA895}">
      <dgm:prSet/>
      <dgm:spPr/>
      <dgm:t>
        <a:bodyPr/>
        <a:lstStyle/>
        <a:p>
          <a:r>
            <a:rPr lang="en-GB" b="1" i="0" dirty="0"/>
            <a:t>Write a test harness for the Class Under Test (CUT)</a:t>
          </a:r>
          <a:endParaRPr lang="en-US" dirty="0"/>
        </a:p>
      </dgm:t>
    </dgm:pt>
    <dgm:pt modelId="{03B8F1B3-3BAB-47AB-8494-336C8C965B8D}" type="parTrans" cxnId="{FE454530-7626-4A4D-B725-8F2DA55CE1B6}">
      <dgm:prSet/>
      <dgm:spPr/>
      <dgm:t>
        <a:bodyPr/>
        <a:lstStyle/>
        <a:p>
          <a:endParaRPr lang="en-US"/>
        </a:p>
      </dgm:t>
    </dgm:pt>
    <dgm:pt modelId="{0DB00EB4-5D84-43CB-A4E9-377C5E4CCD50}" type="sibTrans" cxnId="{FE454530-7626-4A4D-B725-8F2DA55CE1B6}">
      <dgm:prSet/>
      <dgm:spPr/>
      <dgm:t>
        <a:bodyPr/>
        <a:lstStyle/>
        <a:p>
          <a:endParaRPr lang="en-US"/>
        </a:p>
      </dgm:t>
    </dgm:pt>
    <dgm:pt modelId="{5035A86C-5450-40CC-88F2-EEDA5E79D5DC}">
      <dgm:prSet/>
      <dgm:spPr/>
      <dgm:t>
        <a:bodyPr/>
        <a:lstStyle/>
        <a:p>
          <a:pPr>
            <a:buNone/>
          </a:pPr>
          <a:r>
            <a:rPr lang="en-GB" b="0" dirty="0"/>
            <a:t>Creates instance of class, invokes methods and outputs to console the results</a:t>
          </a:r>
          <a:endParaRPr lang="en-US" dirty="0"/>
        </a:p>
      </dgm:t>
    </dgm:pt>
    <dgm:pt modelId="{A43FFC19-74A1-4F6C-93AF-FB3D6DCE30F7}" type="parTrans" cxnId="{342D106B-ACEB-435D-88E6-4E5F417E5DFB}">
      <dgm:prSet/>
      <dgm:spPr/>
      <dgm:t>
        <a:bodyPr/>
        <a:lstStyle/>
        <a:p>
          <a:endParaRPr lang="en-US"/>
        </a:p>
      </dgm:t>
    </dgm:pt>
    <dgm:pt modelId="{59201106-7865-479F-88D4-FB4C8C4C9D9A}" type="sibTrans" cxnId="{342D106B-ACEB-435D-88E6-4E5F417E5DFB}">
      <dgm:prSet/>
      <dgm:spPr/>
      <dgm:t>
        <a:bodyPr/>
        <a:lstStyle/>
        <a:p>
          <a:endParaRPr lang="en-US"/>
        </a:p>
      </dgm:t>
    </dgm:pt>
    <dgm:pt modelId="{8D330867-92DF-4709-9DE2-B57DFC0C8D68}">
      <dgm:prSet/>
      <dgm:spPr/>
      <dgm:t>
        <a:bodyPr/>
        <a:lstStyle/>
        <a:p>
          <a:r>
            <a:rPr lang="en-GB" b="1" i="0"/>
            <a:t>Drawbacks</a:t>
          </a:r>
          <a:endParaRPr lang="en-US"/>
        </a:p>
      </dgm:t>
    </dgm:pt>
    <dgm:pt modelId="{A7063960-0E79-4202-8EC8-73B9C2CB4514}" type="parTrans" cxnId="{4510F92D-BD3F-452A-B385-1C07AAAF5A4D}">
      <dgm:prSet/>
      <dgm:spPr/>
      <dgm:t>
        <a:bodyPr/>
        <a:lstStyle/>
        <a:p>
          <a:endParaRPr lang="en-US"/>
        </a:p>
      </dgm:t>
    </dgm:pt>
    <dgm:pt modelId="{3727E477-6017-4C8D-AA09-B6FEBBBADF24}" type="sibTrans" cxnId="{4510F92D-BD3F-452A-B385-1C07AAAF5A4D}">
      <dgm:prSet/>
      <dgm:spPr/>
      <dgm:t>
        <a:bodyPr/>
        <a:lstStyle/>
        <a:p>
          <a:endParaRPr lang="en-US"/>
        </a:p>
      </dgm:t>
    </dgm:pt>
    <dgm:pt modelId="{07084DD9-6812-4EB3-A1CB-6248F568D8AB}">
      <dgm:prSet/>
      <dgm:spPr/>
      <dgm:t>
        <a:bodyPr/>
        <a:lstStyle/>
        <a:p>
          <a:r>
            <a:rPr lang="en-GB" b="0" dirty="0"/>
            <a:t>Not structured; have to hand-craft each time</a:t>
          </a:r>
          <a:endParaRPr lang="en-US" dirty="0"/>
        </a:p>
      </dgm:t>
    </dgm:pt>
    <dgm:pt modelId="{90E12C1C-B908-401B-96EE-95D93D4FAF3C}" type="parTrans" cxnId="{ED332200-1792-4FF7-8AA9-BD6A4837E219}">
      <dgm:prSet/>
      <dgm:spPr/>
      <dgm:t>
        <a:bodyPr/>
        <a:lstStyle/>
        <a:p>
          <a:endParaRPr lang="en-US"/>
        </a:p>
      </dgm:t>
    </dgm:pt>
    <dgm:pt modelId="{07E78947-7489-4B2E-AA69-416E3BD1054B}" type="sibTrans" cxnId="{ED332200-1792-4FF7-8AA9-BD6A4837E219}">
      <dgm:prSet/>
      <dgm:spPr/>
      <dgm:t>
        <a:bodyPr/>
        <a:lstStyle/>
        <a:p>
          <a:endParaRPr lang="en-US"/>
        </a:p>
      </dgm:t>
    </dgm:pt>
    <dgm:pt modelId="{6A815174-6CF5-4F44-B9AF-819D5A2DBA4D}">
      <dgm:prSet/>
      <dgm:spPr/>
      <dgm:t>
        <a:bodyPr/>
        <a:lstStyle/>
        <a:p>
          <a:r>
            <a:rPr lang="en-GB" b="0" dirty="0"/>
            <a:t>Not necessarily repeatable; may not work in 2 weeks time</a:t>
          </a:r>
          <a:endParaRPr lang="en-US" dirty="0"/>
        </a:p>
      </dgm:t>
    </dgm:pt>
    <dgm:pt modelId="{74DCADE3-6A48-458E-BC55-CFCB1AFD8AE6}" type="parTrans" cxnId="{BA5AA867-B485-4029-9379-CE95C243EE04}">
      <dgm:prSet/>
      <dgm:spPr/>
      <dgm:t>
        <a:bodyPr/>
        <a:lstStyle/>
        <a:p>
          <a:endParaRPr lang="en-US"/>
        </a:p>
      </dgm:t>
    </dgm:pt>
    <dgm:pt modelId="{C58FF7A7-A792-4373-B13E-263DE45D295E}" type="sibTrans" cxnId="{BA5AA867-B485-4029-9379-CE95C243EE04}">
      <dgm:prSet/>
      <dgm:spPr/>
      <dgm:t>
        <a:bodyPr/>
        <a:lstStyle/>
        <a:p>
          <a:endParaRPr lang="en-US"/>
        </a:p>
      </dgm:t>
    </dgm:pt>
    <dgm:pt modelId="{EC0E1522-AC3B-486A-8F60-62B38CBCD346}">
      <dgm:prSet/>
      <dgm:spPr/>
      <dgm:t>
        <a:bodyPr/>
        <a:lstStyle/>
        <a:p>
          <a:r>
            <a:rPr lang="en-GB" b="0" dirty="0"/>
            <a:t>Will not run all the code</a:t>
          </a:r>
          <a:endParaRPr lang="en-US" dirty="0"/>
        </a:p>
      </dgm:t>
    </dgm:pt>
    <dgm:pt modelId="{3AF9C171-EC5C-4BD9-A329-F56A6F3513CC}" type="parTrans" cxnId="{E1EBE10D-E99C-425A-B933-61F2F8F96D7F}">
      <dgm:prSet/>
      <dgm:spPr/>
      <dgm:t>
        <a:bodyPr/>
        <a:lstStyle/>
        <a:p>
          <a:endParaRPr lang="en-US"/>
        </a:p>
      </dgm:t>
    </dgm:pt>
    <dgm:pt modelId="{26A3BF5C-032F-4528-8343-C2981AF2747C}" type="sibTrans" cxnId="{E1EBE10D-E99C-425A-B933-61F2F8F96D7F}">
      <dgm:prSet/>
      <dgm:spPr/>
      <dgm:t>
        <a:bodyPr/>
        <a:lstStyle/>
        <a:p>
          <a:endParaRPr lang="en-US"/>
        </a:p>
      </dgm:t>
    </dgm:pt>
    <dgm:pt modelId="{FF839948-B905-4049-A1B4-C78C09D177E7}">
      <dgm:prSet/>
      <dgm:spPr/>
      <dgm:t>
        <a:bodyPr/>
        <a:lstStyle/>
        <a:p>
          <a:r>
            <a:rPr lang="en-GB" b="0" dirty="0"/>
            <a:t>No standardised reporting</a:t>
          </a:r>
          <a:endParaRPr lang="en-US" dirty="0"/>
        </a:p>
      </dgm:t>
    </dgm:pt>
    <dgm:pt modelId="{C8539852-C0E0-47DB-860F-E8154C2ABE68}" type="parTrans" cxnId="{A27BB83F-1FC6-4977-A76A-4BF6EF1781F5}">
      <dgm:prSet/>
      <dgm:spPr/>
      <dgm:t>
        <a:bodyPr/>
        <a:lstStyle/>
        <a:p>
          <a:endParaRPr lang="en-US"/>
        </a:p>
      </dgm:t>
    </dgm:pt>
    <dgm:pt modelId="{BFBB82FE-88DD-46DC-97C3-BDF831F857B2}" type="sibTrans" cxnId="{A27BB83F-1FC6-4977-A76A-4BF6EF1781F5}">
      <dgm:prSet/>
      <dgm:spPr/>
      <dgm:t>
        <a:bodyPr/>
        <a:lstStyle/>
        <a:p>
          <a:endParaRPr lang="en-US"/>
        </a:p>
      </dgm:t>
    </dgm:pt>
    <dgm:pt modelId="{B5A846CC-89E3-47AA-82FC-FAA71FEF1E91}">
      <dgm:prSet/>
      <dgm:spPr/>
      <dgm:t>
        <a:bodyPr/>
        <a:lstStyle/>
        <a:p>
          <a:r>
            <a:rPr lang="en-GB" b="0" dirty="0"/>
            <a:t>Requires visual inspection of console output</a:t>
          </a:r>
          <a:endParaRPr lang="en-US" dirty="0"/>
        </a:p>
      </dgm:t>
    </dgm:pt>
    <dgm:pt modelId="{6D653357-797B-4CA1-BBE2-AE915C24C261}" type="parTrans" cxnId="{DBD70816-8368-4378-B2D6-1BDB173F517A}">
      <dgm:prSet/>
      <dgm:spPr/>
      <dgm:t>
        <a:bodyPr/>
        <a:lstStyle/>
        <a:p>
          <a:endParaRPr lang="en-US"/>
        </a:p>
      </dgm:t>
    </dgm:pt>
    <dgm:pt modelId="{BD18E4A7-16AC-4A41-83C5-24EE8B1BA2D3}" type="sibTrans" cxnId="{DBD70816-8368-4378-B2D6-1BDB173F517A}">
      <dgm:prSet/>
      <dgm:spPr/>
      <dgm:t>
        <a:bodyPr/>
        <a:lstStyle/>
        <a:p>
          <a:endParaRPr lang="en-US"/>
        </a:p>
      </dgm:t>
    </dgm:pt>
    <dgm:pt modelId="{5350D0FC-77B8-41B0-BBB4-0C4AA6DB7661}">
      <dgm:prSet/>
      <dgm:spPr/>
      <dgm:t>
        <a:bodyPr/>
        <a:lstStyle/>
        <a:p>
          <a:r>
            <a:rPr lang="en-GB" b="0" dirty="0"/>
            <a:t>May miss failures</a:t>
          </a:r>
          <a:endParaRPr lang="en-US" dirty="0"/>
        </a:p>
      </dgm:t>
    </dgm:pt>
    <dgm:pt modelId="{5C0B796F-AF23-4B1A-AA74-7AA81544E92E}" type="parTrans" cxnId="{F63520B3-5BF8-4A9C-9F96-0A0D024C3B72}">
      <dgm:prSet/>
      <dgm:spPr/>
      <dgm:t>
        <a:bodyPr/>
        <a:lstStyle/>
        <a:p>
          <a:endParaRPr lang="en-US"/>
        </a:p>
      </dgm:t>
    </dgm:pt>
    <dgm:pt modelId="{0CB12DBF-115C-44A5-B04D-C2EF877B36EC}" type="sibTrans" cxnId="{F63520B3-5BF8-4A9C-9F96-0A0D024C3B72}">
      <dgm:prSet/>
      <dgm:spPr/>
      <dgm:t>
        <a:bodyPr/>
        <a:lstStyle/>
        <a:p>
          <a:endParaRPr lang="en-US"/>
        </a:p>
      </dgm:t>
    </dgm:pt>
    <dgm:pt modelId="{29423B4E-19E7-4E62-874D-6FFD202D9617}">
      <dgm:prSet/>
      <dgm:spPr/>
      <dgm:t>
        <a:bodyPr/>
        <a:lstStyle/>
        <a:p>
          <a:r>
            <a:rPr lang="en-GB" b="0" dirty="0"/>
            <a:t>Integration with other tools (e.g. your build, code coverage)</a:t>
          </a:r>
          <a:endParaRPr lang="en-US" dirty="0"/>
        </a:p>
      </dgm:t>
    </dgm:pt>
    <dgm:pt modelId="{1A407478-82D0-4EAF-851A-0F54E319A15B}" type="parTrans" cxnId="{80D9CF98-E3A3-4314-B153-38AA40F8C10A}">
      <dgm:prSet/>
      <dgm:spPr/>
      <dgm:t>
        <a:bodyPr/>
        <a:lstStyle/>
        <a:p>
          <a:endParaRPr lang="en-US"/>
        </a:p>
      </dgm:t>
    </dgm:pt>
    <dgm:pt modelId="{C4CC25A5-A5B1-4680-AC94-4BD6DE776B75}" type="sibTrans" cxnId="{80D9CF98-E3A3-4314-B153-38AA40F8C10A}">
      <dgm:prSet/>
      <dgm:spPr/>
      <dgm:t>
        <a:bodyPr/>
        <a:lstStyle/>
        <a:p>
          <a:endParaRPr lang="en-US"/>
        </a:p>
      </dgm:t>
    </dgm:pt>
    <dgm:pt modelId="{F6ECE570-8FA6-4D2E-A048-9532DF70C990}" type="pres">
      <dgm:prSet presAssocID="{504AFFC6-1A1A-4F40-A08D-4E823EF49EE3}" presName="linear" presStyleCnt="0">
        <dgm:presLayoutVars>
          <dgm:dir/>
          <dgm:animLvl val="lvl"/>
          <dgm:resizeHandles val="exact"/>
        </dgm:presLayoutVars>
      </dgm:prSet>
      <dgm:spPr/>
    </dgm:pt>
    <dgm:pt modelId="{76E458D4-E3C4-44CA-8154-7F21556A91E0}" type="pres">
      <dgm:prSet presAssocID="{229B835C-BD43-4102-B3C4-09343AFDA895}" presName="parentLin" presStyleCnt="0"/>
      <dgm:spPr/>
    </dgm:pt>
    <dgm:pt modelId="{6AF2B50C-9335-490A-88A8-7A9E5350A8FF}" type="pres">
      <dgm:prSet presAssocID="{229B835C-BD43-4102-B3C4-09343AFDA895}" presName="parentLeftMargin" presStyleLbl="node1" presStyleIdx="0" presStyleCnt="2"/>
      <dgm:spPr/>
    </dgm:pt>
    <dgm:pt modelId="{8094F81A-3ECD-40EC-AAAA-56ECCCE344AE}" type="pres">
      <dgm:prSet presAssocID="{229B835C-BD43-4102-B3C4-09343AFDA8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0914FB-3799-4417-B0A4-DA6D53BD9AF7}" type="pres">
      <dgm:prSet presAssocID="{229B835C-BD43-4102-B3C4-09343AFDA895}" presName="negativeSpace" presStyleCnt="0"/>
      <dgm:spPr/>
    </dgm:pt>
    <dgm:pt modelId="{979EFE1F-4337-4BE9-A9ED-A4131F4DD90D}" type="pres">
      <dgm:prSet presAssocID="{229B835C-BD43-4102-B3C4-09343AFDA895}" presName="childText" presStyleLbl="conFgAcc1" presStyleIdx="0" presStyleCnt="2">
        <dgm:presLayoutVars>
          <dgm:bulletEnabled val="1"/>
        </dgm:presLayoutVars>
      </dgm:prSet>
      <dgm:spPr/>
    </dgm:pt>
    <dgm:pt modelId="{075E1C83-3E16-4C11-904A-ECED79030284}" type="pres">
      <dgm:prSet presAssocID="{0DB00EB4-5D84-43CB-A4E9-377C5E4CCD50}" presName="spaceBetweenRectangles" presStyleCnt="0"/>
      <dgm:spPr/>
    </dgm:pt>
    <dgm:pt modelId="{3E595CC1-3F6B-4A95-9FAC-25EC0ACBB2C4}" type="pres">
      <dgm:prSet presAssocID="{8D330867-92DF-4709-9DE2-B57DFC0C8D68}" presName="parentLin" presStyleCnt="0"/>
      <dgm:spPr/>
    </dgm:pt>
    <dgm:pt modelId="{4B80366D-E1DC-44D4-8394-D37E7F604BF4}" type="pres">
      <dgm:prSet presAssocID="{8D330867-92DF-4709-9DE2-B57DFC0C8D68}" presName="parentLeftMargin" presStyleLbl="node1" presStyleIdx="0" presStyleCnt="2"/>
      <dgm:spPr/>
    </dgm:pt>
    <dgm:pt modelId="{92DE9BC3-D4DE-42E8-8E5B-1B7E089283D8}" type="pres">
      <dgm:prSet presAssocID="{8D330867-92DF-4709-9DE2-B57DFC0C8D6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8094978-5DE4-4B12-9F61-B16CB81E8D0E}" type="pres">
      <dgm:prSet presAssocID="{8D330867-92DF-4709-9DE2-B57DFC0C8D68}" presName="negativeSpace" presStyleCnt="0"/>
      <dgm:spPr/>
    </dgm:pt>
    <dgm:pt modelId="{8E4A6102-669A-4BAB-8F56-D0542005EE2B}" type="pres">
      <dgm:prSet presAssocID="{8D330867-92DF-4709-9DE2-B57DFC0C8D6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D332200-1792-4FF7-8AA9-BD6A4837E219}" srcId="{8D330867-92DF-4709-9DE2-B57DFC0C8D68}" destId="{07084DD9-6812-4EB3-A1CB-6248F568D8AB}" srcOrd="0" destOrd="0" parTransId="{90E12C1C-B908-401B-96EE-95D93D4FAF3C}" sibTransId="{07E78947-7489-4B2E-AA69-416E3BD1054B}"/>
    <dgm:cxn modelId="{E1EBE10D-E99C-425A-B933-61F2F8F96D7F}" srcId="{8D330867-92DF-4709-9DE2-B57DFC0C8D68}" destId="{EC0E1522-AC3B-486A-8F60-62B38CBCD346}" srcOrd="2" destOrd="0" parTransId="{3AF9C171-EC5C-4BD9-A329-F56A6F3513CC}" sibTransId="{26A3BF5C-032F-4528-8343-C2981AF2747C}"/>
    <dgm:cxn modelId="{DBD70816-8368-4378-B2D6-1BDB173F517A}" srcId="{FF839948-B905-4049-A1B4-C78C09D177E7}" destId="{B5A846CC-89E3-47AA-82FC-FAA71FEF1E91}" srcOrd="0" destOrd="0" parTransId="{6D653357-797B-4CA1-BBE2-AE915C24C261}" sibTransId="{BD18E4A7-16AC-4A41-83C5-24EE8B1BA2D3}"/>
    <dgm:cxn modelId="{4E7E2C1D-F160-41D7-8398-08CDC110EFC4}" type="presOf" srcId="{5035A86C-5450-40CC-88F2-EEDA5E79D5DC}" destId="{979EFE1F-4337-4BE9-A9ED-A4131F4DD90D}" srcOrd="0" destOrd="0" presId="urn:microsoft.com/office/officeart/2005/8/layout/list1"/>
    <dgm:cxn modelId="{772D7E1D-6A2C-4471-B5D1-43C42DA86CF3}" type="presOf" srcId="{B5A846CC-89E3-47AA-82FC-FAA71FEF1E91}" destId="{8E4A6102-669A-4BAB-8F56-D0542005EE2B}" srcOrd="0" destOrd="4" presId="urn:microsoft.com/office/officeart/2005/8/layout/list1"/>
    <dgm:cxn modelId="{1A8F0929-CC2C-4403-B58F-7AE58D047FD5}" type="presOf" srcId="{8D330867-92DF-4709-9DE2-B57DFC0C8D68}" destId="{4B80366D-E1DC-44D4-8394-D37E7F604BF4}" srcOrd="0" destOrd="0" presId="urn:microsoft.com/office/officeart/2005/8/layout/list1"/>
    <dgm:cxn modelId="{4510F92D-BD3F-452A-B385-1C07AAAF5A4D}" srcId="{504AFFC6-1A1A-4F40-A08D-4E823EF49EE3}" destId="{8D330867-92DF-4709-9DE2-B57DFC0C8D68}" srcOrd="1" destOrd="0" parTransId="{A7063960-0E79-4202-8EC8-73B9C2CB4514}" sibTransId="{3727E477-6017-4C8D-AA09-B6FEBBBADF24}"/>
    <dgm:cxn modelId="{FE454530-7626-4A4D-B725-8F2DA55CE1B6}" srcId="{504AFFC6-1A1A-4F40-A08D-4E823EF49EE3}" destId="{229B835C-BD43-4102-B3C4-09343AFDA895}" srcOrd="0" destOrd="0" parTransId="{03B8F1B3-3BAB-47AB-8494-336C8C965B8D}" sibTransId="{0DB00EB4-5D84-43CB-A4E9-377C5E4CCD50}"/>
    <dgm:cxn modelId="{A27BB83F-1FC6-4977-A76A-4BF6EF1781F5}" srcId="{8D330867-92DF-4709-9DE2-B57DFC0C8D68}" destId="{FF839948-B905-4049-A1B4-C78C09D177E7}" srcOrd="3" destOrd="0" parTransId="{C8539852-C0E0-47DB-860F-E8154C2ABE68}" sibTransId="{BFBB82FE-88DD-46DC-97C3-BDF831F857B2}"/>
    <dgm:cxn modelId="{0655E35B-8833-45B5-A644-25E6BBCCDFA9}" type="presOf" srcId="{504AFFC6-1A1A-4F40-A08D-4E823EF49EE3}" destId="{F6ECE570-8FA6-4D2E-A048-9532DF70C990}" srcOrd="0" destOrd="0" presId="urn:microsoft.com/office/officeart/2005/8/layout/list1"/>
    <dgm:cxn modelId="{4A7A7360-7071-4711-930A-DADA6DA9C866}" type="presOf" srcId="{29423B4E-19E7-4E62-874D-6FFD202D9617}" destId="{8E4A6102-669A-4BAB-8F56-D0542005EE2B}" srcOrd="0" destOrd="6" presId="urn:microsoft.com/office/officeart/2005/8/layout/list1"/>
    <dgm:cxn modelId="{BA5AA867-B485-4029-9379-CE95C243EE04}" srcId="{8D330867-92DF-4709-9DE2-B57DFC0C8D68}" destId="{6A815174-6CF5-4F44-B9AF-819D5A2DBA4D}" srcOrd="1" destOrd="0" parTransId="{74DCADE3-6A48-458E-BC55-CFCB1AFD8AE6}" sibTransId="{C58FF7A7-A792-4373-B13E-263DE45D295E}"/>
    <dgm:cxn modelId="{E068E167-C1FA-4922-A7E5-92E2B218A9FF}" type="presOf" srcId="{5350D0FC-77B8-41B0-BBB4-0C4AA6DB7661}" destId="{8E4A6102-669A-4BAB-8F56-D0542005EE2B}" srcOrd="0" destOrd="5" presId="urn:microsoft.com/office/officeart/2005/8/layout/list1"/>
    <dgm:cxn modelId="{342D106B-ACEB-435D-88E6-4E5F417E5DFB}" srcId="{229B835C-BD43-4102-B3C4-09343AFDA895}" destId="{5035A86C-5450-40CC-88F2-EEDA5E79D5DC}" srcOrd="0" destOrd="0" parTransId="{A43FFC19-74A1-4F6C-93AF-FB3D6DCE30F7}" sibTransId="{59201106-7865-479F-88D4-FB4C8C4C9D9A}"/>
    <dgm:cxn modelId="{6FF7154D-1CB9-4693-BD3C-AD41D08541D4}" type="presOf" srcId="{FF839948-B905-4049-A1B4-C78C09D177E7}" destId="{8E4A6102-669A-4BAB-8F56-D0542005EE2B}" srcOrd="0" destOrd="3" presId="urn:microsoft.com/office/officeart/2005/8/layout/list1"/>
    <dgm:cxn modelId="{E8C04487-E94A-43C0-8247-91A6E8B3B2F0}" type="presOf" srcId="{229B835C-BD43-4102-B3C4-09343AFDA895}" destId="{6AF2B50C-9335-490A-88A8-7A9E5350A8FF}" srcOrd="0" destOrd="0" presId="urn:microsoft.com/office/officeart/2005/8/layout/list1"/>
    <dgm:cxn modelId="{80D9CF98-E3A3-4314-B153-38AA40F8C10A}" srcId="{8D330867-92DF-4709-9DE2-B57DFC0C8D68}" destId="{29423B4E-19E7-4E62-874D-6FFD202D9617}" srcOrd="4" destOrd="0" parTransId="{1A407478-82D0-4EAF-851A-0F54E319A15B}" sibTransId="{C4CC25A5-A5B1-4680-AC94-4BD6DE776B75}"/>
    <dgm:cxn modelId="{CCFEA89E-6706-47E7-A625-B12E9FCF3B36}" type="presOf" srcId="{EC0E1522-AC3B-486A-8F60-62B38CBCD346}" destId="{8E4A6102-669A-4BAB-8F56-D0542005EE2B}" srcOrd="0" destOrd="2" presId="urn:microsoft.com/office/officeart/2005/8/layout/list1"/>
    <dgm:cxn modelId="{F63520B3-5BF8-4A9C-9F96-0A0D024C3B72}" srcId="{FF839948-B905-4049-A1B4-C78C09D177E7}" destId="{5350D0FC-77B8-41B0-BBB4-0C4AA6DB7661}" srcOrd="1" destOrd="0" parTransId="{5C0B796F-AF23-4B1A-AA74-7AA81544E92E}" sibTransId="{0CB12DBF-115C-44A5-B04D-C2EF877B36EC}"/>
    <dgm:cxn modelId="{DE447AC3-0D82-4E25-A870-B4F507ED726B}" type="presOf" srcId="{07084DD9-6812-4EB3-A1CB-6248F568D8AB}" destId="{8E4A6102-669A-4BAB-8F56-D0542005EE2B}" srcOrd="0" destOrd="0" presId="urn:microsoft.com/office/officeart/2005/8/layout/list1"/>
    <dgm:cxn modelId="{3B8934C7-855D-4C7F-A440-0423668759A6}" type="presOf" srcId="{6A815174-6CF5-4F44-B9AF-819D5A2DBA4D}" destId="{8E4A6102-669A-4BAB-8F56-D0542005EE2B}" srcOrd="0" destOrd="1" presId="urn:microsoft.com/office/officeart/2005/8/layout/list1"/>
    <dgm:cxn modelId="{CB3279C8-D566-4610-91E0-6D45CF1D2FE2}" type="presOf" srcId="{8D330867-92DF-4709-9DE2-B57DFC0C8D68}" destId="{92DE9BC3-D4DE-42E8-8E5B-1B7E089283D8}" srcOrd="1" destOrd="0" presId="urn:microsoft.com/office/officeart/2005/8/layout/list1"/>
    <dgm:cxn modelId="{C74AA3E7-3DBF-40AA-A8A5-ACB2BC1AC6E0}" type="presOf" srcId="{229B835C-BD43-4102-B3C4-09343AFDA895}" destId="{8094F81A-3ECD-40EC-AAAA-56ECCCE344AE}" srcOrd="1" destOrd="0" presId="urn:microsoft.com/office/officeart/2005/8/layout/list1"/>
    <dgm:cxn modelId="{EEC1A4EF-0400-4C27-A2BE-D14BCE2ACD0C}" type="presParOf" srcId="{F6ECE570-8FA6-4D2E-A048-9532DF70C990}" destId="{76E458D4-E3C4-44CA-8154-7F21556A91E0}" srcOrd="0" destOrd="0" presId="urn:microsoft.com/office/officeart/2005/8/layout/list1"/>
    <dgm:cxn modelId="{4C92B054-78E9-4B90-A08C-659D28447293}" type="presParOf" srcId="{76E458D4-E3C4-44CA-8154-7F21556A91E0}" destId="{6AF2B50C-9335-490A-88A8-7A9E5350A8FF}" srcOrd="0" destOrd="0" presId="urn:microsoft.com/office/officeart/2005/8/layout/list1"/>
    <dgm:cxn modelId="{C5C98C39-6AF2-48F2-94F3-AE45EF9B8F32}" type="presParOf" srcId="{76E458D4-E3C4-44CA-8154-7F21556A91E0}" destId="{8094F81A-3ECD-40EC-AAAA-56ECCCE344AE}" srcOrd="1" destOrd="0" presId="urn:microsoft.com/office/officeart/2005/8/layout/list1"/>
    <dgm:cxn modelId="{2527AF68-0C9D-4768-BE52-0698284D6D8D}" type="presParOf" srcId="{F6ECE570-8FA6-4D2E-A048-9532DF70C990}" destId="{AB0914FB-3799-4417-B0A4-DA6D53BD9AF7}" srcOrd="1" destOrd="0" presId="urn:microsoft.com/office/officeart/2005/8/layout/list1"/>
    <dgm:cxn modelId="{293E06D2-B262-49C4-9DD8-7D1A2EB9AB0D}" type="presParOf" srcId="{F6ECE570-8FA6-4D2E-A048-9532DF70C990}" destId="{979EFE1F-4337-4BE9-A9ED-A4131F4DD90D}" srcOrd="2" destOrd="0" presId="urn:microsoft.com/office/officeart/2005/8/layout/list1"/>
    <dgm:cxn modelId="{F69BAEC1-5D04-4642-A761-9B27AB3F2F30}" type="presParOf" srcId="{F6ECE570-8FA6-4D2E-A048-9532DF70C990}" destId="{075E1C83-3E16-4C11-904A-ECED79030284}" srcOrd="3" destOrd="0" presId="urn:microsoft.com/office/officeart/2005/8/layout/list1"/>
    <dgm:cxn modelId="{1225D6FD-0459-4DA9-829D-3801A7B9F61D}" type="presParOf" srcId="{F6ECE570-8FA6-4D2E-A048-9532DF70C990}" destId="{3E595CC1-3F6B-4A95-9FAC-25EC0ACBB2C4}" srcOrd="4" destOrd="0" presId="urn:microsoft.com/office/officeart/2005/8/layout/list1"/>
    <dgm:cxn modelId="{F5F3C307-BC1F-40A7-BC47-734CC550F553}" type="presParOf" srcId="{3E595CC1-3F6B-4A95-9FAC-25EC0ACBB2C4}" destId="{4B80366D-E1DC-44D4-8394-D37E7F604BF4}" srcOrd="0" destOrd="0" presId="urn:microsoft.com/office/officeart/2005/8/layout/list1"/>
    <dgm:cxn modelId="{07CF4CE6-A4CE-41E8-AC8A-432D33D2586A}" type="presParOf" srcId="{3E595CC1-3F6B-4A95-9FAC-25EC0ACBB2C4}" destId="{92DE9BC3-D4DE-42E8-8E5B-1B7E089283D8}" srcOrd="1" destOrd="0" presId="urn:microsoft.com/office/officeart/2005/8/layout/list1"/>
    <dgm:cxn modelId="{F7153963-C632-4CC1-B15C-7A83D145B16D}" type="presParOf" srcId="{F6ECE570-8FA6-4D2E-A048-9532DF70C990}" destId="{48094978-5DE4-4B12-9F61-B16CB81E8D0E}" srcOrd="5" destOrd="0" presId="urn:microsoft.com/office/officeart/2005/8/layout/list1"/>
    <dgm:cxn modelId="{909CCCE4-85E1-4E0C-A630-6456224566ED}" type="presParOf" srcId="{F6ECE570-8FA6-4D2E-A048-9532DF70C990}" destId="{8E4A6102-669A-4BAB-8F56-D0542005EE2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FA7BE4-2A98-4B02-9510-7EFAF39B32E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414C31-A7F2-410B-A8A2-2074AACF2012}">
      <dgm:prSet custT="1"/>
      <dgm:spPr/>
      <dgm:t>
        <a:bodyPr/>
        <a:lstStyle/>
        <a:p>
          <a:r>
            <a:rPr lang="en-GB" sz="2000" b="1" dirty="0"/>
            <a:t>    Introduction to testing</a:t>
          </a:r>
          <a:endParaRPr lang="en-US" sz="1600" b="1" dirty="0"/>
        </a:p>
      </dgm:t>
    </dgm:pt>
    <dgm:pt modelId="{A5537179-FFE8-4D37-888A-AAD3C607B1BB}" type="parTrans" cxnId="{B2BE5219-F392-4120-9C61-30B42EF09C07}">
      <dgm:prSet/>
      <dgm:spPr/>
      <dgm:t>
        <a:bodyPr/>
        <a:lstStyle/>
        <a:p>
          <a:endParaRPr lang="en-US"/>
        </a:p>
      </dgm:t>
    </dgm:pt>
    <dgm:pt modelId="{B8FF9BF0-3F09-4B40-9D20-AAFDA877092C}" type="sibTrans" cxnId="{B2BE5219-F392-4120-9C61-30B42EF09C07}">
      <dgm:prSet/>
      <dgm:spPr/>
      <dgm:t>
        <a:bodyPr/>
        <a:lstStyle/>
        <a:p>
          <a:endParaRPr lang="en-US"/>
        </a:p>
      </dgm:t>
    </dgm:pt>
    <dgm:pt modelId="{EB544CAE-C268-4556-8B77-B6AF41E0C214}">
      <dgm:prSet custT="1"/>
      <dgm:spPr/>
      <dgm:t>
        <a:bodyPr/>
        <a:lstStyle/>
        <a:p>
          <a:r>
            <a:rPr lang="en-GB" sz="2000" b="1" dirty="0"/>
            <a:t>Duration 60 minutes</a:t>
          </a:r>
          <a:endParaRPr lang="en-US" sz="2400" b="0" dirty="0"/>
        </a:p>
      </dgm:t>
    </dgm:pt>
    <dgm:pt modelId="{8EC46064-FB22-48BD-9157-CFB16DFAE2E9}" type="parTrans" cxnId="{789F647B-A22C-49B5-9CEE-CE24E198B80B}">
      <dgm:prSet/>
      <dgm:spPr/>
      <dgm:t>
        <a:bodyPr/>
        <a:lstStyle/>
        <a:p>
          <a:endParaRPr lang="en-US"/>
        </a:p>
      </dgm:t>
    </dgm:pt>
    <dgm:pt modelId="{780DEF43-8EED-459C-8DFA-982C494C12FB}" type="sibTrans" cxnId="{789F647B-A22C-49B5-9CEE-CE24E198B80B}">
      <dgm:prSet/>
      <dgm:spPr/>
      <dgm:t>
        <a:bodyPr/>
        <a:lstStyle/>
        <a:p>
          <a:endParaRPr lang="en-US"/>
        </a:p>
      </dgm:t>
    </dgm:pt>
    <dgm:pt modelId="{E7F6EAA9-1048-45E6-A143-4541D8903BDB}" type="pres">
      <dgm:prSet presAssocID="{D5FA7BE4-2A98-4B02-9510-7EFAF39B32EC}" presName="root" presStyleCnt="0">
        <dgm:presLayoutVars>
          <dgm:dir/>
          <dgm:resizeHandles val="exact"/>
        </dgm:presLayoutVars>
      </dgm:prSet>
      <dgm:spPr/>
    </dgm:pt>
    <dgm:pt modelId="{138C29D8-924F-4AA7-B9EB-12B62EF94A0A}" type="pres">
      <dgm:prSet presAssocID="{20414C31-A7F2-410B-A8A2-2074AACF2012}" presName="compNode" presStyleCnt="0"/>
      <dgm:spPr/>
    </dgm:pt>
    <dgm:pt modelId="{0F45E7EC-4823-4B41-8FB7-1517A5644CF2}" type="pres">
      <dgm:prSet presAssocID="{20414C31-A7F2-410B-A8A2-2074AACF2012}" presName="bgRect" presStyleLbl="bgShp" presStyleIdx="0" presStyleCnt="2"/>
      <dgm:spPr/>
    </dgm:pt>
    <dgm:pt modelId="{270C9F17-21DD-4C6B-B4A4-FC56789D82E8}" type="pres">
      <dgm:prSet presAssocID="{20414C31-A7F2-410B-A8A2-2074AACF20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FA18B10-A546-407B-BFD4-81E437748BD0}" type="pres">
      <dgm:prSet presAssocID="{20414C31-A7F2-410B-A8A2-2074AACF2012}" presName="spaceRect" presStyleCnt="0"/>
      <dgm:spPr/>
    </dgm:pt>
    <dgm:pt modelId="{C656AC05-6F41-4032-BE1E-876234FB0335}" type="pres">
      <dgm:prSet presAssocID="{20414C31-A7F2-410B-A8A2-2074AACF2012}" presName="parTx" presStyleLbl="revTx" presStyleIdx="0" presStyleCnt="2" custScaleX="117685" custLinFactNeighborX="5708" custLinFactNeighborY="5955">
        <dgm:presLayoutVars>
          <dgm:chMax val="0"/>
          <dgm:chPref val="0"/>
        </dgm:presLayoutVars>
      </dgm:prSet>
      <dgm:spPr/>
    </dgm:pt>
    <dgm:pt modelId="{B015EF07-ED1F-4CB3-A3A7-4091453A6B41}" type="pres">
      <dgm:prSet presAssocID="{B8FF9BF0-3F09-4B40-9D20-AAFDA877092C}" presName="sibTrans" presStyleCnt="0"/>
      <dgm:spPr/>
    </dgm:pt>
    <dgm:pt modelId="{B64599BA-DCD9-4FCE-BDA8-FD048B6A3EEC}" type="pres">
      <dgm:prSet presAssocID="{EB544CAE-C268-4556-8B77-B6AF41E0C214}" presName="compNode" presStyleCnt="0"/>
      <dgm:spPr/>
    </dgm:pt>
    <dgm:pt modelId="{A30C6321-6940-4E9D-84D1-CFF719883A23}" type="pres">
      <dgm:prSet presAssocID="{EB544CAE-C268-4556-8B77-B6AF41E0C214}" presName="bgRect" presStyleLbl="bgShp" presStyleIdx="1" presStyleCnt="2" custLinFactNeighborX="984"/>
      <dgm:spPr/>
    </dgm:pt>
    <dgm:pt modelId="{319A5AB9-5146-4CC8-9B3C-F5994CAAC7CB}" type="pres">
      <dgm:prSet presAssocID="{EB544CAE-C268-4556-8B77-B6AF41E0C21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4C1BB512-F3BB-43EE-9CE4-9504E559D210}" type="pres">
      <dgm:prSet presAssocID="{EB544CAE-C268-4556-8B77-B6AF41E0C214}" presName="spaceRect" presStyleCnt="0"/>
      <dgm:spPr/>
    </dgm:pt>
    <dgm:pt modelId="{8D4A5A7B-430A-470B-97C9-2884B891E74A}" type="pres">
      <dgm:prSet presAssocID="{EB544CAE-C268-4556-8B77-B6AF41E0C21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2BE5219-F392-4120-9C61-30B42EF09C07}" srcId="{D5FA7BE4-2A98-4B02-9510-7EFAF39B32EC}" destId="{20414C31-A7F2-410B-A8A2-2074AACF2012}" srcOrd="0" destOrd="0" parTransId="{A5537179-FFE8-4D37-888A-AAD3C607B1BB}" sibTransId="{B8FF9BF0-3F09-4B40-9D20-AAFDA877092C}"/>
    <dgm:cxn modelId="{DE718C37-8600-413B-AF15-3D97C4D6915B}" type="presOf" srcId="{D5FA7BE4-2A98-4B02-9510-7EFAF39B32EC}" destId="{E7F6EAA9-1048-45E6-A143-4541D8903BDB}" srcOrd="0" destOrd="0" presId="urn:microsoft.com/office/officeart/2018/2/layout/IconVerticalSolidList"/>
    <dgm:cxn modelId="{AA353D44-1F2B-445F-A8FA-B054AA7F76A1}" type="presOf" srcId="{EB544CAE-C268-4556-8B77-B6AF41E0C214}" destId="{8D4A5A7B-430A-470B-97C9-2884B891E74A}" srcOrd="0" destOrd="0" presId="urn:microsoft.com/office/officeart/2018/2/layout/IconVerticalSolidList"/>
    <dgm:cxn modelId="{789F647B-A22C-49B5-9CEE-CE24E198B80B}" srcId="{D5FA7BE4-2A98-4B02-9510-7EFAF39B32EC}" destId="{EB544CAE-C268-4556-8B77-B6AF41E0C214}" srcOrd="1" destOrd="0" parTransId="{8EC46064-FB22-48BD-9157-CFB16DFAE2E9}" sibTransId="{780DEF43-8EED-459C-8DFA-982C494C12FB}"/>
    <dgm:cxn modelId="{6A9768A7-9C9B-48D1-AB31-0E5F79F0750F}" type="presOf" srcId="{20414C31-A7F2-410B-A8A2-2074AACF2012}" destId="{C656AC05-6F41-4032-BE1E-876234FB0335}" srcOrd="0" destOrd="0" presId="urn:microsoft.com/office/officeart/2018/2/layout/IconVerticalSolidList"/>
    <dgm:cxn modelId="{5F6091D2-572A-4521-85FF-AA8A6C29846A}" type="presParOf" srcId="{E7F6EAA9-1048-45E6-A143-4541D8903BDB}" destId="{138C29D8-924F-4AA7-B9EB-12B62EF94A0A}" srcOrd="0" destOrd="0" presId="urn:microsoft.com/office/officeart/2018/2/layout/IconVerticalSolidList"/>
    <dgm:cxn modelId="{3276DD5E-C0AC-416E-A4F0-BE554558219C}" type="presParOf" srcId="{138C29D8-924F-4AA7-B9EB-12B62EF94A0A}" destId="{0F45E7EC-4823-4B41-8FB7-1517A5644CF2}" srcOrd="0" destOrd="0" presId="urn:microsoft.com/office/officeart/2018/2/layout/IconVerticalSolidList"/>
    <dgm:cxn modelId="{3CB14AC9-56C7-4C8D-9EEC-6D5691F936C4}" type="presParOf" srcId="{138C29D8-924F-4AA7-B9EB-12B62EF94A0A}" destId="{270C9F17-21DD-4C6B-B4A4-FC56789D82E8}" srcOrd="1" destOrd="0" presId="urn:microsoft.com/office/officeart/2018/2/layout/IconVerticalSolidList"/>
    <dgm:cxn modelId="{45A74FE9-3B4D-4A63-B970-51D44F6CABF5}" type="presParOf" srcId="{138C29D8-924F-4AA7-B9EB-12B62EF94A0A}" destId="{5FA18B10-A546-407B-BFD4-81E437748BD0}" srcOrd="2" destOrd="0" presId="urn:microsoft.com/office/officeart/2018/2/layout/IconVerticalSolidList"/>
    <dgm:cxn modelId="{E2F7E5F7-6CEA-432E-8219-8FCD648DFDA8}" type="presParOf" srcId="{138C29D8-924F-4AA7-B9EB-12B62EF94A0A}" destId="{C656AC05-6F41-4032-BE1E-876234FB0335}" srcOrd="3" destOrd="0" presId="urn:microsoft.com/office/officeart/2018/2/layout/IconVerticalSolidList"/>
    <dgm:cxn modelId="{C808A7CC-51D3-4C33-AB31-554D1652DEF9}" type="presParOf" srcId="{E7F6EAA9-1048-45E6-A143-4541D8903BDB}" destId="{B015EF07-ED1F-4CB3-A3A7-4091453A6B41}" srcOrd="1" destOrd="0" presId="urn:microsoft.com/office/officeart/2018/2/layout/IconVerticalSolidList"/>
    <dgm:cxn modelId="{7EEBB25C-9CB6-4089-B7F2-A01D1B746529}" type="presParOf" srcId="{E7F6EAA9-1048-45E6-A143-4541D8903BDB}" destId="{B64599BA-DCD9-4FCE-BDA8-FD048B6A3EEC}" srcOrd="2" destOrd="0" presId="urn:microsoft.com/office/officeart/2018/2/layout/IconVerticalSolidList"/>
    <dgm:cxn modelId="{BCF9EA9A-3AF6-4AE0-B3A4-4CF6B7DFC6E3}" type="presParOf" srcId="{B64599BA-DCD9-4FCE-BDA8-FD048B6A3EEC}" destId="{A30C6321-6940-4E9D-84D1-CFF719883A23}" srcOrd="0" destOrd="0" presId="urn:microsoft.com/office/officeart/2018/2/layout/IconVerticalSolidList"/>
    <dgm:cxn modelId="{F5B506FF-2C7D-4561-98D7-6ED63318B9D2}" type="presParOf" srcId="{B64599BA-DCD9-4FCE-BDA8-FD048B6A3EEC}" destId="{319A5AB9-5146-4CC8-9B3C-F5994CAAC7CB}" srcOrd="1" destOrd="0" presId="urn:microsoft.com/office/officeart/2018/2/layout/IconVerticalSolidList"/>
    <dgm:cxn modelId="{35613772-D6C6-4C22-BE96-DFF63EB87521}" type="presParOf" srcId="{B64599BA-DCD9-4FCE-BDA8-FD048B6A3EEC}" destId="{4C1BB512-F3BB-43EE-9CE4-9504E559D210}" srcOrd="2" destOrd="0" presId="urn:microsoft.com/office/officeart/2018/2/layout/IconVerticalSolidList"/>
    <dgm:cxn modelId="{CAB38E2A-B608-4F65-AEA3-10BD6D672291}" type="presParOf" srcId="{B64599BA-DCD9-4FCE-BDA8-FD048B6A3EEC}" destId="{8D4A5A7B-430A-470B-97C9-2884B891E7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58DEC-627F-41B8-BE22-990D24C03841}">
      <dsp:nvSpPr>
        <dsp:cNvPr id="0" name=""/>
        <dsp:cNvSpPr/>
      </dsp:nvSpPr>
      <dsp:spPr>
        <a:xfrm>
          <a:off x="0" y="410354"/>
          <a:ext cx="11516239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88" tIns="562356" rIns="89378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it checks its own results</a:t>
          </a:r>
        </a:p>
      </dsp:txBody>
      <dsp:txXfrm>
        <a:off x="0" y="410354"/>
        <a:ext cx="11516239" cy="1148175"/>
      </dsp:txXfrm>
    </dsp:sp>
    <dsp:sp modelId="{FD15C7F3-76BD-4ED5-8ED7-9EA9FA0D4C1A}">
      <dsp:nvSpPr>
        <dsp:cNvPr id="0" name=""/>
        <dsp:cNvSpPr/>
      </dsp:nvSpPr>
      <dsp:spPr>
        <a:xfrm>
          <a:off x="575811" y="11834"/>
          <a:ext cx="8061367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700" tIns="0" rIns="30470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Automatic</a:t>
          </a:r>
          <a:endParaRPr lang="en-US" sz="2700" kern="1200"/>
        </a:p>
      </dsp:txBody>
      <dsp:txXfrm>
        <a:off x="614719" y="50742"/>
        <a:ext cx="7983551" cy="719224"/>
      </dsp:txXfrm>
    </dsp:sp>
    <dsp:sp modelId="{33688746-13EA-4123-8A87-B8F019F63338}">
      <dsp:nvSpPr>
        <dsp:cNvPr id="0" name=""/>
        <dsp:cNvSpPr/>
      </dsp:nvSpPr>
      <dsp:spPr>
        <a:xfrm>
          <a:off x="0" y="2102849"/>
          <a:ext cx="11516239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88" tIns="562356" rIns="89378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it can be run again with the same results</a:t>
          </a:r>
        </a:p>
      </dsp:txBody>
      <dsp:txXfrm>
        <a:off x="0" y="2102849"/>
        <a:ext cx="11516239" cy="1148175"/>
      </dsp:txXfrm>
    </dsp:sp>
    <dsp:sp modelId="{B697C72C-448B-4BF0-B10D-25B0B34E60FC}">
      <dsp:nvSpPr>
        <dsp:cNvPr id="0" name=""/>
        <dsp:cNvSpPr/>
      </dsp:nvSpPr>
      <dsp:spPr>
        <a:xfrm>
          <a:off x="575811" y="1704329"/>
          <a:ext cx="8061367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700" tIns="0" rIns="30470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Repeatable</a:t>
          </a:r>
          <a:endParaRPr lang="en-US" sz="2700" kern="1200"/>
        </a:p>
      </dsp:txBody>
      <dsp:txXfrm>
        <a:off x="614719" y="1743237"/>
        <a:ext cx="7983551" cy="719224"/>
      </dsp:txXfrm>
    </dsp:sp>
    <dsp:sp modelId="{9F8C507D-67B9-426A-81F5-F6EF9C6D0BDC}">
      <dsp:nvSpPr>
        <dsp:cNvPr id="0" name=""/>
        <dsp:cNvSpPr/>
      </dsp:nvSpPr>
      <dsp:spPr>
        <a:xfrm>
          <a:off x="0" y="3795344"/>
          <a:ext cx="11516239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88" tIns="562356" rIns="89378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700" kern="1200" dirty="0"/>
            <a:t>it accompanies the code being tested</a:t>
          </a:r>
        </a:p>
      </dsp:txBody>
      <dsp:txXfrm>
        <a:off x="0" y="3795344"/>
        <a:ext cx="11516239" cy="1148175"/>
      </dsp:txXfrm>
    </dsp:sp>
    <dsp:sp modelId="{2A1D19F5-4C1D-4F8B-AC21-1BF53D789B6C}">
      <dsp:nvSpPr>
        <dsp:cNvPr id="0" name=""/>
        <dsp:cNvSpPr/>
      </dsp:nvSpPr>
      <dsp:spPr>
        <a:xfrm>
          <a:off x="575811" y="3396824"/>
          <a:ext cx="8061367" cy="797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700" tIns="0" rIns="30470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Available</a:t>
          </a:r>
          <a:endParaRPr lang="en-US" sz="2700" kern="1200"/>
        </a:p>
      </dsp:txBody>
      <dsp:txXfrm>
        <a:off x="614719" y="3435732"/>
        <a:ext cx="7983551" cy="719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47362-FBFD-46E3-BFDD-8068DB10DB26}">
      <dsp:nvSpPr>
        <dsp:cNvPr id="0" name=""/>
        <dsp:cNvSpPr/>
      </dsp:nvSpPr>
      <dsp:spPr>
        <a:xfrm rot="5400000">
          <a:off x="7458344" y="-3111616"/>
          <a:ext cx="1016836" cy="749812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800" kern="1200" dirty="0"/>
            <a:t>Set the starting conditions</a:t>
          </a:r>
          <a:endParaRPr lang="en-US" sz="2800" kern="1200" dirty="0"/>
        </a:p>
      </dsp:txBody>
      <dsp:txXfrm rot="-5400000">
        <a:off x="4217698" y="178668"/>
        <a:ext cx="7448491" cy="917560"/>
      </dsp:txXfrm>
    </dsp:sp>
    <dsp:sp modelId="{9791022C-9A1E-4F80-9B80-694AC58765FA}">
      <dsp:nvSpPr>
        <dsp:cNvPr id="0" name=""/>
        <dsp:cNvSpPr/>
      </dsp:nvSpPr>
      <dsp:spPr>
        <a:xfrm>
          <a:off x="0" y="1925"/>
          <a:ext cx="4217698" cy="12710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Arrange</a:t>
          </a:r>
          <a:endParaRPr lang="en-US" sz="4000" kern="1200" dirty="0"/>
        </a:p>
      </dsp:txBody>
      <dsp:txXfrm>
        <a:off x="62047" y="63972"/>
        <a:ext cx="4093604" cy="1146951"/>
      </dsp:txXfrm>
    </dsp:sp>
    <dsp:sp modelId="{AADE02BA-2665-4CEB-B26D-DAF2F2612EE1}">
      <dsp:nvSpPr>
        <dsp:cNvPr id="0" name=""/>
        <dsp:cNvSpPr/>
      </dsp:nvSpPr>
      <dsp:spPr>
        <a:xfrm rot="5400000">
          <a:off x="7458344" y="-1777017"/>
          <a:ext cx="1016836" cy="749812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800" u="none" kern="1200" dirty="0"/>
            <a:t>Invoke</a:t>
          </a:r>
          <a:r>
            <a:rPr lang="en-GB" sz="2800" kern="1200" dirty="0"/>
            <a:t> the method being tested</a:t>
          </a:r>
          <a:endParaRPr lang="en-US" sz="2800" kern="1200" dirty="0"/>
        </a:p>
      </dsp:txBody>
      <dsp:txXfrm rot="-5400000">
        <a:off x="4217698" y="1513267"/>
        <a:ext cx="7448491" cy="917560"/>
      </dsp:txXfrm>
    </dsp:sp>
    <dsp:sp modelId="{BCFFBBEF-47F3-456D-92EA-E0E8A6A4C222}">
      <dsp:nvSpPr>
        <dsp:cNvPr id="0" name=""/>
        <dsp:cNvSpPr/>
      </dsp:nvSpPr>
      <dsp:spPr>
        <a:xfrm>
          <a:off x="0" y="1336524"/>
          <a:ext cx="4217698" cy="127104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Act</a:t>
          </a:r>
          <a:endParaRPr lang="en-US" sz="4000" kern="1200" dirty="0"/>
        </a:p>
      </dsp:txBody>
      <dsp:txXfrm>
        <a:off x="62047" y="1398571"/>
        <a:ext cx="4093604" cy="1146951"/>
      </dsp:txXfrm>
    </dsp:sp>
    <dsp:sp modelId="{B1CBE42B-071C-40B2-B283-981DC840315B}">
      <dsp:nvSpPr>
        <dsp:cNvPr id="0" name=""/>
        <dsp:cNvSpPr/>
      </dsp:nvSpPr>
      <dsp:spPr>
        <a:xfrm rot="5400000">
          <a:off x="7458344" y="-442419"/>
          <a:ext cx="1016836" cy="749812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800" kern="1200" dirty="0"/>
            <a:t>Decide if the test has passed/failed</a:t>
          </a:r>
          <a:endParaRPr lang="en-US" sz="2800" kern="1200" dirty="0"/>
        </a:p>
      </dsp:txBody>
      <dsp:txXfrm rot="-5400000">
        <a:off x="4217698" y="2847865"/>
        <a:ext cx="7448491" cy="917560"/>
      </dsp:txXfrm>
    </dsp:sp>
    <dsp:sp modelId="{72D8C0A4-BFAF-4810-843E-7E6A346EC0DB}">
      <dsp:nvSpPr>
        <dsp:cNvPr id="0" name=""/>
        <dsp:cNvSpPr/>
      </dsp:nvSpPr>
      <dsp:spPr>
        <a:xfrm>
          <a:off x="0" y="2673048"/>
          <a:ext cx="4217698" cy="127104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1" kern="1200" dirty="0"/>
            <a:t>Assert</a:t>
          </a:r>
          <a:endParaRPr lang="en-US" sz="4000" kern="1200" dirty="0"/>
        </a:p>
      </dsp:txBody>
      <dsp:txXfrm>
        <a:off x="62047" y="2735095"/>
        <a:ext cx="4093604" cy="11469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EFE1F-4337-4BE9-A9ED-A4131F4DD90D}">
      <dsp:nvSpPr>
        <dsp:cNvPr id="0" name=""/>
        <dsp:cNvSpPr/>
      </dsp:nvSpPr>
      <dsp:spPr>
        <a:xfrm>
          <a:off x="0" y="337252"/>
          <a:ext cx="11516239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88" tIns="437388" rIns="89378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100" b="0" kern="1200" dirty="0"/>
            <a:t>Creates instance of class, invokes methods and outputs to console the results</a:t>
          </a:r>
          <a:endParaRPr lang="en-US" sz="2100" kern="1200" dirty="0"/>
        </a:p>
      </dsp:txBody>
      <dsp:txXfrm>
        <a:off x="0" y="337252"/>
        <a:ext cx="11516239" cy="1190700"/>
      </dsp:txXfrm>
    </dsp:sp>
    <dsp:sp modelId="{8094F81A-3ECD-40EC-AAAA-56ECCCE344AE}">
      <dsp:nvSpPr>
        <dsp:cNvPr id="0" name=""/>
        <dsp:cNvSpPr/>
      </dsp:nvSpPr>
      <dsp:spPr>
        <a:xfrm>
          <a:off x="575811" y="27292"/>
          <a:ext cx="8061367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700" tIns="0" rIns="30470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kern="1200" dirty="0"/>
            <a:t>Write a test harness for the Class Under Test (CUT)</a:t>
          </a:r>
          <a:endParaRPr lang="en-US" sz="2100" kern="1200" dirty="0"/>
        </a:p>
      </dsp:txBody>
      <dsp:txXfrm>
        <a:off x="606073" y="57554"/>
        <a:ext cx="8000843" cy="559396"/>
      </dsp:txXfrm>
    </dsp:sp>
    <dsp:sp modelId="{8E4A6102-669A-4BAB-8F56-D0542005EE2B}">
      <dsp:nvSpPr>
        <dsp:cNvPr id="0" name=""/>
        <dsp:cNvSpPr/>
      </dsp:nvSpPr>
      <dsp:spPr>
        <a:xfrm>
          <a:off x="0" y="1951312"/>
          <a:ext cx="11516239" cy="2976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88" tIns="437388" rIns="89378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Not structured; have to hand-craft each time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Not necessarily repeatable; may not work in 2 weeks time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Will not run all the code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No standardised reporting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Requires visual inspection of console output</a:t>
          </a:r>
          <a:endParaRPr lang="en-US" sz="2100" kern="1200" dirty="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May miss failures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kern="1200" dirty="0"/>
            <a:t>Integration with other tools (e.g. your build, code coverage)</a:t>
          </a:r>
          <a:endParaRPr lang="en-US" sz="2100" kern="1200" dirty="0"/>
        </a:p>
      </dsp:txBody>
      <dsp:txXfrm>
        <a:off x="0" y="1951312"/>
        <a:ext cx="11516239" cy="2976749"/>
      </dsp:txXfrm>
    </dsp:sp>
    <dsp:sp modelId="{92DE9BC3-D4DE-42E8-8E5B-1B7E089283D8}">
      <dsp:nvSpPr>
        <dsp:cNvPr id="0" name=""/>
        <dsp:cNvSpPr/>
      </dsp:nvSpPr>
      <dsp:spPr>
        <a:xfrm>
          <a:off x="575811" y="1641352"/>
          <a:ext cx="8061367" cy="6199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700" tIns="0" rIns="30470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kern="1200"/>
            <a:t>Drawbacks</a:t>
          </a:r>
          <a:endParaRPr lang="en-US" sz="2100" kern="1200"/>
        </a:p>
      </dsp:txBody>
      <dsp:txXfrm>
        <a:off x="606073" y="1671614"/>
        <a:ext cx="8000843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5E7EC-4823-4B41-8FB7-1517A5644CF2}">
      <dsp:nvSpPr>
        <dsp:cNvPr id="0" name=""/>
        <dsp:cNvSpPr/>
      </dsp:nvSpPr>
      <dsp:spPr>
        <a:xfrm>
          <a:off x="-231310" y="618168"/>
          <a:ext cx="6565582" cy="11276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C9F17-21DD-4C6B-B4A4-FC56789D82E8}">
      <dsp:nvSpPr>
        <dsp:cNvPr id="0" name=""/>
        <dsp:cNvSpPr/>
      </dsp:nvSpPr>
      <dsp:spPr>
        <a:xfrm>
          <a:off x="109802" y="871888"/>
          <a:ext cx="620205" cy="620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6AC05-6F41-4032-BE1E-876234FB0335}">
      <dsp:nvSpPr>
        <dsp:cNvPr id="0" name=""/>
        <dsp:cNvSpPr/>
      </dsp:nvSpPr>
      <dsp:spPr>
        <a:xfrm>
          <a:off x="605952" y="685319"/>
          <a:ext cx="6190939" cy="112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43" tIns="119343" rIns="119343" bIns="1193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    Introduction to testing</a:t>
          </a:r>
          <a:endParaRPr lang="en-US" sz="1600" b="1" kern="1200" dirty="0"/>
        </a:p>
      </dsp:txBody>
      <dsp:txXfrm>
        <a:off x="605952" y="685319"/>
        <a:ext cx="6190939" cy="1127646"/>
      </dsp:txXfrm>
    </dsp:sp>
    <dsp:sp modelId="{A30C6321-6940-4E9D-84D1-CFF719883A23}">
      <dsp:nvSpPr>
        <dsp:cNvPr id="0" name=""/>
        <dsp:cNvSpPr/>
      </dsp:nvSpPr>
      <dsp:spPr>
        <a:xfrm>
          <a:off x="-166705" y="2027726"/>
          <a:ext cx="6565582" cy="112764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A5AB9-5146-4CC8-9B3C-F5994CAAC7CB}">
      <dsp:nvSpPr>
        <dsp:cNvPr id="0" name=""/>
        <dsp:cNvSpPr/>
      </dsp:nvSpPr>
      <dsp:spPr>
        <a:xfrm>
          <a:off x="109802" y="2281447"/>
          <a:ext cx="620205" cy="620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A5A7B-430A-470B-97C9-2884B891E74A}">
      <dsp:nvSpPr>
        <dsp:cNvPr id="0" name=""/>
        <dsp:cNvSpPr/>
      </dsp:nvSpPr>
      <dsp:spPr>
        <a:xfrm>
          <a:off x="1071121" y="2027726"/>
          <a:ext cx="5260602" cy="11276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343" tIns="119343" rIns="119343" bIns="11934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Duration 60 minutes</a:t>
          </a:r>
          <a:endParaRPr lang="en-US" sz="2400" b="0" kern="1200" dirty="0"/>
        </a:p>
      </dsp:txBody>
      <dsp:txXfrm>
        <a:off x="1071121" y="2027726"/>
        <a:ext cx="5260602" cy="11276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10/10/2022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10/10/2022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49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478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dirty="0">
                <a:latin typeface="Arial" charset="0"/>
              </a:rPr>
              <a:t>Tests are checked into source control, just like regular code – because they are as much a part of th</a:t>
            </a:r>
            <a:r>
              <a:rPr lang="en-GB" dirty="0"/>
              <a:t>e </a:t>
            </a:r>
            <a:r>
              <a:rPr lang="en-GB" dirty="0">
                <a:latin typeface="Arial" charset="0"/>
              </a:rPr>
              <a:t>project as the code</a:t>
            </a:r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64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55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719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may see the acronyms</a:t>
            </a:r>
          </a:p>
          <a:p>
            <a:endParaRPr lang="en-GB" dirty="0"/>
          </a:p>
          <a:p>
            <a:r>
              <a:rPr lang="en-GB" dirty="0"/>
              <a:t>SUT: System Under Test</a:t>
            </a:r>
          </a:p>
          <a:p>
            <a:r>
              <a:rPr lang="en-GB" dirty="0"/>
              <a:t>CUT: Class Under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123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Unit Testing is also known as Component or Module Testing. It is a form of “White Box” testing – in other words, where the author of</a:t>
            </a:r>
            <a:r>
              <a:rPr lang="en-GB" baseline="0" dirty="0"/>
              <a:t> the test has complete knowledge of the internals of the component being tested.</a:t>
            </a:r>
          </a:p>
          <a:p>
            <a:endParaRPr lang="en-GB" baseline="0" dirty="0"/>
          </a:p>
          <a:p>
            <a:r>
              <a:rPr lang="en-GB" baseline="0" dirty="0"/>
              <a:t>This contrasts with “Black Box” testing, in which only the interface of the component being tested is known and only that interface is tested.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76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684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239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851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982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224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422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42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3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5718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43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4980440"/>
            <a:ext cx="12192000" cy="17759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4"/>
          <a:stretch>
            <a:fillRect/>
          </a:stretch>
        </p:blipFill>
        <p:spPr>
          <a:xfrm>
            <a:off x="894080" y="785794"/>
            <a:ext cx="991616" cy="7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827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Pictur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5"/>
          </p:nvPr>
        </p:nvSpPr>
        <p:spPr>
          <a:xfrm>
            <a:off x="190463" y="928694"/>
            <a:ext cx="11715792" cy="5286375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9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3" r:id="rId35"/>
    <p:sldLayoutId id="2147483905" r:id="rId36"/>
    <p:sldLayoutId id="2147483906" r:id="rId37"/>
    <p:sldLayoutId id="2147483907" r:id="rId3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40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40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40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40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Testing</a:t>
            </a:r>
            <a:endParaRPr lang="en-I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EB3421-D355-34AD-521F-CEC9C7A5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69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Contents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5803900" cy="4561718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b="1" dirty="0"/>
              <a:t>Objectives</a:t>
            </a:r>
          </a:p>
          <a:p>
            <a:pPr marL="684000" lvl="1" indent="-342900">
              <a:buSzPct val="115000"/>
            </a:pPr>
            <a:r>
              <a:rPr lang="en-GB" dirty="0"/>
              <a:t>Look at the main testing framework used in Java development</a:t>
            </a:r>
          </a:p>
          <a:p>
            <a:pPr marL="684000" lvl="1" indent="-342900">
              <a:buSzPct val="115000"/>
            </a:pPr>
            <a:endParaRPr lang="en-GB" dirty="0"/>
          </a:p>
          <a:p>
            <a:pPr marL="342900" indent="-342900">
              <a:buChar char="•"/>
            </a:pPr>
            <a:r>
              <a:rPr lang="en-GB" b="1" dirty="0"/>
              <a:t>Contents</a:t>
            </a:r>
          </a:p>
          <a:p>
            <a:pPr marL="684000" lvl="1" indent="-342900">
              <a:buSzPct val="115000"/>
            </a:pPr>
            <a:r>
              <a:rPr lang="en-GB" dirty="0"/>
              <a:t>MS-Test</a:t>
            </a:r>
          </a:p>
          <a:p>
            <a:pPr marL="1026000" lvl="1" indent="-342900">
              <a:buSzPct val="115000"/>
            </a:pPr>
            <a:r>
              <a:rPr lang="en-GB" dirty="0"/>
              <a:t>How to set up and run</a:t>
            </a:r>
          </a:p>
          <a:p>
            <a:pPr marL="1026000" lvl="1" indent="-342900">
              <a:buSzPct val="115000"/>
            </a:pPr>
            <a:r>
              <a:rPr lang="en-GB" dirty="0"/>
              <a:t>Annotations</a:t>
            </a:r>
          </a:p>
          <a:p>
            <a:pPr marL="0" lvl="1" indent="0">
              <a:buNone/>
            </a:pPr>
            <a:endParaRPr lang="en-GB" dirty="0"/>
          </a:p>
          <a:p>
            <a:pPr marL="342900" indent="-342900">
              <a:buChar char="•"/>
            </a:pPr>
            <a:r>
              <a:rPr lang="en-GB" b="1" dirty="0"/>
              <a:t>Hands on lab</a:t>
            </a:r>
          </a:p>
          <a:p>
            <a:pPr marL="684000" lvl="1" indent="-342900">
              <a:buSzPct val="115000"/>
            </a:pPr>
            <a:r>
              <a:rPr lang="en-GB" dirty="0"/>
              <a:t>Author Unit Tests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342900" indent="-342900">
              <a:buChar char="•"/>
            </a:pPr>
            <a:endParaRPr lang="en-IN" b="1" dirty="0"/>
          </a:p>
        </p:txBody>
      </p:sp>
      <p:sp>
        <p:nvSpPr>
          <p:cNvPr id="4" name="Rectangle 3" descr="Document">
            <a:extLst>
              <a:ext uri="{FF2B5EF4-FFF2-40B4-BE49-F238E27FC236}">
                <a16:creationId xmlns:a16="http://schemas.microsoft.com/office/drawing/2014/main" id="{9B0C201B-D15C-5CAD-E32F-C12F0B36B1E9}"/>
              </a:ext>
            </a:extLst>
          </p:cNvPr>
          <p:cNvSpPr/>
          <p:nvPr/>
        </p:nvSpPr>
        <p:spPr>
          <a:xfrm>
            <a:off x="4215204" y="3429000"/>
            <a:ext cx="796640" cy="700120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Rectangle 4" descr="Bullseye">
            <a:extLst>
              <a:ext uri="{FF2B5EF4-FFF2-40B4-BE49-F238E27FC236}">
                <a16:creationId xmlns:a16="http://schemas.microsoft.com/office/drawing/2014/main" id="{B2EE558F-9241-291E-8DDB-9E235943B798}"/>
              </a:ext>
            </a:extLst>
          </p:cNvPr>
          <p:cNvSpPr/>
          <p:nvPr/>
        </p:nvSpPr>
        <p:spPr>
          <a:xfrm>
            <a:off x="4235524" y="1548827"/>
            <a:ext cx="796640" cy="8017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15278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6B67274-FCD0-442D-4D3F-87FAC668E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EF892D59-8F09-EF4B-AD6D-DA609442F868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2" name="Text Placeholder 1"/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</p:spPr>
        <p:txBody>
          <a:bodyPr anchor="t">
            <a:normAutofit/>
          </a:bodyPr>
          <a:lstStyle/>
          <a:p>
            <a:r>
              <a:rPr lang="en-US" dirty="0"/>
              <a:t>Unit Tests must be…</a:t>
            </a:r>
            <a:endParaRPr lang="en-IN" dirty="0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E12A3C2-27AA-86F9-009C-E61D7321D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638157"/>
              </p:ext>
            </p:extLst>
          </p:nvPr>
        </p:nvGraphicFramePr>
        <p:xfrm>
          <a:off x="341272" y="1368256"/>
          <a:ext cx="11516239" cy="495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574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benefits are really for the developer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244007" cy="4094163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dirty="0"/>
              <a:t>You fix all the trivial problems as you go along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r>
              <a:rPr lang="en-GB" dirty="0"/>
              <a:t>You know that they have not recurred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r>
              <a:rPr lang="en-GB" dirty="0"/>
              <a:t>You document without effort, how you see other s/w interfacing with yours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r>
              <a:rPr lang="en-GB" dirty="0"/>
              <a:t>You are able to refactor your code to make it more maintainable, faster... knowing that you haven’t broken anything.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60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title"/>
          </p:nvPr>
        </p:nvSpPr>
        <p:spPr>
          <a:xfrm>
            <a:off x="190459" y="284976"/>
            <a:ext cx="11715832" cy="500400"/>
          </a:xfrm>
        </p:spPr>
        <p:txBody>
          <a:bodyPr anchor="t">
            <a:noAutofit/>
          </a:bodyPr>
          <a:lstStyle/>
          <a:p>
            <a:r>
              <a:rPr lang="en-GB" sz="4000" dirty="0"/>
              <a:t>Test Structure</a:t>
            </a:r>
            <a:endParaRPr lang="en-IN" sz="4000" dirty="0"/>
          </a:p>
        </p:txBody>
      </p:sp>
      <p:graphicFrame>
        <p:nvGraphicFramePr>
          <p:cNvPr id="8" name="Text Placeholder 5">
            <a:extLst>
              <a:ext uri="{FF2B5EF4-FFF2-40B4-BE49-F238E27FC236}">
                <a16:creationId xmlns:a16="http://schemas.microsoft.com/office/drawing/2014/main" id="{9FB74362-5368-D750-B216-0EFD64A09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611668"/>
              </p:ext>
            </p:extLst>
          </p:nvPr>
        </p:nvGraphicFramePr>
        <p:xfrm>
          <a:off x="190463" y="1494180"/>
          <a:ext cx="11715828" cy="3944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083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90B8EF3-CB6D-2055-15B7-201D5E10F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EF892D59-8F09-EF4B-AD6D-DA609442F868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971" y="537995"/>
            <a:ext cx="11517818" cy="805001"/>
          </a:xfrm>
        </p:spPr>
        <p:txBody>
          <a:bodyPr anchor="t">
            <a:normAutofit/>
          </a:bodyPr>
          <a:lstStyle/>
          <a:p>
            <a:r>
              <a:rPr lang="en-GB" dirty="0"/>
              <a:t>Manual Tests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1AFBDD-59EE-B510-5A0D-F8E90CC9B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470264"/>
              </p:ext>
            </p:extLst>
          </p:nvPr>
        </p:nvGraphicFramePr>
        <p:xfrm>
          <a:off x="341272" y="1368256"/>
          <a:ext cx="11516239" cy="495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487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Unit Testing</a:t>
            </a:r>
            <a:endParaRPr lang="en-IN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828797" cy="4827532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b="1" dirty="0"/>
              <a:t>Unit tests</a:t>
            </a:r>
          </a:p>
          <a:p>
            <a:pPr marL="684000" lvl="1" indent="-342900">
              <a:buSzPct val="115000"/>
            </a:pPr>
            <a:r>
              <a:rPr lang="en-GB" dirty="0"/>
              <a:t>Test one unit in isolation</a:t>
            </a:r>
          </a:p>
          <a:p>
            <a:pPr marL="684000" lvl="1" indent="-342900">
              <a:buSzPct val="115000"/>
            </a:pPr>
            <a:r>
              <a:rPr lang="en-GB" dirty="0"/>
              <a:t>Also known as Component or Module testing</a:t>
            </a:r>
          </a:p>
          <a:p>
            <a:pPr marL="342900" indent="-342900">
              <a:buChar char="•"/>
            </a:pPr>
            <a:endParaRPr lang="en-GB" b="1" dirty="0"/>
          </a:p>
          <a:p>
            <a:pPr marL="342900" indent="-342900">
              <a:buChar char="•"/>
            </a:pPr>
            <a:r>
              <a:rPr lang="en-GB" b="1" dirty="0"/>
              <a:t>What is a unit?</a:t>
            </a:r>
          </a:p>
          <a:p>
            <a:pPr marL="684000" lvl="1" indent="-342900">
              <a:buSzPct val="115000"/>
            </a:pPr>
            <a:r>
              <a:rPr lang="en-GB" dirty="0"/>
              <a:t>Method</a:t>
            </a:r>
          </a:p>
          <a:p>
            <a:pPr marL="684000" lvl="1" indent="-342900">
              <a:buSzPct val="115000"/>
            </a:pPr>
            <a:r>
              <a:rPr lang="en-GB" dirty="0"/>
              <a:t>Class</a:t>
            </a:r>
          </a:p>
          <a:p>
            <a:pPr marL="684000" lvl="1" indent="-342900">
              <a:buSzPct val="115000"/>
            </a:pPr>
            <a:r>
              <a:rPr lang="en-GB" dirty="0"/>
              <a:t>Database query or transaction</a:t>
            </a:r>
          </a:p>
          <a:p>
            <a:pPr marL="684000" lvl="1" indent="-342900">
              <a:buSzPct val="115000"/>
            </a:pPr>
            <a:r>
              <a:rPr lang="en-GB" dirty="0"/>
              <a:t>Web Page</a:t>
            </a:r>
          </a:p>
          <a:p>
            <a:pPr lvl="1"/>
            <a:endParaRPr lang="en-GB" dirty="0"/>
          </a:p>
          <a:p>
            <a:pPr marL="342900" indent="-342900">
              <a:buChar char="•"/>
            </a:pPr>
            <a:r>
              <a:rPr lang="en-GB" b="1" dirty="0"/>
              <a:t>What are you testing?</a:t>
            </a:r>
          </a:p>
          <a:p>
            <a:pPr marL="684000" lvl="1" indent="-342900">
              <a:buSzPct val="115000"/>
            </a:pPr>
            <a:r>
              <a:rPr lang="en-GB" dirty="0"/>
              <a:t>You know the internals of the test – “White Box”</a:t>
            </a:r>
          </a:p>
          <a:p>
            <a:pPr marL="342900" indent="-342900"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58038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xUnit</a:t>
            </a:r>
            <a:r>
              <a:rPr lang="en-GB" dirty="0"/>
              <a:t>?</a:t>
            </a:r>
            <a:endParaRPr lang="en-IN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b="1" dirty="0"/>
              <a:t>“Family” of testing frameworks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 err="1"/>
              <a:t>JUnit</a:t>
            </a:r>
            <a:r>
              <a:rPr lang="en-GB" dirty="0"/>
              <a:t> for Java, </a:t>
            </a:r>
            <a:r>
              <a:rPr lang="en-GB" dirty="0" err="1"/>
              <a:t>NUnit</a:t>
            </a:r>
            <a:r>
              <a:rPr lang="en-GB" dirty="0"/>
              <a:t> and </a:t>
            </a:r>
            <a:r>
              <a:rPr lang="en-GB" dirty="0" err="1"/>
              <a:t>MSTest</a:t>
            </a:r>
            <a:r>
              <a:rPr lang="en-GB" dirty="0"/>
              <a:t> for .NET, Test::Unit for Perl</a:t>
            </a:r>
          </a:p>
          <a:p>
            <a:pPr marL="342900" indent="-342900">
              <a:buChar char="•"/>
            </a:pPr>
            <a:endParaRPr lang="en-GB" b="1" dirty="0"/>
          </a:p>
          <a:p>
            <a:pPr marL="342900" indent="-342900">
              <a:buChar char="•"/>
            </a:pPr>
            <a:r>
              <a:rPr lang="en-GB" b="1" dirty="0"/>
              <a:t>Simple framework with common design to organise and run tests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dirty="0"/>
              <a:t>Setup, Test, Assertion, Tear Down</a:t>
            </a:r>
          </a:p>
          <a:p>
            <a:pPr marL="342900" indent="-342900">
              <a:buChar char="•"/>
            </a:pPr>
            <a:endParaRPr lang="en-GB" b="1" dirty="0"/>
          </a:p>
          <a:p>
            <a:pPr marL="342900" indent="-342900">
              <a:buChar char="•"/>
            </a:pPr>
            <a:r>
              <a:rPr lang="en-GB" b="1" dirty="0"/>
              <a:t>Essential for support of Extreme Programming &amp; Test Driven Development</a:t>
            </a:r>
          </a:p>
          <a:p>
            <a:pPr marL="342900" indent="-342900">
              <a:buChar char="•"/>
            </a:pPr>
            <a:endParaRPr lang="en-GB" b="1" dirty="0"/>
          </a:p>
          <a:p>
            <a:pPr marL="342900" indent="-342900"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1142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238" y="2067007"/>
            <a:ext cx="6237213" cy="2353439"/>
          </a:xfrm>
        </p:spPr>
        <p:txBody>
          <a:bodyPr/>
          <a:lstStyle/>
          <a:p>
            <a:r>
              <a:rPr lang="en-GB" dirty="0"/>
              <a:t>Unit testing method for .NET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853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MS-Test project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41273" y="1368256"/>
            <a:ext cx="10025472" cy="28109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Right mouse click on a method and then create a unit test project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01" y="1928886"/>
            <a:ext cx="5343525" cy="2628900"/>
          </a:xfrm>
          <a:prstGeom prst="rect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948" y="1928886"/>
            <a:ext cx="4070419" cy="2635295"/>
          </a:xfrm>
          <a:prstGeom prst="rect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434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Write test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4732" y="1353109"/>
            <a:ext cx="5616054" cy="4770537"/>
          </a:xfrm>
          <a:prstGeom prst="rect">
            <a:avLst/>
          </a:prstGeom>
          <a:solidFill>
            <a:schemeClr val="bg1"/>
          </a:solidFill>
          <a:ln w="19050">
            <a:solidFill>
              <a:srgbClr val="004050"/>
            </a:solidFill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TestClass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()]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 public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CarTests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Car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TestInitialize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SetUp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car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Car(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"Ford"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TestCleanup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TearDown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car =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[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TestMethod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()]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accelerateTest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car.accelerate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Assert.AreEqual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(50,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car.Speed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301517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 the tests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88" y="1449239"/>
            <a:ext cx="4378279" cy="2257715"/>
          </a:xfrm>
          <a:prstGeom prst="rect">
            <a:avLst/>
          </a:prstGeom>
          <a:ln w="19050">
            <a:solidFill>
              <a:srgbClr val="00405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269" y="1449239"/>
            <a:ext cx="3028955" cy="2636716"/>
          </a:xfrm>
          <a:prstGeom prst="rect">
            <a:avLst/>
          </a:prstGeom>
          <a:ln w="19050">
            <a:solidFill>
              <a:srgbClr val="004050"/>
            </a:solidFill>
          </a:ln>
        </p:spPr>
      </p:pic>
    </p:spTree>
    <p:extLst>
      <p:ext uri="{BB962C8B-B14F-4D97-AF65-F5344CB8AC3E}">
        <p14:creationId xmlns:p14="http://schemas.microsoft.com/office/powerpoint/2010/main" val="114213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dirty="0"/>
              <a:t>Unit Testing and Test Driven Development are the recommended approach to produce quality software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r>
              <a:rPr lang="en-GB" dirty="0" err="1"/>
              <a:t>JUnit</a:t>
            </a:r>
            <a:r>
              <a:rPr lang="en-GB" dirty="0"/>
              <a:t> encourages the TDD </a:t>
            </a:r>
            <a:r>
              <a:rPr lang="en-GB" dirty="0" err="1"/>
              <a:t>mindset</a:t>
            </a:r>
            <a:endParaRPr lang="en-GB" dirty="0"/>
          </a:p>
          <a:p>
            <a:pPr lvl="1">
              <a:spcAft>
                <a:spcPts val="650"/>
              </a:spcAft>
            </a:pPr>
            <a:endParaRPr lang="en-GB" dirty="0"/>
          </a:p>
          <a:p>
            <a:pPr lvl="1">
              <a:spcAft>
                <a:spcPts val="650"/>
              </a:spcAft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846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dirty="0"/>
              <a:t>Unit Testing and Test Driven Development are the recommended approach to produce quality software</a:t>
            </a:r>
          </a:p>
          <a:p>
            <a:pPr marL="342900" indent="-342900">
              <a:buChar char="•"/>
            </a:pPr>
            <a:endParaRPr lang="en-GB" dirty="0"/>
          </a:p>
          <a:p>
            <a:pPr marL="342900" indent="-342900">
              <a:buChar char="•"/>
            </a:pPr>
            <a:r>
              <a:rPr lang="en-GB" dirty="0"/>
              <a:t>JUnit encourages the TDD mindset</a:t>
            </a:r>
          </a:p>
          <a:p>
            <a:pPr lvl="1">
              <a:spcAft>
                <a:spcPts val="650"/>
              </a:spcAft>
            </a:pPr>
            <a:endParaRPr lang="en-GB" dirty="0"/>
          </a:p>
          <a:p>
            <a:pPr lvl="1">
              <a:spcAft>
                <a:spcPts val="650"/>
              </a:spcAft>
            </a:pPr>
            <a:endParaRPr lang="en-GB" dirty="0"/>
          </a:p>
          <a:p>
            <a:pPr marL="342900" indent="-342900">
              <a:buChar char="•"/>
            </a:pPr>
            <a:endParaRPr lang="en-IN" dirty="0"/>
          </a:p>
        </p:txBody>
      </p:sp>
      <p:pic>
        <p:nvPicPr>
          <p:cNvPr id="4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F976C629-46BF-2BCB-0A1F-87E800219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2" y="93601"/>
            <a:ext cx="2251845" cy="225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545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C4093-FCB0-4EA6-8DFE-E2A283E145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Labs</a:t>
            </a:r>
          </a:p>
        </p:txBody>
      </p:sp>
      <p:graphicFrame>
        <p:nvGraphicFramePr>
          <p:cNvPr id="7" name="Text Placeholder 1">
            <a:extLst>
              <a:ext uri="{FF2B5EF4-FFF2-40B4-BE49-F238E27FC236}">
                <a16:creationId xmlns:a16="http://schemas.microsoft.com/office/drawing/2014/main" id="{D31266FF-1381-7EE3-21F0-4DB6ED4EF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25239"/>
              </p:ext>
            </p:extLst>
          </p:nvPr>
        </p:nvGraphicFramePr>
        <p:xfrm>
          <a:off x="4710058" y="1616037"/>
          <a:ext cx="6565582" cy="3773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94113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B3EF5B1D149FDF49B1880C030D548140" ma:contentTypeVersion="0" ma:contentTypeDescription="Base content type which represents courseware documents" ma:contentTypeScope="" ma:versionID="ab0d7ca79e0ea5a537b031f986da336c">
  <xsd:schema xmlns:xsd="http://www.w3.org/2001/XMLSchema" xmlns:xs="http://www.w3.org/2001/XMLSchema" xmlns:p="http://schemas.microsoft.com/office/2006/metadata/properties" xmlns:ns2="6794D9DE-4FDF-4DC0-8B2C-5438320C69D5" targetNamespace="http://schemas.microsoft.com/office/2006/metadata/properties" ma:root="true" ma:fieldsID="7ff8e7c62cc10108c036e94c947d8fb9" ns2:_="">
    <xsd:import namespace="6794D9DE-4FDF-4DC0-8B2C-5438320C69D5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4D9DE-4FDF-4DC0-8B2C-5438320C69D5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quenceNumber xmlns="6794D9DE-4FDF-4DC0-8B2C-5438320C69D5" xsi:nil="true"/>
    <IsBuildFile xmlns="6794D9DE-4FDF-4DC0-8B2C-5438320C69D5" xsi:nil="true"/>
    <BookTypeField0 xmlns="6794D9DE-4FDF-4DC0-8B2C-5438320C69D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8774F7-25C0-479E-B90B-B4C03F2DE6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94D9DE-4FDF-4DC0-8B2C-5438320C69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E6321C-2889-45B6-9C62-52F17AAE101C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6794D9DE-4FDF-4DC0-8B2C-5438320C69D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CFEB11-04EE-4A41-8B66-BAA01BA6D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2643</TotalTime>
  <Words>608</Words>
  <Application>Microsoft Office PowerPoint</Application>
  <PresentationFormat>Widescreen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Introduction to Testing</vt:lpstr>
      <vt:lpstr>PowerPoint Presentation</vt:lpstr>
      <vt:lpstr>Unit Tests must be…</vt:lpstr>
      <vt:lpstr>PowerPoint Presentation</vt:lpstr>
      <vt:lpstr>Test Structure</vt:lpstr>
      <vt:lpstr>Manual Tests</vt:lpstr>
      <vt:lpstr>PowerPoint Presentation</vt:lpstr>
      <vt:lpstr>PowerPoint Presentation</vt:lpstr>
      <vt:lpstr>Unit testing method for .NET</vt:lpstr>
      <vt:lpstr>Create a MS-Test project</vt:lpstr>
      <vt:lpstr>Write test code</vt:lpstr>
      <vt:lpstr>Run the tests</vt:lpstr>
      <vt:lpstr>PowerPoint Presentation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245</cp:revision>
  <cp:lastPrinted>2019-07-03T09:46:41Z</cp:lastPrinted>
  <dcterms:created xsi:type="dcterms:W3CDTF">2019-09-05T08:17:12Z</dcterms:created>
  <dcterms:modified xsi:type="dcterms:W3CDTF">2022-10-10T17:18:00Z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0x010100F0967B7CEE8D417F966757887D9466FB00B3EF5B1D149FDF49B1880C030D548140</vt:lpwstr>
  </property>
  <property fmtid="{D5CDD505-2E9C-101B-9397-08002B2CF9AE}" pid="3" name="BookType">
    <vt:lpwstr>7</vt:lpwstr>
  </property>
</Properties>
</file>