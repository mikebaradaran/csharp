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tags/tag1.xml" ContentType="application/vnd.openxmlformats-officedocument.presentationml.tags+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Lst>
  <p:notesMasterIdLst>
    <p:notesMasterId r:id="rId22"/>
  </p:notesMasterIdLst>
  <p:handoutMasterIdLst>
    <p:handoutMasterId r:id="rId23"/>
  </p:handoutMasterIdLst>
  <p:sldIdLst>
    <p:sldId id="1560" r:id="rId5"/>
    <p:sldId id="778" r:id="rId6"/>
    <p:sldId id="378" r:id="rId7"/>
    <p:sldId id="379" r:id="rId8"/>
    <p:sldId id="380" r:id="rId9"/>
    <p:sldId id="381" r:id="rId10"/>
    <p:sldId id="382" r:id="rId11"/>
    <p:sldId id="383" r:id="rId12"/>
    <p:sldId id="788" r:id="rId13"/>
    <p:sldId id="789" r:id="rId14"/>
    <p:sldId id="825" r:id="rId15"/>
    <p:sldId id="826" r:id="rId16"/>
    <p:sldId id="827" r:id="rId17"/>
    <p:sldId id="792" r:id="rId18"/>
    <p:sldId id="793" r:id="rId19"/>
    <p:sldId id="786" r:id="rId20"/>
    <p:sldId id="785" r:id="rId21"/>
  </p:sldIdLst>
  <p:sldSz cx="12192000" cy="6858000"/>
  <p:notesSz cx="6645275" cy="9775825"/>
  <p:custDataLst>
    <p:tags r:id="rId24"/>
  </p:custData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Title slide" id="{DE8BF54A-1323-4403-83F8-D7B5510C9D53}">
          <p14:sldIdLst>
            <p14:sldId id="1560"/>
            <p14:sldId id="778"/>
            <p14:sldId id="378"/>
            <p14:sldId id="379"/>
            <p14:sldId id="380"/>
            <p14:sldId id="381"/>
            <p14:sldId id="382"/>
            <p14:sldId id="383"/>
            <p14:sldId id="788"/>
            <p14:sldId id="789"/>
            <p14:sldId id="825"/>
            <p14:sldId id="826"/>
            <p14:sldId id="827"/>
            <p14:sldId id="792"/>
            <p14:sldId id="793"/>
            <p14:sldId id="786"/>
            <p14:sldId id="785"/>
          </p14:sldIdLst>
        </p14:section>
      </p14:sectionLst>
    </p:ext>
    <p:ext uri="{EFAFB233-063F-42B5-8137-9DF3F51BA10A}">
      <p15:sldGuideLst xmlns:p15="http://schemas.microsoft.com/office/powerpoint/2012/main">
        <p15:guide id="1" pos="3840" userDrawn="1">
          <p15:clr>
            <a:srgbClr val="A4A3A4"/>
          </p15:clr>
        </p15:guide>
        <p15:guide id="2" orient="horz" pos="3770" userDrawn="1">
          <p15:clr>
            <a:srgbClr val="A4A3A4"/>
          </p15:clr>
        </p15:guide>
      </p15:sldGuideLst>
    </p:ext>
    <p:ext uri="{2D200454-40CA-4A62-9FC3-DE9A4176ACB9}">
      <p15:notes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Barrow, Joshua" initials="BJ" lastIdx="30" clrIdx="0">
    <p:extLst>
      <p:ext uri="{19B8F6BF-5375-455C-9EA6-DF929625EA0E}">
        <p15:presenceInfo xmlns:p15="http://schemas.microsoft.com/office/powerpoint/2012/main" userId="S-1-5-21-3476036342-1731177862-1559577602-51474" providerId="AD"/>
      </p:ext>
    </p:extLst>
  </p:cmAuthor>
  <p:cmAuthor id="2" name="Singh, Vaishali" initials="SV" lastIdx="7" clrIdx="1">
    <p:extLst>
      <p:ext uri="{19B8F6BF-5375-455C-9EA6-DF929625EA0E}">
        <p15:presenceInfo xmlns:p15="http://schemas.microsoft.com/office/powerpoint/2012/main" userId="S-1-5-21-3476036342-1731177862-1559577602-15527"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4050"/>
    <a:srgbClr val="28CFF9"/>
    <a:srgbClr val="F91258"/>
    <a:srgbClr val="7E007C"/>
    <a:srgbClr val="F3622C"/>
    <a:srgbClr val="09EDB8"/>
    <a:srgbClr val="31D3AE"/>
    <a:srgbClr val="F3F3F3"/>
    <a:srgbClr val="F4F4F4"/>
    <a:srgbClr val="3D6E7A"/>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0E3FDE45-AF77-4B5C-9715-49D594BDF05E}" styleName="Light Style 1 - Accent 2">
    <a:wholeTbl>
      <a:tcTxStyle>
        <a:fontRef idx="minor">
          <a:scrgbClr r="0" g="0" b="0"/>
        </a:fontRef>
        <a:schemeClr val="tx1"/>
      </a:tcTxStyle>
      <a:tcStyle>
        <a:tcBdr>
          <a:left>
            <a:ln>
              <a:noFill/>
            </a:ln>
          </a:left>
          <a:right>
            <a:ln>
              <a:noFill/>
            </a:ln>
          </a:right>
          <a:top>
            <a:ln w="12700" cmpd="sng">
              <a:solidFill>
                <a:schemeClr val="accent2"/>
              </a:solidFill>
            </a:ln>
          </a:top>
          <a:bottom>
            <a:ln w="12700" cmpd="sng">
              <a:solidFill>
                <a:schemeClr val="accent2"/>
              </a:solidFill>
            </a:ln>
          </a:bottom>
          <a:insideH>
            <a:ln>
              <a:noFill/>
            </a:ln>
          </a:insideH>
          <a:insideV>
            <a:ln>
              <a:noFill/>
            </a:ln>
          </a:insideV>
        </a:tcBdr>
        <a:fill>
          <a:noFill/>
        </a:fill>
      </a:tcStyle>
    </a:wholeTbl>
    <a:band1H>
      <a:tcStyle>
        <a:tcBdr/>
        <a:fill>
          <a:solidFill>
            <a:schemeClr val="accent2">
              <a:alpha val="20000"/>
            </a:schemeClr>
          </a:solidFill>
        </a:fill>
      </a:tcStyle>
    </a:band1H>
    <a:band2H>
      <a:tcStyle>
        <a:tcBdr/>
      </a:tcStyle>
    </a:band2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12700" cmpd="sng">
              <a:solidFill>
                <a:schemeClr val="accent2"/>
              </a:solidFill>
            </a:ln>
          </a:top>
        </a:tcBdr>
        <a:fill>
          <a:noFill/>
        </a:fill>
      </a:tcStyle>
    </a:lastRow>
    <a:firstRow>
      <a:tcTxStyle b="on"/>
      <a:tcStyle>
        <a:tcBdr>
          <a:bottom>
            <a:ln w="12700" cmpd="sng">
              <a:solidFill>
                <a:schemeClr val="accent2"/>
              </a:solidFill>
            </a:ln>
          </a:bottom>
        </a:tcBdr>
        <a:fill>
          <a:no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8656" autoAdjust="0"/>
    <p:restoredTop sz="77100" autoAdjust="0"/>
  </p:normalViewPr>
  <p:slideViewPr>
    <p:cSldViewPr snapToGrid="0" snapToObjects="1" showGuides="1">
      <p:cViewPr varScale="1">
        <p:scale>
          <a:sx n="83" d="100"/>
          <a:sy n="83" d="100"/>
        </p:scale>
        <p:origin x="876" y="300"/>
      </p:cViewPr>
      <p:guideLst>
        <p:guide pos="3840"/>
        <p:guide orient="horz" pos="3770"/>
      </p:guideLst>
    </p:cSldViewPr>
  </p:slideViewPr>
  <p:outlineViewPr>
    <p:cViewPr>
      <p:scale>
        <a:sx n="33" d="100"/>
        <a:sy n="33" d="100"/>
      </p:scale>
      <p:origin x="0" y="0"/>
    </p:cViewPr>
  </p:outlineViewPr>
  <p:notesTextViewPr>
    <p:cViewPr>
      <p:scale>
        <a:sx n="100" d="100"/>
        <a:sy n="100" d="100"/>
      </p:scale>
      <p:origin x="0" y="0"/>
    </p:cViewPr>
  </p:notesTextViewPr>
  <p:sorterViewPr>
    <p:cViewPr>
      <p:scale>
        <a:sx n="66" d="100"/>
        <a:sy n="66" d="100"/>
      </p:scale>
      <p:origin x="0" y="0"/>
    </p:cViewPr>
  </p:sorterViewPr>
  <p:notesViewPr>
    <p:cSldViewPr snapToGrid="0" snapToObjects="1" showGuides="1">
      <p:cViewPr varScale="1">
        <p:scale>
          <a:sx n="65" d="100"/>
          <a:sy n="65" d="100"/>
        </p:scale>
        <p:origin x="2652" y="48"/>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presProps" Target="presProps.xml"/><Relationship Id="rId3" Type="http://schemas.openxmlformats.org/officeDocument/2006/relationships/customXml" Target="../customXml/item3.xml"/><Relationship Id="rId21" Type="http://schemas.openxmlformats.org/officeDocument/2006/relationships/slide" Target="slides/slide17.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commentAuthors" Target="commentAuthors.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29" Type="http://schemas.openxmlformats.org/officeDocument/2006/relationships/tableStyles" Target="tableStyles.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tags" Target="tags/tag1.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handoutMaster" Target="handoutMasters/handoutMaster1.xml"/><Relationship Id="rId28" Type="http://schemas.openxmlformats.org/officeDocument/2006/relationships/theme" Target="theme/theme1.xml"/><Relationship Id="rId10" Type="http://schemas.openxmlformats.org/officeDocument/2006/relationships/slide" Target="slides/slide6.xml"/><Relationship Id="rId19" Type="http://schemas.openxmlformats.org/officeDocument/2006/relationships/slide" Target="slides/slide15.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notesMaster" Target="notesMasters/notesMaster1.xml"/><Relationship Id="rId27" Type="http://schemas.openxmlformats.org/officeDocument/2006/relationships/viewProps" Target="viewProps.xml"/></Relationships>
</file>

<file path=ppt/diagrams/_rels/data1.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23.svg"/><Relationship Id="rId1" Type="http://schemas.openxmlformats.org/officeDocument/2006/relationships/image" Target="../media/image22.png"/><Relationship Id="rId4" Type="http://schemas.openxmlformats.org/officeDocument/2006/relationships/image" Target="../media/image25.svg"/></Relationships>
</file>

<file path=ppt/diagrams/_rels/drawing1.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23.svg"/><Relationship Id="rId1" Type="http://schemas.openxmlformats.org/officeDocument/2006/relationships/image" Target="../media/image22.png"/><Relationship Id="rId4" Type="http://schemas.openxmlformats.org/officeDocument/2006/relationships/image" Target="../media/image25.svg"/></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D5FA7BE4-2A98-4B02-9510-7EFAF39B32EC}" type="doc">
      <dgm:prSet loTypeId="urn:microsoft.com/office/officeart/2018/2/layout/IconVerticalSolidList" loCatId="icon" qsTypeId="urn:microsoft.com/office/officeart/2005/8/quickstyle/simple1" qsCatId="simple" csTypeId="urn:microsoft.com/office/officeart/2005/8/colors/accent1_2" csCatId="accent1" phldr="1"/>
      <dgm:spPr/>
      <dgm:t>
        <a:bodyPr/>
        <a:lstStyle/>
        <a:p>
          <a:endParaRPr lang="en-US"/>
        </a:p>
      </dgm:t>
    </dgm:pt>
    <dgm:pt modelId="{20414C31-A7F2-410B-A8A2-2074AACF2012}">
      <dgm:prSet custT="1"/>
      <dgm:spPr/>
      <dgm:t>
        <a:bodyPr/>
        <a:lstStyle/>
        <a:p>
          <a:r>
            <a:rPr lang="en-GB" sz="2000" b="1" dirty="0"/>
            <a:t>    Working with inheritance</a:t>
          </a:r>
          <a:endParaRPr lang="en-US" sz="1600" b="1" dirty="0"/>
        </a:p>
      </dgm:t>
    </dgm:pt>
    <dgm:pt modelId="{A5537179-FFE8-4D37-888A-AAD3C607B1BB}" type="parTrans" cxnId="{B2BE5219-F392-4120-9C61-30B42EF09C07}">
      <dgm:prSet/>
      <dgm:spPr/>
      <dgm:t>
        <a:bodyPr/>
        <a:lstStyle/>
        <a:p>
          <a:endParaRPr lang="en-US"/>
        </a:p>
      </dgm:t>
    </dgm:pt>
    <dgm:pt modelId="{B8FF9BF0-3F09-4B40-9D20-AAFDA877092C}" type="sibTrans" cxnId="{B2BE5219-F392-4120-9C61-30B42EF09C07}">
      <dgm:prSet/>
      <dgm:spPr/>
      <dgm:t>
        <a:bodyPr/>
        <a:lstStyle/>
        <a:p>
          <a:endParaRPr lang="en-US"/>
        </a:p>
      </dgm:t>
    </dgm:pt>
    <dgm:pt modelId="{EB544CAE-C268-4556-8B77-B6AF41E0C214}">
      <dgm:prSet custT="1"/>
      <dgm:spPr/>
      <dgm:t>
        <a:bodyPr/>
        <a:lstStyle/>
        <a:p>
          <a:r>
            <a:rPr lang="en-GB" sz="2000" b="1" dirty="0"/>
            <a:t>Duration 90 minutes</a:t>
          </a:r>
          <a:endParaRPr lang="en-US" sz="2400" b="0" dirty="0"/>
        </a:p>
      </dgm:t>
    </dgm:pt>
    <dgm:pt modelId="{8EC46064-FB22-48BD-9157-CFB16DFAE2E9}" type="parTrans" cxnId="{789F647B-A22C-49B5-9CEE-CE24E198B80B}">
      <dgm:prSet/>
      <dgm:spPr/>
      <dgm:t>
        <a:bodyPr/>
        <a:lstStyle/>
        <a:p>
          <a:endParaRPr lang="en-US"/>
        </a:p>
      </dgm:t>
    </dgm:pt>
    <dgm:pt modelId="{780DEF43-8EED-459C-8DFA-982C494C12FB}" type="sibTrans" cxnId="{789F647B-A22C-49B5-9CEE-CE24E198B80B}">
      <dgm:prSet/>
      <dgm:spPr/>
      <dgm:t>
        <a:bodyPr/>
        <a:lstStyle/>
        <a:p>
          <a:endParaRPr lang="en-US"/>
        </a:p>
      </dgm:t>
    </dgm:pt>
    <dgm:pt modelId="{E7F6EAA9-1048-45E6-A143-4541D8903BDB}" type="pres">
      <dgm:prSet presAssocID="{D5FA7BE4-2A98-4B02-9510-7EFAF39B32EC}" presName="root" presStyleCnt="0">
        <dgm:presLayoutVars>
          <dgm:dir/>
          <dgm:resizeHandles val="exact"/>
        </dgm:presLayoutVars>
      </dgm:prSet>
      <dgm:spPr/>
    </dgm:pt>
    <dgm:pt modelId="{138C29D8-924F-4AA7-B9EB-12B62EF94A0A}" type="pres">
      <dgm:prSet presAssocID="{20414C31-A7F2-410B-A8A2-2074AACF2012}" presName="compNode" presStyleCnt="0"/>
      <dgm:spPr/>
    </dgm:pt>
    <dgm:pt modelId="{0F45E7EC-4823-4B41-8FB7-1517A5644CF2}" type="pres">
      <dgm:prSet presAssocID="{20414C31-A7F2-410B-A8A2-2074AACF2012}" presName="bgRect" presStyleLbl="bgShp" presStyleIdx="0" presStyleCnt="2"/>
      <dgm:spPr/>
    </dgm:pt>
    <dgm:pt modelId="{270C9F17-21DD-4C6B-B4A4-FC56789D82E8}" type="pres">
      <dgm:prSet presAssocID="{20414C31-A7F2-410B-A8A2-2074AACF2012}" presName="iconRect" presStyleLbl="node1" presStyleIdx="0" presStyleCnt="2"/>
      <dgm:spPr>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Head with Gears"/>
        </a:ext>
      </dgm:extLst>
    </dgm:pt>
    <dgm:pt modelId="{5FA18B10-A546-407B-BFD4-81E437748BD0}" type="pres">
      <dgm:prSet presAssocID="{20414C31-A7F2-410B-A8A2-2074AACF2012}" presName="spaceRect" presStyleCnt="0"/>
      <dgm:spPr/>
    </dgm:pt>
    <dgm:pt modelId="{C656AC05-6F41-4032-BE1E-876234FB0335}" type="pres">
      <dgm:prSet presAssocID="{20414C31-A7F2-410B-A8A2-2074AACF2012}" presName="parTx" presStyleLbl="revTx" presStyleIdx="0" presStyleCnt="2" custScaleX="117685" custLinFactNeighborX="5708" custLinFactNeighborY="5955">
        <dgm:presLayoutVars>
          <dgm:chMax val="0"/>
          <dgm:chPref val="0"/>
        </dgm:presLayoutVars>
      </dgm:prSet>
      <dgm:spPr/>
    </dgm:pt>
    <dgm:pt modelId="{B015EF07-ED1F-4CB3-A3A7-4091453A6B41}" type="pres">
      <dgm:prSet presAssocID="{B8FF9BF0-3F09-4B40-9D20-AAFDA877092C}" presName="sibTrans" presStyleCnt="0"/>
      <dgm:spPr/>
    </dgm:pt>
    <dgm:pt modelId="{B64599BA-DCD9-4FCE-BDA8-FD048B6A3EEC}" type="pres">
      <dgm:prSet presAssocID="{EB544CAE-C268-4556-8B77-B6AF41E0C214}" presName="compNode" presStyleCnt="0"/>
      <dgm:spPr/>
    </dgm:pt>
    <dgm:pt modelId="{A30C6321-6940-4E9D-84D1-CFF719883A23}" type="pres">
      <dgm:prSet presAssocID="{EB544CAE-C268-4556-8B77-B6AF41E0C214}" presName="bgRect" presStyleLbl="bgShp" presStyleIdx="1" presStyleCnt="2" custLinFactNeighborX="984"/>
      <dgm:spPr/>
    </dgm:pt>
    <dgm:pt modelId="{319A5AB9-5146-4CC8-9B3C-F5994CAAC7CB}" type="pres">
      <dgm:prSet presAssocID="{EB544CAE-C268-4556-8B77-B6AF41E0C214}" presName="iconRect" presStyleLbl="node1" presStyleIdx="1" presStyleCnt="2"/>
      <dgm:spPr>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dgm:spPr>
      <dgm:extLst>
        <a:ext uri="{E40237B7-FDA0-4F09-8148-C483321AD2D9}">
          <dgm14:cNvPr xmlns:dgm14="http://schemas.microsoft.com/office/drawing/2010/diagram" id="0" name="" descr="Clock"/>
        </a:ext>
      </dgm:extLst>
    </dgm:pt>
    <dgm:pt modelId="{4C1BB512-F3BB-43EE-9CE4-9504E559D210}" type="pres">
      <dgm:prSet presAssocID="{EB544CAE-C268-4556-8B77-B6AF41E0C214}" presName="spaceRect" presStyleCnt="0"/>
      <dgm:spPr/>
    </dgm:pt>
    <dgm:pt modelId="{8D4A5A7B-430A-470B-97C9-2884B891E74A}" type="pres">
      <dgm:prSet presAssocID="{EB544CAE-C268-4556-8B77-B6AF41E0C214}" presName="parTx" presStyleLbl="revTx" presStyleIdx="1" presStyleCnt="2">
        <dgm:presLayoutVars>
          <dgm:chMax val="0"/>
          <dgm:chPref val="0"/>
        </dgm:presLayoutVars>
      </dgm:prSet>
      <dgm:spPr/>
    </dgm:pt>
  </dgm:ptLst>
  <dgm:cxnLst>
    <dgm:cxn modelId="{B2BE5219-F392-4120-9C61-30B42EF09C07}" srcId="{D5FA7BE4-2A98-4B02-9510-7EFAF39B32EC}" destId="{20414C31-A7F2-410B-A8A2-2074AACF2012}" srcOrd="0" destOrd="0" parTransId="{A5537179-FFE8-4D37-888A-AAD3C607B1BB}" sibTransId="{B8FF9BF0-3F09-4B40-9D20-AAFDA877092C}"/>
    <dgm:cxn modelId="{DE718C37-8600-413B-AF15-3D97C4D6915B}" type="presOf" srcId="{D5FA7BE4-2A98-4B02-9510-7EFAF39B32EC}" destId="{E7F6EAA9-1048-45E6-A143-4541D8903BDB}" srcOrd="0" destOrd="0" presId="urn:microsoft.com/office/officeart/2018/2/layout/IconVerticalSolidList"/>
    <dgm:cxn modelId="{AA353D44-1F2B-445F-A8FA-B054AA7F76A1}" type="presOf" srcId="{EB544CAE-C268-4556-8B77-B6AF41E0C214}" destId="{8D4A5A7B-430A-470B-97C9-2884B891E74A}" srcOrd="0" destOrd="0" presId="urn:microsoft.com/office/officeart/2018/2/layout/IconVerticalSolidList"/>
    <dgm:cxn modelId="{789F647B-A22C-49B5-9CEE-CE24E198B80B}" srcId="{D5FA7BE4-2A98-4B02-9510-7EFAF39B32EC}" destId="{EB544CAE-C268-4556-8B77-B6AF41E0C214}" srcOrd="1" destOrd="0" parTransId="{8EC46064-FB22-48BD-9157-CFB16DFAE2E9}" sibTransId="{780DEF43-8EED-459C-8DFA-982C494C12FB}"/>
    <dgm:cxn modelId="{6A9768A7-9C9B-48D1-AB31-0E5F79F0750F}" type="presOf" srcId="{20414C31-A7F2-410B-A8A2-2074AACF2012}" destId="{C656AC05-6F41-4032-BE1E-876234FB0335}" srcOrd="0" destOrd="0" presId="urn:microsoft.com/office/officeart/2018/2/layout/IconVerticalSolidList"/>
    <dgm:cxn modelId="{5F6091D2-572A-4521-85FF-AA8A6C29846A}" type="presParOf" srcId="{E7F6EAA9-1048-45E6-A143-4541D8903BDB}" destId="{138C29D8-924F-4AA7-B9EB-12B62EF94A0A}" srcOrd="0" destOrd="0" presId="urn:microsoft.com/office/officeart/2018/2/layout/IconVerticalSolidList"/>
    <dgm:cxn modelId="{3276DD5E-C0AC-416E-A4F0-BE554558219C}" type="presParOf" srcId="{138C29D8-924F-4AA7-B9EB-12B62EF94A0A}" destId="{0F45E7EC-4823-4B41-8FB7-1517A5644CF2}" srcOrd="0" destOrd="0" presId="urn:microsoft.com/office/officeart/2018/2/layout/IconVerticalSolidList"/>
    <dgm:cxn modelId="{3CB14AC9-56C7-4C8D-9EEC-6D5691F936C4}" type="presParOf" srcId="{138C29D8-924F-4AA7-B9EB-12B62EF94A0A}" destId="{270C9F17-21DD-4C6B-B4A4-FC56789D82E8}" srcOrd="1" destOrd="0" presId="urn:microsoft.com/office/officeart/2018/2/layout/IconVerticalSolidList"/>
    <dgm:cxn modelId="{45A74FE9-3B4D-4A63-B970-51D44F6CABF5}" type="presParOf" srcId="{138C29D8-924F-4AA7-B9EB-12B62EF94A0A}" destId="{5FA18B10-A546-407B-BFD4-81E437748BD0}" srcOrd="2" destOrd="0" presId="urn:microsoft.com/office/officeart/2018/2/layout/IconVerticalSolidList"/>
    <dgm:cxn modelId="{E2F7E5F7-6CEA-432E-8219-8FCD648DFDA8}" type="presParOf" srcId="{138C29D8-924F-4AA7-B9EB-12B62EF94A0A}" destId="{C656AC05-6F41-4032-BE1E-876234FB0335}" srcOrd="3" destOrd="0" presId="urn:microsoft.com/office/officeart/2018/2/layout/IconVerticalSolidList"/>
    <dgm:cxn modelId="{C808A7CC-51D3-4C33-AB31-554D1652DEF9}" type="presParOf" srcId="{E7F6EAA9-1048-45E6-A143-4541D8903BDB}" destId="{B015EF07-ED1F-4CB3-A3A7-4091453A6B41}" srcOrd="1" destOrd="0" presId="urn:microsoft.com/office/officeart/2018/2/layout/IconVerticalSolidList"/>
    <dgm:cxn modelId="{7EEBB25C-9CB6-4089-B7F2-A01D1B746529}" type="presParOf" srcId="{E7F6EAA9-1048-45E6-A143-4541D8903BDB}" destId="{B64599BA-DCD9-4FCE-BDA8-FD048B6A3EEC}" srcOrd="2" destOrd="0" presId="urn:microsoft.com/office/officeart/2018/2/layout/IconVerticalSolidList"/>
    <dgm:cxn modelId="{BCF9EA9A-3AF6-4AE0-B3A4-4CF6B7DFC6E3}" type="presParOf" srcId="{B64599BA-DCD9-4FCE-BDA8-FD048B6A3EEC}" destId="{A30C6321-6940-4E9D-84D1-CFF719883A23}" srcOrd="0" destOrd="0" presId="urn:microsoft.com/office/officeart/2018/2/layout/IconVerticalSolidList"/>
    <dgm:cxn modelId="{F5B506FF-2C7D-4561-98D7-6ED63318B9D2}" type="presParOf" srcId="{B64599BA-DCD9-4FCE-BDA8-FD048B6A3EEC}" destId="{319A5AB9-5146-4CC8-9B3C-F5994CAAC7CB}" srcOrd="1" destOrd="0" presId="urn:microsoft.com/office/officeart/2018/2/layout/IconVerticalSolidList"/>
    <dgm:cxn modelId="{35613772-D6C6-4C22-BE96-DFF63EB87521}" type="presParOf" srcId="{B64599BA-DCD9-4FCE-BDA8-FD048B6A3EEC}" destId="{4C1BB512-F3BB-43EE-9CE4-9504E559D210}" srcOrd="2" destOrd="0" presId="urn:microsoft.com/office/officeart/2018/2/layout/IconVerticalSolidList"/>
    <dgm:cxn modelId="{CAB38E2A-B608-4F65-AEA3-10BD6D672291}" type="presParOf" srcId="{B64599BA-DCD9-4FCE-BDA8-FD048B6A3EEC}" destId="{8D4A5A7B-430A-470B-97C9-2884B891E74A}" srcOrd="3" destOrd="0" presId="urn:microsoft.com/office/officeart/2018/2/layout/IconVerticalSolid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0F45E7EC-4823-4B41-8FB7-1517A5644CF2}">
      <dsp:nvSpPr>
        <dsp:cNvPr id="0" name=""/>
        <dsp:cNvSpPr/>
      </dsp:nvSpPr>
      <dsp:spPr>
        <a:xfrm>
          <a:off x="-231310" y="618168"/>
          <a:ext cx="6565582" cy="1127646"/>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270C9F17-21DD-4C6B-B4A4-FC56789D82E8}">
      <dsp:nvSpPr>
        <dsp:cNvPr id="0" name=""/>
        <dsp:cNvSpPr/>
      </dsp:nvSpPr>
      <dsp:spPr>
        <a:xfrm>
          <a:off x="109802" y="871888"/>
          <a:ext cx="620205" cy="620205"/>
        </a:xfrm>
        <a:prstGeom prst="rect">
          <a:avLst/>
        </a:prstGeom>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C656AC05-6F41-4032-BE1E-876234FB0335}">
      <dsp:nvSpPr>
        <dsp:cNvPr id="0" name=""/>
        <dsp:cNvSpPr/>
      </dsp:nvSpPr>
      <dsp:spPr>
        <a:xfrm>
          <a:off x="605952" y="685319"/>
          <a:ext cx="6190939" cy="112764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19343" tIns="119343" rIns="119343" bIns="119343" numCol="1" spcCol="1270" anchor="ctr" anchorCtr="0">
          <a:noAutofit/>
        </a:bodyPr>
        <a:lstStyle/>
        <a:p>
          <a:pPr marL="0" lvl="0" indent="0" algn="l" defTabSz="889000">
            <a:lnSpc>
              <a:spcPct val="90000"/>
            </a:lnSpc>
            <a:spcBef>
              <a:spcPct val="0"/>
            </a:spcBef>
            <a:spcAft>
              <a:spcPct val="35000"/>
            </a:spcAft>
            <a:buNone/>
          </a:pPr>
          <a:r>
            <a:rPr lang="en-GB" sz="2000" b="1" kern="1200" dirty="0"/>
            <a:t>    Working with inheritance</a:t>
          </a:r>
          <a:endParaRPr lang="en-US" sz="1600" b="1" kern="1200" dirty="0"/>
        </a:p>
      </dsp:txBody>
      <dsp:txXfrm>
        <a:off x="605952" y="685319"/>
        <a:ext cx="6190939" cy="1127646"/>
      </dsp:txXfrm>
    </dsp:sp>
    <dsp:sp modelId="{A30C6321-6940-4E9D-84D1-CFF719883A23}">
      <dsp:nvSpPr>
        <dsp:cNvPr id="0" name=""/>
        <dsp:cNvSpPr/>
      </dsp:nvSpPr>
      <dsp:spPr>
        <a:xfrm>
          <a:off x="-166705" y="2027726"/>
          <a:ext cx="6565582" cy="1127646"/>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319A5AB9-5146-4CC8-9B3C-F5994CAAC7CB}">
      <dsp:nvSpPr>
        <dsp:cNvPr id="0" name=""/>
        <dsp:cNvSpPr/>
      </dsp:nvSpPr>
      <dsp:spPr>
        <a:xfrm>
          <a:off x="109802" y="2281447"/>
          <a:ext cx="620205" cy="620205"/>
        </a:xfrm>
        <a:prstGeom prst="rect">
          <a:avLst/>
        </a:prstGeom>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8D4A5A7B-430A-470B-97C9-2884B891E74A}">
      <dsp:nvSpPr>
        <dsp:cNvPr id="0" name=""/>
        <dsp:cNvSpPr/>
      </dsp:nvSpPr>
      <dsp:spPr>
        <a:xfrm>
          <a:off x="1071121" y="2027726"/>
          <a:ext cx="5260602" cy="112764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19343" tIns="119343" rIns="119343" bIns="119343" numCol="1" spcCol="1270" anchor="ctr" anchorCtr="0">
          <a:noAutofit/>
        </a:bodyPr>
        <a:lstStyle/>
        <a:p>
          <a:pPr marL="0" lvl="0" indent="0" algn="l" defTabSz="889000">
            <a:lnSpc>
              <a:spcPct val="90000"/>
            </a:lnSpc>
            <a:spcBef>
              <a:spcPct val="0"/>
            </a:spcBef>
            <a:spcAft>
              <a:spcPct val="35000"/>
            </a:spcAft>
            <a:buNone/>
          </a:pPr>
          <a:r>
            <a:rPr lang="en-GB" sz="2000" b="1" kern="1200" dirty="0"/>
            <a:t>Duration 90 minutes</a:t>
          </a:r>
          <a:endParaRPr lang="en-US" sz="2400" b="0" kern="1200" dirty="0"/>
        </a:p>
      </dsp:txBody>
      <dsp:txXfrm>
        <a:off x="1071121" y="2027726"/>
        <a:ext cx="5260602" cy="1127646"/>
      </dsp:txXfrm>
    </dsp:sp>
  </dsp:spTree>
</dsp:drawing>
</file>

<file path=ppt/diagrams/layout1.xml><?xml version="1.0" encoding="utf-8"?>
<dgm:layoutDef xmlns:dgm="http://schemas.openxmlformats.org/drawingml/2006/diagram" xmlns:a="http://schemas.openxmlformats.org/drawingml/2006/main" uniqueId="urn:microsoft.com/office/officeart/2018/2/layout/IconVerticalSolidList">
  <dgm:title val="Icon Vertical Solid List"/>
  <dgm:desc val="Use to show a series of visuals from top to bottom with Level 1 or Level 1 and Level 2 text grouped in a shape. Works best with icons or small pictures with lengthier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hoose name="Name3">
      <dgm:if name="Name4" axis="ch" ptType="node" func="cnt" op="lte" val="3">
        <dgm:constrLst>
          <dgm:constr type="h" for="ch" forName="compNode" refType="h" fact="0.3"/>
          <dgm:constr type="w" for="ch" forName="compNode" refType="w"/>
          <dgm:constr type="h" for="ch" forName="sibTrans" refType="h" refFor="ch" refForName="compNode" fact="0.25"/>
          <dgm:constr type="primFontSz" for="des" forName="parTx" val="25"/>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5" axis="ch" ptType="node" func="cnt" op="lte" val="4">
        <dgm:constrLst>
          <dgm:constr type="h" for="ch" forName="compNode" refType="h" fact="0.3"/>
          <dgm:constr type="w" for="ch" forName="compNode" refType="w"/>
          <dgm:constr type="h" for="ch" forName="sibTrans" refType="h" refFor="ch" refForName="compNode" fact="0.25"/>
          <dgm:constr type="primFontSz" for="des" forName="parTx" val="22"/>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6" axis="ch" ptType="node" func="cnt" op="lte" val="6">
        <dgm:constrLst>
          <dgm:constr type="h" for="ch" forName="compNode" refType="h" fact="0.3"/>
          <dgm:constr type="w" for="ch" forName="compNode" refType="w"/>
          <dgm:constr type="h" for="ch" forName="sibTrans" refType="h" refFor="ch" refForName="compNode" fact="0.25"/>
          <dgm:constr type="primFontSz" for="des" forName="parTx" val="19"/>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else name="Name7">
        <dgm:constrLst>
          <dgm:constr type="h" for="ch" forName="compNode" refType="h" fact="0.3"/>
          <dgm:constr type="w" for="ch" forName="compNode" refType="w"/>
          <dgm:constr type="h" for="ch" forName="sibTrans" refType="h" refFor="ch" refForName="compNode" fact="0.25"/>
          <dgm:constr type="primFontSz" for="des" forName="parTx" val="16"/>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else>
    </dgm:choose>
    <dgm:ruleLst>
      <dgm:rule type="h" for="ch" forName="compNode" val="0" fact="NaN" max="NaN"/>
    </dgm:ruleLst>
    <dgm:forEach name="Name8" axis="ch" ptType="node">
      <dgm:layoutNode name="compNode">
        <dgm:alg type="composite"/>
        <dgm:shape xmlns:r="http://schemas.openxmlformats.org/officeDocument/2006/relationships" r:blip="">
          <dgm:adjLst/>
        </dgm:shape>
        <dgm:presOf axis="self"/>
        <dgm:choose name="Name9">
          <dgm:if name="Name10" axis="ch" ptType="node" func="cnt" op="gte" val="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w" for="ch" forName="parTx" refType="w" fact="0.45"/>
              <dgm:constr type="h" for="ch" forName="parTx" refType="h"/>
              <dgm:constr type="l" for="ch" forName="parTx" refType="r" refFor="ch" refForName="spaceRect"/>
              <dgm:constr type="t" for="ch" forName="parTx"/>
              <dgm:constr type="h" for="ch" forName="desTx" refType="h"/>
              <dgm:constr type="l" for="ch" forName="desTx" refType="r" refFor="ch" refForName="parTx"/>
              <dgm:constr type="t" for="ch" forName="desTx"/>
            </dgm:constrLst>
          </dgm:if>
          <dgm:else name="Name1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h" for="ch" forName="parTx" refType="h"/>
              <dgm:constr type="l" for="ch" forName="parTx" refType="r" refFor="ch" refForName="spaceRect"/>
              <dgm:constr type="t" for="ch" forName="parTx"/>
            </dgm:constrLst>
          </dgm:else>
        </dgm:choose>
        <dgm:ruleLst>
          <dgm:rule type="h" val="INF" fact="NaN" max="NaN"/>
        </dgm:ruleLst>
        <dgm:layoutNode name="bgRect" styleLbl="bgShp">
          <dgm:alg type="sp"/>
          <dgm:shape xmlns:r="http://schemas.openxmlformats.org/officeDocument/2006/relationships" type="roundRect" r:blip="">
            <dgm:adjLst>
              <dgm:adj idx="1" val="0.1"/>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mid"/>
            <dgm:param type="parTxLTRAlign" val="l"/>
            <dgm:param type="shpTxLTRAlignCh" val="l"/>
            <dgm:param type="parTxRTLAlign" val="r"/>
            <dgm:param type="shpTxRTLAlignCh" val="r"/>
          </dgm:alg>
          <dgm:shape xmlns:r="http://schemas.openxmlformats.org/officeDocument/2006/relationships" type="rect" r:blip="">
            <dgm:adjLst/>
          </dgm:shape>
          <dgm:presOf axis="self" ptType="node"/>
          <dgm:constrLst>
            <dgm:constr type="lMarg" refType="h" fact="0.3"/>
            <dgm:constr type="rMarg" refType="h" fact="0.3"/>
            <dgm:constr type="tMarg" refType="h" fact="0.3"/>
            <dgm:constr type="bMarg" refType="h" fact="0.3"/>
          </dgm:constrLst>
          <dgm:ruleLst>
            <dgm:rule type="primFontSz" val="14" fact="NaN" max="NaN"/>
            <dgm:rule type="h" val="INF" fact="NaN" max="NaN"/>
          </dgm:ruleLst>
        </dgm:layoutNode>
        <dgm:choose name="Name12">
          <dgm:if name="Name13" axis="ch" ptType="node" func="cnt" op="gte" val="1">
            <dgm:layoutNode name="desTx" styleLbl="revTx">
              <dgm:varLst/>
              <dgm:alg type="tx">
                <dgm:param type="txAnchorVertCh" val="mid"/>
                <dgm:param type="parTxLTRAlign" val="l"/>
                <dgm:param type="shpTxLTRAlignCh" val="l"/>
                <dgm:param type="parTxRTLAlign" val="r"/>
                <dgm:param type="shpTxRTLAlignCh" val="r"/>
                <dgm:param type="stBulletLvl" val="0"/>
              </dgm:alg>
              <dgm:shape xmlns:r="http://schemas.openxmlformats.org/officeDocument/2006/relationships" type="rect" r:blip="">
                <dgm:adjLst/>
              </dgm:shape>
              <dgm:presOf axis="des" ptType="node"/>
              <dgm:constrLst>
                <dgm:constr type="primFontSz" val="18"/>
                <dgm:constr type="secFontSz" refType="primFontSz"/>
                <dgm:constr type="lMarg" refType="h" fact="0.3"/>
                <dgm:constr type="rMarg" refType="h" fact="0.3"/>
                <dgm:constr type="tMarg" refType="h" fact="0.3"/>
                <dgm:constr type="bMarg" refType="h" fact="0.3"/>
              </dgm:constrLst>
              <dgm:ruleLst>
                <dgm:rule type="primFontSz" val="11" fact="NaN" max="NaN"/>
              </dgm:ruleLst>
            </dgm:layoutNode>
          </dgm:if>
          <dgm:else name="Name14"/>
        </dgm:choose>
      </dgm:layoutNode>
      <dgm:forEach name="Name15"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a:lvl2pPr>
          <a:lnSpc>
            <a:spcPct val="100000"/>
          </a:lnSpc>
        </a:lvl2pPr>
      </dgm1612:lstStyle>
    </a:ext>
  </dgm:extLst>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1" y="1"/>
            <a:ext cx="2879725" cy="49053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sz="quarter" idx="1"/>
          </p:nvPr>
        </p:nvSpPr>
        <p:spPr>
          <a:xfrm>
            <a:off x="3763964" y="1"/>
            <a:ext cx="2879725" cy="490538"/>
          </a:xfrm>
          <a:prstGeom prst="rect">
            <a:avLst/>
          </a:prstGeom>
        </p:spPr>
        <p:txBody>
          <a:bodyPr vert="horz" lIns="91440" tIns="45720" rIns="91440" bIns="45720" rtlCol="0"/>
          <a:lstStyle>
            <a:lvl1pPr algn="r">
              <a:defRPr sz="1200"/>
            </a:lvl1pPr>
          </a:lstStyle>
          <a:p>
            <a:fld id="{86D088FE-3E68-47FE-8BA4-634CD34BABBC}" type="datetimeFigureOut">
              <a:rPr lang="en-GB" smtClean="0"/>
              <a:t>10/12/2025</a:t>
            </a:fld>
            <a:endParaRPr lang="en-GB"/>
          </a:p>
        </p:txBody>
      </p:sp>
      <p:sp>
        <p:nvSpPr>
          <p:cNvPr id="4" name="Footer Placeholder 3"/>
          <p:cNvSpPr>
            <a:spLocks noGrp="1"/>
          </p:cNvSpPr>
          <p:nvPr>
            <p:ph type="ftr" sz="quarter" idx="2"/>
          </p:nvPr>
        </p:nvSpPr>
        <p:spPr>
          <a:xfrm>
            <a:off x="1" y="9285289"/>
            <a:ext cx="2879725" cy="490536"/>
          </a:xfrm>
          <a:prstGeom prst="rect">
            <a:avLst/>
          </a:prstGeom>
        </p:spPr>
        <p:txBody>
          <a:bodyPr vert="horz" lIns="91440" tIns="45720" rIns="91440" bIns="45720" rtlCol="0" anchor="b"/>
          <a:lstStyle>
            <a:lvl1pPr algn="l">
              <a:defRPr sz="1200"/>
            </a:lvl1pPr>
          </a:lstStyle>
          <a:p>
            <a:endParaRPr lang="en-GB"/>
          </a:p>
        </p:txBody>
      </p:sp>
      <p:sp>
        <p:nvSpPr>
          <p:cNvPr id="5" name="Slide Number Placeholder 4"/>
          <p:cNvSpPr>
            <a:spLocks noGrp="1"/>
          </p:cNvSpPr>
          <p:nvPr>
            <p:ph type="sldNum" sz="quarter" idx="3"/>
          </p:nvPr>
        </p:nvSpPr>
        <p:spPr>
          <a:xfrm>
            <a:off x="3763964" y="9285289"/>
            <a:ext cx="2879725" cy="490536"/>
          </a:xfrm>
          <a:prstGeom prst="rect">
            <a:avLst/>
          </a:prstGeom>
        </p:spPr>
        <p:txBody>
          <a:bodyPr vert="horz" lIns="91440" tIns="45720" rIns="91440" bIns="45720" rtlCol="0" anchor="b"/>
          <a:lstStyle>
            <a:lvl1pPr algn="r">
              <a:defRPr sz="1200"/>
            </a:lvl1pPr>
          </a:lstStyle>
          <a:p>
            <a:fld id="{29B31C5D-0DE0-4486-9782-41885BE58160}" type="slidenum">
              <a:rPr lang="en-GB" smtClean="0"/>
              <a:t>‹#›</a:t>
            </a:fld>
            <a:endParaRPr lang="en-GB"/>
          </a:p>
        </p:txBody>
      </p:sp>
    </p:spTree>
    <p:extLst>
      <p:ext uri="{BB962C8B-B14F-4D97-AF65-F5344CB8AC3E}">
        <p14:creationId xmlns:p14="http://schemas.microsoft.com/office/powerpoint/2010/main" val="2993082546"/>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1" y="0"/>
            <a:ext cx="2879619" cy="490489"/>
          </a:xfrm>
          <a:prstGeom prst="rect">
            <a:avLst/>
          </a:prstGeom>
        </p:spPr>
        <p:txBody>
          <a:bodyPr vert="horz" lIns="91440" tIns="45720" rIns="91440" bIns="45720" rtlCol="0"/>
          <a:lstStyle>
            <a:lvl1pPr algn="l">
              <a:defRPr sz="1200">
                <a:latin typeface="Montserrat" panose="00000500000000000000" pitchFamily="2" charset="0"/>
              </a:defRPr>
            </a:lvl1pPr>
          </a:lstStyle>
          <a:p>
            <a:endParaRPr lang="en-GB" dirty="0"/>
          </a:p>
        </p:txBody>
      </p:sp>
      <p:sp>
        <p:nvSpPr>
          <p:cNvPr id="3" name="Date Placeholder 2"/>
          <p:cNvSpPr>
            <a:spLocks noGrp="1"/>
          </p:cNvSpPr>
          <p:nvPr>
            <p:ph type="dt" idx="1"/>
          </p:nvPr>
        </p:nvSpPr>
        <p:spPr>
          <a:xfrm>
            <a:off x="3764119" y="0"/>
            <a:ext cx="2879619" cy="490489"/>
          </a:xfrm>
          <a:prstGeom prst="rect">
            <a:avLst/>
          </a:prstGeom>
        </p:spPr>
        <p:txBody>
          <a:bodyPr vert="horz" lIns="91440" tIns="45720" rIns="91440" bIns="45720" rtlCol="0"/>
          <a:lstStyle>
            <a:lvl1pPr algn="r">
              <a:defRPr sz="1200">
                <a:latin typeface="Montserrat" panose="00000500000000000000" pitchFamily="2" charset="0"/>
              </a:defRPr>
            </a:lvl1pPr>
          </a:lstStyle>
          <a:p>
            <a:fld id="{1D6B66C6-1E92-0F4E-A300-9D4ED1F0C23F}" type="datetimeFigureOut">
              <a:rPr lang="en-GB" smtClean="0"/>
              <a:pPr/>
              <a:t>10/12/2025</a:t>
            </a:fld>
            <a:endParaRPr lang="en-GB"/>
          </a:p>
        </p:txBody>
      </p:sp>
      <p:sp>
        <p:nvSpPr>
          <p:cNvPr id="4" name="Slide Image Placeholder 3"/>
          <p:cNvSpPr>
            <a:spLocks noGrp="1" noRot="1" noChangeAspect="1"/>
          </p:cNvSpPr>
          <p:nvPr>
            <p:ph type="sldImg" idx="2"/>
          </p:nvPr>
        </p:nvSpPr>
        <p:spPr>
          <a:xfrm>
            <a:off x="388938" y="1220788"/>
            <a:ext cx="5867400" cy="3300412"/>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64528" y="4704617"/>
            <a:ext cx="5316220" cy="3849231"/>
          </a:xfrm>
          <a:prstGeom prst="rect">
            <a:avLst/>
          </a:prstGeom>
        </p:spPr>
        <p:txBody>
          <a:bodyPr vert="horz" lIns="91440" tIns="45720" rIns="91440" bIns="45720" rtlCol="0"/>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GB" dirty="0"/>
          </a:p>
        </p:txBody>
      </p:sp>
      <p:sp>
        <p:nvSpPr>
          <p:cNvPr id="6" name="Footer Placeholder 5"/>
          <p:cNvSpPr>
            <a:spLocks noGrp="1"/>
          </p:cNvSpPr>
          <p:nvPr>
            <p:ph type="ftr" sz="quarter" idx="4"/>
          </p:nvPr>
        </p:nvSpPr>
        <p:spPr>
          <a:xfrm>
            <a:off x="1" y="9285339"/>
            <a:ext cx="2879619" cy="490488"/>
          </a:xfrm>
          <a:prstGeom prst="rect">
            <a:avLst/>
          </a:prstGeom>
        </p:spPr>
        <p:txBody>
          <a:bodyPr vert="horz" lIns="91440" tIns="45720" rIns="91440" bIns="45720" rtlCol="0" anchor="b"/>
          <a:lstStyle>
            <a:lvl1pPr algn="l">
              <a:defRPr sz="1200">
                <a:latin typeface="Montserrat" panose="00000500000000000000" pitchFamily="2" charset="0"/>
              </a:defRPr>
            </a:lvl1pPr>
          </a:lstStyle>
          <a:p>
            <a:endParaRPr lang="en-GB"/>
          </a:p>
        </p:txBody>
      </p:sp>
      <p:sp>
        <p:nvSpPr>
          <p:cNvPr id="7" name="Slide Number Placeholder 6"/>
          <p:cNvSpPr>
            <a:spLocks noGrp="1"/>
          </p:cNvSpPr>
          <p:nvPr>
            <p:ph type="sldNum" sz="quarter" idx="5"/>
          </p:nvPr>
        </p:nvSpPr>
        <p:spPr>
          <a:xfrm>
            <a:off x="3764119" y="9285339"/>
            <a:ext cx="2879619" cy="490488"/>
          </a:xfrm>
          <a:prstGeom prst="rect">
            <a:avLst/>
          </a:prstGeom>
        </p:spPr>
        <p:txBody>
          <a:bodyPr vert="horz" lIns="91440" tIns="45720" rIns="91440" bIns="45720" rtlCol="0" anchor="b"/>
          <a:lstStyle>
            <a:lvl1pPr algn="r">
              <a:defRPr sz="1200">
                <a:latin typeface="Montserrat" panose="00000500000000000000" pitchFamily="2" charset="0"/>
              </a:defRPr>
            </a:lvl1pPr>
          </a:lstStyle>
          <a:p>
            <a:fld id="{548901C6-1DA1-FB44-ABEE-06A0FEB7738E}" type="slidenum">
              <a:rPr lang="en-GB" smtClean="0"/>
              <a:pPr/>
              <a:t>‹#›</a:t>
            </a:fld>
            <a:endParaRPr lang="en-GB"/>
          </a:p>
        </p:txBody>
      </p:sp>
    </p:spTree>
    <p:extLst>
      <p:ext uri="{BB962C8B-B14F-4D97-AF65-F5344CB8AC3E}">
        <p14:creationId xmlns:p14="http://schemas.microsoft.com/office/powerpoint/2010/main" val="1227674794"/>
      </p:ext>
    </p:extLst>
  </p:cSld>
  <p:clrMap bg1="lt1" tx1="dk1" bg2="lt2" tx2="dk2" accent1="accent1" accent2="accent2" accent3="accent3" accent4="accent4" accent5="accent5" accent6="accent6" hlink="hlink" folHlink="folHlink"/>
  <p:hf hdr="0" ftr="0" dt="0"/>
  <p:notesStyle>
    <a:lvl1pPr marL="0" algn="l" defTabSz="914400" rtl="0" eaLnBrk="1" latinLnBrk="0" hangingPunct="1">
      <a:defRPr sz="1200" kern="1200">
        <a:solidFill>
          <a:schemeClr val="tx1"/>
        </a:solidFill>
        <a:latin typeface="Montserrat" panose="00000500000000000000" pitchFamily="2" charset="0"/>
        <a:ea typeface="+mn-ea"/>
        <a:cs typeface="+mn-cs"/>
      </a:defRPr>
    </a:lvl1pPr>
    <a:lvl2pPr marL="457200" algn="l" defTabSz="914400" rtl="0" eaLnBrk="1" latinLnBrk="0" hangingPunct="1">
      <a:defRPr sz="1200" kern="1200">
        <a:solidFill>
          <a:schemeClr val="tx1"/>
        </a:solidFill>
        <a:latin typeface="Montserrat" panose="00000500000000000000" pitchFamily="2" charset="0"/>
        <a:ea typeface="+mn-ea"/>
        <a:cs typeface="+mn-cs"/>
      </a:defRPr>
    </a:lvl2pPr>
    <a:lvl3pPr marL="914400" algn="l" defTabSz="914400" rtl="0" eaLnBrk="1" latinLnBrk="0" hangingPunct="1">
      <a:defRPr sz="1200" kern="1200">
        <a:solidFill>
          <a:schemeClr val="tx1"/>
        </a:solidFill>
        <a:latin typeface="Montserrat" panose="00000500000000000000" pitchFamily="2" charset="0"/>
        <a:ea typeface="+mn-ea"/>
        <a:cs typeface="+mn-cs"/>
      </a:defRPr>
    </a:lvl3pPr>
    <a:lvl4pPr marL="1371600" algn="l" defTabSz="914400" rtl="0" eaLnBrk="1" latinLnBrk="0" hangingPunct="1">
      <a:defRPr sz="1200" kern="1200">
        <a:solidFill>
          <a:schemeClr val="tx1"/>
        </a:solidFill>
        <a:latin typeface="Montserrat" panose="00000500000000000000" pitchFamily="2" charset="0"/>
        <a:ea typeface="+mn-ea"/>
        <a:cs typeface="+mn-cs"/>
      </a:defRPr>
    </a:lvl4pPr>
    <a:lvl5pPr marL="1828800" algn="l" defTabSz="914400" rtl="0" eaLnBrk="1" latinLnBrk="0" hangingPunct="1">
      <a:defRPr sz="1200" kern="1200">
        <a:solidFill>
          <a:schemeClr val="tx1"/>
        </a:solidFill>
        <a:latin typeface="Montserrat" panose="00000500000000000000" pitchFamily="2"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35BE1F5F-BEC2-48D5-A890-C07C79853E26}" type="slidenum">
              <a:rPr lang="en-GB" smtClean="0"/>
              <a:t>1</a:t>
            </a:fld>
            <a:endParaRPr lang="en-GB"/>
          </a:p>
        </p:txBody>
      </p:sp>
    </p:spTree>
    <p:extLst>
      <p:ext uri="{BB962C8B-B14F-4D97-AF65-F5344CB8AC3E}">
        <p14:creationId xmlns:p14="http://schemas.microsoft.com/office/powerpoint/2010/main" val="254693195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3" name="Rectangle 5"/>
          <p:cNvSpPr>
            <a:spLocks noGrp="1" noRot="1" noChangeAspect="1" noChangeArrowheads="1" noTextEdit="1"/>
          </p:cNvSpPr>
          <p:nvPr>
            <p:ph type="sldImg"/>
          </p:nvPr>
        </p:nvSpPr>
        <p:spPr>
          <a:ln/>
        </p:spPr>
      </p:sp>
      <p:sp>
        <p:nvSpPr>
          <p:cNvPr id="35844" name="Rectangle 6"/>
          <p:cNvSpPr>
            <a:spLocks noGrp="1" noChangeArrowheads="1"/>
          </p:cNvSpPr>
          <p:nvPr>
            <p:ph type="body" idx="1"/>
          </p:nvPr>
        </p:nvSpPr>
        <p:spPr>
          <a:noFill/>
          <a:ln/>
        </p:spPr>
        <p:txBody>
          <a:bodyPr/>
          <a:lstStyle/>
          <a:p>
            <a:r>
              <a:rPr lang="en-GB" dirty="0"/>
              <a:t>Now that you've mastered classes, it's time to move on to inheritance. Inheritance is a very powerful concept in object-oriented programming, because it allows you to define a new class (known as a sub class) in terms of how that class differs from some other class (known as a super class). </a:t>
            </a:r>
          </a:p>
          <a:p>
            <a:r>
              <a:rPr lang="en-GB" dirty="0"/>
              <a:t>By the end of part three, you should be able to:</a:t>
            </a:r>
          </a:p>
          <a:p>
            <a:pPr marL="619125" lvl="1" indent="-171450">
              <a:buFont typeface="Arial" panose="020B0604020202020204" pitchFamily="34" charset="0"/>
              <a:buChar char="•"/>
            </a:pPr>
            <a:r>
              <a:rPr lang="en-GB" dirty="0"/>
              <a:t>Use inheritance to define new classes</a:t>
            </a:r>
          </a:p>
          <a:p>
            <a:pPr marL="619125" lvl="1" indent="-171450">
              <a:buFont typeface="Arial" panose="020B0604020202020204" pitchFamily="34" charset="0"/>
              <a:buChar char="•"/>
            </a:pPr>
            <a:r>
              <a:rPr lang="en-GB" dirty="0"/>
              <a:t>Ensure proper construction of a super class</a:t>
            </a:r>
          </a:p>
          <a:p>
            <a:pPr marL="619125" lvl="1" indent="-171450">
              <a:buFont typeface="Arial" panose="020B0604020202020204" pitchFamily="34" charset="0"/>
              <a:buChar char="•"/>
            </a:pPr>
            <a:r>
              <a:rPr lang="en-GB" dirty="0"/>
              <a:t>Override methods in a sub class</a:t>
            </a:r>
          </a:p>
          <a:p>
            <a:pPr marL="619125" lvl="1" indent="-171450">
              <a:buFont typeface="Arial" panose="020B0604020202020204" pitchFamily="34" charset="0"/>
              <a:buChar char="•"/>
            </a:pPr>
            <a:r>
              <a:rPr lang="en-GB" dirty="0"/>
              <a:t>If necessary, call methods in a super class</a:t>
            </a:r>
          </a:p>
          <a:p>
            <a:pPr marL="619125" lvl="1" indent="-171450">
              <a:buFont typeface="Arial" panose="020B0604020202020204" pitchFamily="34" charset="0"/>
              <a:buChar char="•"/>
            </a:pPr>
            <a:r>
              <a:rPr lang="en-GB" dirty="0"/>
              <a:t>Explain the concept of polymorphism!</a:t>
            </a:r>
          </a:p>
          <a:p>
            <a:r>
              <a:rPr lang="en-GB" dirty="0"/>
              <a:t> </a:t>
            </a:r>
          </a:p>
          <a:p>
            <a:endParaRPr lang="en-GB" dirty="0"/>
          </a:p>
        </p:txBody>
      </p:sp>
      <p:sp>
        <p:nvSpPr>
          <p:cNvPr id="2" name="Slide Number Placeholder 1"/>
          <p:cNvSpPr>
            <a:spLocks noGrp="1"/>
          </p:cNvSpPr>
          <p:nvPr>
            <p:ph type="sldNum" sz="quarter" idx="10"/>
          </p:nvPr>
        </p:nvSpPr>
        <p:spPr/>
        <p:txBody>
          <a:bodyPr/>
          <a:lstStyle/>
          <a:p>
            <a:fld id="{548901C6-1DA1-FB44-ABEE-06A0FEB7738E}" type="slidenum">
              <a:rPr lang="en-GB" smtClean="0"/>
              <a:pPr/>
              <a:t>2</a:t>
            </a:fld>
            <a:endParaRPr lang="en-GB"/>
          </a:p>
        </p:txBody>
      </p:sp>
    </p:spTree>
    <p:extLst>
      <p:ext uri="{BB962C8B-B14F-4D97-AF65-F5344CB8AC3E}">
        <p14:creationId xmlns:p14="http://schemas.microsoft.com/office/powerpoint/2010/main" val="56006389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Examples of inheritance are ubiquitous in our model of the real world. Our definition of a cat inherits the features of our definition of a mammal, which in turn inherits the features of our definition of an animal. A chair and a table both inherit the features of furniture. A taxi is a kind of car. </a:t>
            </a:r>
          </a:p>
          <a:p>
            <a:endParaRPr lang="en-GB" dirty="0"/>
          </a:p>
          <a:p>
            <a:r>
              <a:rPr lang="en-GB" dirty="0"/>
              <a:t>Notice that sub-classes take on features of the super class and can add or (slightly) modify features, but they cannot remove features.</a:t>
            </a:r>
          </a:p>
          <a:p>
            <a:r>
              <a:rPr lang="en-GB" dirty="0"/>
              <a:t>Many different terms are used with inheritance. Occasionally parent-child is</a:t>
            </a:r>
            <a:r>
              <a:rPr lang="en-GB" baseline="0" dirty="0"/>
              <a:t> used as an alternative to super-sub class.</a:t>
            </a:r>
            <a:endParaRPr lang="en-GB" dirty="0"/>
          </a:p>
          <a:p>
            <a:endParaRPr lang="en-GB" dirty="0"/>
          </a:p>
          <a:p>
            <a:endParaRPr lang="en-GB" dirty="0"/>
          </a:p>
          <a:p>
            <a:endParaRPr lang="en-GB" dirty="0"/>
          </a:p>
        </p:txBody>
      </p:sp>
      <p:sp>
        <p:nvSpPr>
          <p:cNvPr id="4" name="Slide Number Placeholder 3"/>
          <p:cNvSpPr>
            <a:spLocks noGrp="1"/>
          </p:cNvSpPr>
          <p:nvPr>
            <p:ph type="sldNum" sz="quarter" idx="5"/>
          </p:nvPr>
        </p:nvSpPr>
        <p:spPr/>
        <p:txBody>
          <a:bodyPr/>
          <a:lstStyle/>
          <a:p>
            <a:fld id="{35BE1F5F-BEC2-48D5-A890-C07C79853E26}" type="slidenum">
              <a:rPr lang="en-GB" smtClean="0"/>
              <a:t>3</a:t>
            </a:fld>
            <a:endParaRPr lang="en-GB"/>
          </a:p>
        </p:txBody>
      </p:sp>
    </p:spTree>
    <p:extLst>
      <p:ext uri="{BB962C8B-B14F-4D97-AF65-F5344CB8AC3E}">
        <p14:creationId xmlns:p14="http://schemas.microsoft.com/office/powerpoint/2010/main" val="213827704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Let's provide an example where inheritance would be a useful tool: a vector graphics drawing program. Such a program would normally allow you to create common shapes, such as ellipses, rectangles, and triangles. Each of these is likely to be a class in the application's model. However, it quickly becomes apparent that these classes all share common behaviours and properties; shapes are filled with a colour, all need to be drawn, etc.</a:t>
            </a:r>
          </a:p>
          <a:p>
            <a:endParaRPr lang="en-GB" dirty="0"/>
          </a:p>
          <a:p>
            <a:r>
              <a:rPr lang="en-GB" dirty="0"/>
              <a:t>Good OO practice would have you factor the common elements into a super class (maybe called Shape), from which all the other classes would be inherited. These sub classes would then gain the benefit of re-use of the code from the super class. However, the sub types would also need to be able to extend and modify the super class functionality; for example, each separate type would need  to be able to provide its own algorithm to calculate the area of the shape, and many would need to add specific fields and constructors to support their different data requirements.</a:t>
            </a:r>
          </a:p>
          <a:p>
            <a:endParaRPr lang="en-GB" dirty="0"/>
          </a:p>
          <a:p>
            <a:r>
              <a:rPr lang="en-GB" dirty="0"/>
              <a:t>One of the key things that we observe is that we can apply a test to see whether inheritance will work in our model: the ‘is a kind of’ relationship. A triangle is a kind of shape; an ellipse is a kind of shape; a circle is a kind of ellipse. This test confirms that we are introducing inheritance relationships that make logical sense.</a:t>
            </a:r>
          </a:p>
          <a:p>
            <a:endParaRPr lang="en-GB" dirty="0"/>
          </a:p>
        </p:txBody>
      </p:sp>
      <p:sp>
        <p:nvSpPr>
          <p:cNvPr id="4" name="Slide Number Placeholder 3"/>
          <p:cNvSpPr>
            <a:spLocks noGrp="1"/>
          </p:cNvSpPr>
          <p:nvPr>
            <p:ph type="sldNum" sz="quarter" idx="5"/>
          </p:nvPr>
        </p:nvSpPr>
        <p:spPr/>
        <p:txBody>
          <a:bodyPr/>
          <a:lstStyle/>
          <a:p>
            <a:fld id="{35BE1F5F-BEC2-48D5-A890-C07C79853E26}" type="slidenum">
              <a:rPr lang="en-GB" smtClean="0"/>
              <a:t>4</a:t>
            </a:fld>
            <a:endParaRPr lang="en-GB"/>
          </a:p>
        </p:txBody>
      </p:sp>
    </p:spTree>
    <p:extLst>
      <p:ext uri="{BB962C8B-B14F-4D97-AF65-F5344CB8AC3E}">
        <p14:creationId xmlns:p14="http://schemas.microsoft.com/office/powerpoint/2010/main" val="15123278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Note that Java only supports single inheritance. Additionally, any class that does not explicitly extend another class implicitly extends the </a:t>
            </a:r>
            <a:r>
              <a:rPr lang="en-GB" dirty="0" err="1"/>
              <a:t>java.lang.Object</a:t>
            </a:r>
            <a:r>
              <a:rPr lang="en-GB" dirty="0"/>
              <a:t> class. In other words, the Object class is the only class that does not have a super class.</a:t>
            </a:r>
          </a:p>
          <a:p>
            <a:endParaRPr lang="en-GB" dirty="0"/>
          </a:p>
          <a:p>
            <a:r>
              <a:rPr lang="en-GB" dirty="0"/>
              <a:t>Single inheritance means that each class can only have one direct super class: the direct super class of Circle is Ellipse; the direct super class of Ellipse is Shape, etc. This single chain of inheritance can go many levels deep. Of course, multiple classes can be derived from a single super class, with Rectangle, Ellipse and Triangle all being derived from Shape.</a:t>
            </a:r>
          </a:p>
          <a:p>
            <a:endParaRPr lang="en-GB" dirty="0"/>
          </a:p>
          <a:p>
            <a:r>
              <a:rPr lang="en-GB" dirty="0"/>
              <a:t>In the next chapter, we will see that the use of interfaces provides a more coherent and less ambiguous approach to allowing a class to provide functionality to match multiple conceptual definitions.</a:t>
            </a:r>
          </a:p>
          <a:p>
            <a:endParaRPr lang="en-GB" dirty="0"/>
          </a:p>
          <a:p>
            <a:endParaRPr lang="en-GB" dirty="0"/>
          </a:p>
        </p:txBody>
      </p:sp>
      <p:sp>
        <p:nvSpPr>
          <p:cNvPr id="4" name="Slide Number Placeholder 3"/>
          <p:cNvSpPr>
            <a:spLocks noGrp="1"/>
          </p:cNvSpPr>
          <p:nvPr>
            <p:ph type="sldNum" sz="quarter" idx="5"/>
          </p:nvPr>
        </p:nvSpPr>
        <p:spPr/>
        <p:txBody>
          <a:bodyPr/>
          <a:lstStyle/>
          <a:p>
            <a:fld id="{35BE1F5F-BEC2-48D5-A890-C07C79853E26}" type="slidenum">
              <a:rPr lang="en-GB" smtClean="0"/>
              <a:t>5</a:t>
            </a:fld>
            <a:endParaRPr lang="en-GB"/>
          </a:p>
        </p:txBody>
      </p:sp>
    </p:spTree>
    <p:extLst>
      <p:ext uri="{BB962C8B-B14F-4D97-AF65-F5344CB8AC3E}">
        <p14:creationId xmlns:p14="http://schemas.microsoft.com/office/powerpoint/2010/main" val="275195810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When you define a sub class, you need only to provide code for the things in the sub class which are different to the super class. You also need to establish the inheritance relationship between the sub and the super class. You do this by placing the super class name after the class name, separated by the keyword ‘extends’ as shown above.</a:t>
            </a:r>
          </a:p>
          <a:p>
            <a:endParaRPr lang="en-GB" dirty="0"/>
          </a:p>
          <a:p>
            <a:r>
              <a:rPr lang="en-GB" dirty="0"/>
              <a:t>Note that if you omit a super class name, the compiler will automatically make the super class </a:t>
            </a:r>
            <a:r>
              <a:rPr lang="en-GB" dirty="0" err="1"/>
              <a:t>java.lang.Object</a:t>
            </a:r>
            <a:r>
              <a:rPr lang="en-GB" dirty="0"/>
              <a:t>, as all types are ultimately derived from Object.</a:t>
            </a:r>
          </a:p>
          <a:p>
            <a:endParaRPr lang="en-GB" dirty="0"/>
          </a:p>
          <a:p>
            <a:endParaRPr lang="en-GB" dirty="0"/>
          </a:p>
        </p:txBody>
      </p:sp>
      <p:sp>
        <p:nvSpPr>
          <p:cNvPr id="4" name="Slide Number Placeholder 3"/>
          <p:cNvSpPr>
            <a:spLocks noGrp="1"/>
          </p:cNvSpPr>
          <p:nvPr>
            <p:ph type="sldNum" sz="quarter" idx="5"/>
          </p:nvPr>
        </p:nvSpPr>
        <p:spPr/>
        <p:txBody>
          <a:bodyPr/>
          <a:lstStyle/>
          <a:p>
            <a:fld id="{35BE1F5F-BEC2-48D5-A890-C07C79853E26}" type="slidenum">
              <a:rPr lang="en-GB" smtClean="0"/>
              <a:t>6</a:t>
            </a:fld>
            <a:endParaRPr lang="en-GB"/>
          </a:p>
        </p:txBody>
      </p:sp>
    </p:spTree>
    <p:extLst>
      <p:ext uri="{BB962C8B-B14F-4D97-AF65-F5344CB8AC3E}">
        <p14:creationId xmlns:p14="http://schemas.microsoft.com/office/powerpoint/2010/main" val="127079294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Instance fields should normally be declared as private, which means that instances of derived classes will have these values but will not be able access them directly. </a:t>
            </a:r>
          </a:p>
          <a:p>
            <a:endParaRPr lang="en-GB" dirty="0"/>
          </a:p>
          <a:p>
            <a:r>
              <a:rPr lang="en-GB" dirty="0"/>
              <a:t>In our example, the super class (Shape) declares two instance fields, position and colour. All objects of the sub types will have their own copies of these instance fields, as shown in the picture of the Ellipse object above.</a:t>
            </a:r>
          </a:p>
          <a:p>
            <a:endParaRPr lang="en-GB" dirty="0"/>
          </a:p>
          <a:p>
            <a:r>
              <a:rPr lang="en-GB" dirty="0"/>
              <a:t>However, it is important to note that fields will typically be declared with the private modifier. This means that they will be inaccessible to the code in the sub classes (however the </a:t>
            </a:r>
            <a:r>
              <a:rPr lang="en-GB" dirty="0" err="1"/>
              <a:t>getXxxx</a:t>
            </a:r>
            <a:r>
              <a:rPr lang="en-GB" dirty="0"/>
              <a:t>() methods will be visible of course and invokable without a prefix or &lt;dot&gt;).</a:t>
            </a:r>
          </a:p>
          <a:p>
            <a:endParaRPr lang="en-GB" dirty="0"/>
          </a:p>
          <a:p>
            <a:r>
              <a:rPr lang="en-GB" dirty="0"/>
              <a:t>Of course, the sub type might also define its own fields, in which case objects of the sub type will have both the fields from the super class(es) and those from their own type. This last point is very important. In the code above, an Ellipse object is a kind of Shape object, because it has everything in it as defined by the Shape class, without them having to be defined again in the Ellipse class.</a:t>
            </a:r>
          </a:p>
          <a:p>
            <a:endParaRPr lang="en-GB" dirty="0"/>
          </a:p>
          <a:p>
            <a:endParaRPr lang="en-GB" dirty="0"/>
          </a:p>
        </p:txBody>
      </p:sp>
      <p:sp>
        <p:nvSpPr>
          <p:cNvPr id="4" name="Slide Number Placeholder 3"/>
          <p:cNvSpPr>
            <a:spLocks noGrp="1"/>
          </p:cNvSpPr>
          <p:nvPr>
            <p:ph type="sldNum" sz="quarter" idx="5"/>
          </p:nvPr>
        </p:nvSpPr>
        <p:spPr/>
        <p:txBody>
          <a:bodyPr/>
          <a:lstStyle/>
          <a:p>
            <a:fld id="{35BE1F5F-BEC2-48D5-A890-C07C79853E26}" type="slidenum">
              <a:rPr lang="en-GB" smtClean="0"/>
              <a:t>7</a:t>
            </a:fld>
            <a:endParaRPr lang="en-GB"/>
          </a:p>
        </p:txBody>
      </p:sp>
    </p:spTree>
    <p:extLst>
      <p:ext uri="{BB962C8B-B14F-4D97-AF65-F5344CB8AC3E}">
        <p14:creationId xmlns:p14="http://schemas.microsoft.com/office/powerpoint/2010/main" val="327569675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A class does not inherit any constructors from its base class. Therefore, the class has only the constructors explicitly defined in that class or, if none are defined, the default (no arguments) constructor.</a:t>
            </a:r>
          </a:p>
          <a:p>
            <a:endParaRPr lang="en-GB" dirty="0"/>
          </a:p>
          <a:p>
            <a:r>
              <a:rPr lang="en-GB" dirty="0"/>
              <a:t>Objects are always constructed from the top class down to the bottom class (i.e., from the </a:t>
            </a:r>
            <a:r>
              <a:rPr lang="en-GB" dirty="0" err="1"/>
              <a:t>java.lang.Object</a:t>
            </a:r>
            <a:r>
              <a:rPr lang="en-GB" dirty="0"/>
              <a:t> class down to the class that is being instantiated. This ensures that a constructor in a derived class can rely on proper construction of its base classes. However, this works only if the base class (superclass) has a default constructor, as the compiler can't guess which arguments you may wish to pass to the base class‘s constructor. </a:t>
            </a:r>
          </a:p>
          <a:p>
            <a:endParaRPr lang="en-GB" dirty="0"/>
          </a:p>
          <a:p>
            <a:r>
              <a:rPr lang="en-GB" dirty="0"/>
              <a:t>If the base class doesn't have a no arguments constructor, you must use super() to explicitly call a specific constructor in the base class. The arguments to super() must, of course, match those of the target constructor. </a:t>
            </a:r>
          </a:p>
          <a:p>
            <a:endParaRPr lang="en-GB" dirty="0"/>
          </a:p>
          <a:p>
            <a:r>
              <a:rPr lang="en-GB" dirty="0"/>
              <a:t>Note that when an object is created, the order of construction is as follows:</a:t>
            </a:r>
          </a:p>
          <a:p>
            <a:endParaRPr lang="en-GB" dirty="0"/>
          </a:p>
          <a:p>
            <a:r>
              <a:rPr lang="en-GB" dirty="0"/>
              <a:t>1. Its instance fields are initialised to default values.</a:t>
            </a:r>
          </a:p>
          <a:p>
            <a:r>
              <a:rPr lang="en-GB" dirty="0"/>
              <a:t>2. Its constructor is called, which in turn:</a:t>
            </a:r>
          </a:p>
          <a:p>
            <a:pPr marL="628650" lvl="1" indent="-171450">
              <a:buFont typeface="Arial" panose="020B0604020202020204" pitchFamily="34" charset="0"/>
              <a:buChar char="•"/>
            </a:pPr>
            <a:r>
              <a:rPr lang="en-GB" dirty="0"/>
              <a:t>calls the constructor of its base class (either implicitly or explicitly).</a:t>
            </a:r>
          </a:p>
          <a:p>
            <a:pPr marL="628650" lvl="1" indent="-171450">
              <a:buFont typeface="Arial" panose="020B0604020202020204" pitchFamily="34" charset="0"/>
              <a:buChar char="•"/>
            </a:pPr>
            <a:r>
              <a:rPr lang="en-GB" dirty="0"/>
              <a:t>initialises its instance fields through their initialisers (if any).</a:t>
            </a:r>
          </a:p>
          <a:p>
            <a:pPr marL="628650" lvl="1" indent="-171450">
              <a:buFont typeface="Arial" panose="020B0604020202020204" pitchFamily="34" charset="0"/>
              <a:buChar char="•"/>
            </a:pPr>
            <a:r>
              <a:rPr lang="en-GB" dirty="0"/>
              <a:t>executes the body of the constructor.</a:t>
            </a:r>
          </a:p>
          <a:p>
            <a:endParaRPr lang="en-GB" dirty="0"/>
          </a:p>
        </p:txBody>
      </p:sp>
      <p:sp>
        <p:nvSpPr>
          <p:cNvPr id="4" name="Slide Number Placeholder 3"/>
          <p:cNvSpPr>
            <a:spLocks noGrp="1"/>
          </p:cNvSpPr>
          <p:nvPr>
            <p:ph type="sldNum" sz="quarter" idx="5"/>
          </p:nvPr>
        </p:nvSpPr>
        <p:spPr/>
        <p:txBody>
          <a:bodyPr/>
          <a:lstStyle/>
          <a:p>
            <a:fld id="{35BE1F5F-BEC2-48D5-A890-C07C79853E26}" type="slidenum">
              <a:rPr lang="en-GB" smtClean="0"/>
              <a:t>8</a:t>
            </a:fld>
            <a:endParaRPr lang="en-GB"/>
          </a:p>
        </p:txBody>
      </p:sp>
    </p:spTree>
    <p:extLst>
      <p:ext uri="{BB962C8B-B14F-4D97-AF65-F5344CB8AC3E}">
        <p14:creationId xmlns:p14="http://schemas.microsoft.com/office/powerpoint/2010/main" val="207242100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010" name="Rectangle 2"/>
          <p:cNvSpPr>
            <a:spLocks noGrp="1" noRot="1" noChangeAspect="1" noChangeArrowheads="1" noTextEdit="1"/>
          </p:cNvSpPr>
          <p:nvPr>
            <p:ph type="sldImg"/>
          </p:nvPr>
        </p:nvSpPr>
        <p:spPr>
          <a:ln/>
        </p:spPr>
      </p:sp>
      <p:sp>
        <p:nvSpPr>
          <p:cNvPr id="43011" name="Rectangle 3"/>
          <p:cNvSpPr>
            <a:spLocks noGrp="1" noChangeArrowheads="1"/>
          </p:cNvSpPr>
          <p:nvPr>
            <p:ph type="body" idx="1"/>
          </p:nvPr>
        </p:nvSpPr>
        <p:spPr>
          <a:noFill/>
          <a:ln/>
        </p:spPr>
        <p:txBody>
          <a:bodyPr/>
          <a:lstStyle/>
          <a:p>
            <a:r>
              <a:rPr lang="en-GB" dirty="0"/>
              <a:t>Here's an example of constructor usage with inheritance. The first thing to notice is that the Shape class only has one constructor, which takes two parameters.</a:t>
            </a:r>
          </a:p>
          <a:p>
            <a:r>
              <a:rPr lang="en-GB" dirty="0"/>
              <a:t>The derived Ellipse class can define a constructors which specifies the super class (Shape) constructor to use. </a:t>
            </a:r>
            <a:br>
              <a:rPr lang="en-GB" dirty="0"/>
            </a:br>
            <a:r>
              <a:rPr lang="en-GB" dirty="0"/>
              <a:t>In our example it has to do this, as the super class hasn't got a default no arguments constructor.</a:t>
            </a:r>
            <a:br>
              <a:rPr lang="en-GB" dirty="0"/>
            </a:br>
            <a:r>
              <a:rPr lang="en-GB" dirty="0"/>
              <a:t>You will also notice that the Ellipse constructor takes two parameters (position and colour) which are passed up to the super class; this is very common with inheritance.</a:t>
            </a:r>
          </a:p>
        </p:txBody>
      </p:sp>
      <p:sp>
        <p:nvSpPr>
          <p:cNvPr id="2" name="Slide Number Placeholder 1"/>
          <p:cNvSpPr>
            <a:spLocks noGrp="1"/>
          </p:cNvSpPr>
          <p:nvPr>
            <p:ph type="sldNum" sz="quarter" idx="10"/>
          </p:nvPr>
        </p:nvSpPr>
        <p:spPr/>
        <p:txBody>
          <a:bodyPr/>
          <a:lstStyle/>
          <a:p>
            <a:fld id="{548901C6-1DA1-FB44-ABEE-06A0FEB7738E}" type="slidenum">
              <a:rPr lang="en-GB" smtClean="0"/>
              <a:pPr/>
              <a:t>9</a:t>
            </a:fld>
            <a:endParaRPr lang="en-GB"/>
          </a:p>
        </p:txBody>
      </p:sp>
    </p:spTree>
    <p:extLst>
      <p:ext uri="{BB962C8B-B14F-4D97-AF65-F5344CB8AC3E}">
        <p14:creationId xmlns:p14="http://schemas.microsoft.com/office/powerpoint/2010/main" val="71852510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010" name="Rectangle 2"/>
          <p:cNvSpPr>
            <a:spLocks noGrp="1" noRot="1" noChangeAspect="1" noChangeArrowheads="1" noTextEdit="1"/>
          </p:cNvSpPr>
          <p:nvPr>
            <p:ph type="sldImg"/>
          </p:nvPr>
        </p:nvSpPr>
        <p:spPr>
          <a:ln/>
        </p:spPr>
      </p:sp>
      <p:sp>
        <p:nvSpPr>
          <p:cNvPr id="43011" name="Rectangle 3"/>
          <p:cNvSpPr>
            <a:spLocks noGrp="1" noChangeArrowheads="1"/>
          </p:cNvSpPr>
          <p:nvPr>
            <p:ph type="body" idx="1"/>
          </p:nvPr>
        </p:nvSpPr>
        <p:spPr>
          <a:noFill/>
          <a:ln/>
        </p:spPr>
        <p:txBody>
          <a:bodyPr/>
          <a:lstStyle/>
          <a:p>
            <a:r>
              <a:rPr lang="en-GB" dirty="0"/>
              <a:t>The derived Ellipse class has defined two constructors. </a:t>
            </a:r>
          </a:p>
          <a:p>
            <a:r>
              <a:rPr lang="en-GB" dirty="0"/>
              <a:t>The second Ellipse constructor doesn't need to specify which super constructor will be used, because it chains to the four argument Ellipse constructor. In fact, it isn't possible to use both this() and super() in the same constructor; you can either chain within your class or you can specify a base constructor. But if you do nothing the compiler sticks in super().</a:t>
            </a:r>
          </a:p>
        </p:txBody>
      </p:sp>
      <p:sp>
        <p:nvSpPr>
          <p:cNvPr id="2" name="Slide Number Placeholder 1"/>
          <p:cNvSpPr>
            <a:spLocks noGrp="1"/>
          </p:cNvSpPr>
          <p:nvPr>
            <p:ph type="sldNum" sz="quarter" idx="10"/>
          </p:nvPr>
        </p:nvSpPr>
        <p:spPr/>
        <p:txBody>
          <a:bodyPr/>
          <a:lstStyle/>
          <a:p>
            <a:fld id="{548901C6-1DA1-FB44-ABEE-06A0FEB7738E}" type="slidenum">
              <a:rPr lang="en-GB" smtClean="0"/>
              <a:pPr/>
              <a:t>10</a:t>
            </a:fld>
            <a:endParaRPr lang="en-GB"/>
          </a:p>
        </p:txBody>
      </p:sp>
    </p:spTree>
    <p:extLst>
      <p:ext uri="{BB962C8B-B14F-4D97-AF65-F5344CB8AC3E}">
        <p14:creationId xmlns:p14="http://schemas.microsoft.com/office/powerpoint/2010/main" val="40578058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274" name="Rectangle 2"/>
          <p:cNvSpPr>
            <a:spLocks noGrp="1" noRot="1" noChangeAspect="1" noChangeArrowheads="1" noTextEdit="1"/>
          </p:cNvSpPr>
          <p:nvPr>
            <p:ph type="sldImg"/>
          </p:nvPr>
        </p:nvSpPr>
        <p:spPr>
          <a:ln/>
        </p:spPr>
      </p:sp>
      <p:sp>
        <p:nvSpPr>
          <p:cNvPr id="54275" name="Rectangle 3"/>
          <p:cNvSpPr>
            <a:spLocks noGrp="1" noChangeArrowheads="1"/>
          </p:cNvSpPr>
          <p:nvPr>
            <p:ph type="body" idx="1"/>
          </p:nvPr>
        </p:nvSpPr>
        <p:spPr>
          <a:noFill/>
          <a:ln/>
        </p:spPr>
        <p:txBody>
          <a:bodyPr/>
          <a:lstStyle/>
          <a:p>
            <a:r>
              <a:rPr lang="en-GB" dirty="0"/>
              <a:t>While we're on the subject of visibility, it's worth reintroducing the protected modifier. When you declare a method  with the protected modifier, you are stating that it is only accessible to the declaring class, and any class that is derived from it. This is an incredibly powerful feature, because it means that you can add methods, and even constructors, that only deriving classes can see.</a:t>
            </a:r>
          </a:p>
          <a:p>
            <a:r>
              <a:rPr lang="en-GB" dirty="0"/>
              <a:t>A good example of this is shown above. Many java graphical types raise events (we'll cover events in a later chapter). A very common pattern for raising events is to raise the event in a protected method. Doing it this way enables a deriving class to override the conditions which control whether the event should be raised or not. If you made the method public, then any piece of code could raise the event, and if you made it private the deriving class would have no opportunity to control it.</a:t>
            </a:r>
          </a:p>
          <a:p>
            <a:endParaRPr lang="en-GB" dirty="0"/>
          </a:p>
        </p:txBody>
      </p:sp>
      <p:sp>
        <p:nvSpPr>
          <p:cNvPr id="2" name="Slide Number Placeholder 1"/>
          <p:cNvSpPr>
            <a:spLocks noGrp="1"/>
          </p:cNvSpPr>
          <p:nvPr>
            <p:ph type="sldNum" sz="quarter" idx="10"/>
          </p:nvPr>
        </p:nvSpPr>
        <p:spPr/>
        <p:txBody>
          <a:bodyPr/>
          <a:lstStyle/>
          <a:p>
            <a:fld id="{548901C6-1DA1-FB44-ABEE-06A0FEB7738E}" type="slidenum">
              <a:rPr lang="en-GB" smtClean="0"/>
              <a:pPr/>
              <a:t>11</a:t>
            </a:fld>
            <a:endParaRPr lang="en-GB"/>
          </a:p>
        </p:txBody>
      </p:sp>
    </p:spTree>
    <p:extLst>
      <p:ext uri="{BB962C8B-B14F-4D97-AF65-F5344CB8AC3E}">
        <p14:creationId xmlns:p14="http://schemas.microsoft.com/office/powerpoint/2010/main" val="1075947313"/>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10"/>
          </p:nvPr>
        </p:nvSpPr>
        <p:spPr/>
        <p:txBody>
          <a:bodyPr/>
          <a:lstStyle/>
          <a:p>
            <a:fld id="{548901C6-1DA1-FB44-ABEE-06A0FEB7738E}" type="slidenum">
              <a:rPr lang="en-GB" smtClean="0"/>
              <a:pPr/>
              <a:t>12</a:t>
            </a:fld>
            <a:endParaRPr lang="en-GB"/>
          </a:p>
        </p:txBody>
      </p:sp>
    </p:spTree>
    <p:extLst>
      <p:ext uri="{BB962C8B-B14F-4D97-AF65-F5344CB8AC3E}">
        <p14:creationId xmlns:p14="http://schemas.microsoft.com/office/powerpoint/2010/main" val="1420495814"/>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10"/>
          </p:nvPr>
        </p:nvSpPr>
        <p:spPr/>
        <p:txBody>
          <a:bodyPr/>
          <a:lstStyle/>
          <a:p>
            <a:fld id="{548901C6-1DA1-FB44-ABEE-06A0FEB7738E}" type="slidenum">
              <a:rPr lang="en-GB" smtClean="0"/>
              <a:pPr/>
              <a:t>13</a:t>
            </a:fld>
            <a:endParaRPr lang="en-GB"/>
          </a:p>
        </p:txBody>
      </p:sp>
    </p:spTree>
    <p:extLst>
      <p:ext uri="{BB962C8B-B14F-4D97-AF65-F5344CB8AC3E}">
        <p14:creationId xmlns:p14="http://schemas.microsoft.com/office/powerpoint/2010/main" val="263593195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674" name="Rectangle 2"/>
          <p:cNvSpPr>
            <a:spLocks noGrp="1" noRot="1" noChangeAspect="1" noChangeArrowheads="1" noTextEdit="1"/>
          </p:cNvSpPr>
          <p:nvPr>
            <p:ph type="sldImg"/>
          </p:nvPr>
        </p:nvSpPr>
        <p:spPr>
          <a:ln/>
        </p:spPr>
      </p:sp>
      <p:sp>
        <p:nvSpPr>
          <p:cNvPr id="28675" name="Rectangle 3"/>
          <p:cNvSpPr>
            <a:spLocks noGrp="1" noChangeArrowheads="1"/>
          </p:cNvSpPr>
          <p:nvPr>
            <p:ph type="body" idx="1"/>
          </p:nvPr>
        </p:nvSpPr>
        <p:spPr>
          <a:noFill/>
          <a:ln/>
        </p:spPr>
        <p:txBody>
          <a:bodyPr/>
          <a:lstStyle/>
          <a:p>
            <a:r>
              <a:rPr lang="en-GB" dirty="0"/>
              <a:t>Custom exception types you</a:t>
            </a:r>
            <a:r>
              <a:rPr lang="en-GB" baseline="0" dirty="0"/>
              <a:t> author will </a:t>
            </a:r>
            <a:r>
              <a:rPr lang="en-GB" dirty="0"/>
              <a:t>be subclassed from class</a:t>
            </a:r>
            <a:r>
              <a:rPr lang="en-GB" baseline="0" dirty="0"/>
              <a:t> </a:t>
            </a:r>
            <a:r>
              <a:rPr lang="en-GB" dirty="0"/>
              <a:t>Exception or from an exception type derived from it. The ultimate ‘super’ Exception class (java.lang.Exception) defines a ‘message’ field but the only ‘write’ access to it is via the .ctor of class Exception.</a:t>
            </a:r>
            <a:br>
              <a:rPr lang="en-GB" dirty="0"/>
            </a:br>
            <a:r>
              <a:rPr lang="en-GB" dirty="0"/>
              <a:t>If your exception</a:t>
            </a:r>
            <a:r>
              <a:rPr lang="en-GB" baseline="0" dirty="0"/>
              <a:t> type inherits from </a:t>
            </a:r>
            <a:r>
              <a:rPr lang="en-GB" baseline="0" dirty="0" err="1"/>
              <a:t>RuntimeException</a:t>
            </a:r>
            <a:r>
              <a:rPr lang="en-GB" baseline="0" dirty="0"/>
              <a:t>, then it is of course an unchecked exception and client code does not have to catch it or alternatively declare itself as throwing it via a ‘throws’ clause in the method signature. </a:t>
            </a:r>
            <a:endParaRPr lang="en-GB" dirty="0"/>
          </a:p>
          <a:p>
            <a:r>
              <a:rPr lang="en-GB" dirty="0"/>
              <a:t>Your exception types will typically mirror super class</a:t>
            </a:r>
            <a:r>
              <a:rPr lang="en-GB" baseline="0" dirty="0"/>
              <a:t> .ctors and then call them using ‘super(..)’ syntax, passing up a String that is stored and is then accessible to client code ‘catch’ blocks via the getMessage() method.</a:t>
            </a:r>
            <a:endParaRPr lang="en-GB" dirty="0"/>
          </a:p>
          <a:p>
            <a:r>
              <a:rPr lang="en-GB" dirty="0"/>
              <a:t>Some client code may catch ‘Exception’ </a:t>
            </a:r>
            <a:r>
              <a:rPr lang="en-GB" baseline="0" dirty="0"/>
              <a:t>some may catch ‘</a:t>
            </a:r>
            <a:r>
              <a:rPr lang="en-GB" baseline="0" dirty="0" err="1"/>
              <a:t>YourException</a:t>
            </a:r>
            <a:r>
              <a:rPr lang="en-GB" baseline="0" dirty="0"/>
              <a:t>’. Regardless of what type is caught a </a:t>
            </a:r>
            <a:r>
              <a:rPr lang="en-GB" baseline="0" dirty="0" err="1"/>
              <a:t>getMessage</a:t>
            </a:r>
            <a:r>
              <a:rPr lang="en-GB" baseline="0" dirty="0"/>
              <a:t>() method will be available.</a:t>
            </a:r>
            <a:endParaRPr lang="en-GB" dirty="0"/>
          </a:p>
        </p:txBody>
      </p:sp>
      <p:sp>
        <p:nvSpPr>
          <p:cNvPr id="2" name="Slide Number Placeholder 1"/>
          <p:cNvSpPr>
            <a:spLocks noGrp="1"/>
          </p:cNvSpPr>
          <p:nvPr>
            <p:ph type="sldNum" sz="quarter" idx="10"/>
          </p:nvPr>
        </p:nvSpPr>
        <p:spPr/>
        <p:txBody>
          <a:bodyPr/>
          <a:lstStyle/>
          <a:p>
            <a:fld id="{548901C6-1DA1-FB44-ABEE-06A0FEB7738E}" type="slidenum">
              <a:rPr lang="en-GB" smtClean="0"/>
              <a:pPr/>
              <a:t>14</a:t>
            </a:fld>
            <a:endParaRPr lang="en-GB"/>
          </a:p>
        </p:txBody>
      </p:sp>
    </p:spTree>
    <p:extLst>
      <p:ext uri="{BB962C8B-B14F-4D97-AF65-F5344CB8AC3E}">
        <p14:creationId xmlns:p14="http://schemas.microsoft.com/office/powerpoint/2010/main" val="4257389940"/>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10"/>
          </p:nvPr>
        </p:nvSpPr>
        <p:spPr/>
        <p:txBody>
          <a:bodyPr/>
          <a:lstStyle/>
          <a:p>
            <a:fld id="{548901C6-1DA1-FB44-ABEE-06A0FEB7738E}" type="slidenum">
              <a:rPr lang="en-GB" smtClean="0"/>
              <a:pPr/>
              <a:t>15</a:t>
            </a:fld>
            <a:endParaRPr lang="en-GB"/>
          </a:p>
        </p:txBody>
      </p:sp>
    </p:spTree>
    <p:extLst>
      <p:ext uri="{BB962C8B-B14F-4D97-AF65-F5344CB8AC3E}">
        <p14:creationId xmlns:p14="http://schemas.microsoft.com/office/powerpoint/2010/main" val="273943513"/>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3490" name="Rectangle 2"/>
          <p:cNvSpPr>
            <a:spLocks noGrp="1" noRot="1" noChangeAspect="1" noChangeArrowheads="1" noTextEdit="1"/>
          </p:cNvSpPr>
          <p:nvPr>
            <p:ph type="sldImg"/>
          </p:nvPr>
        </p:nvSpPr>
        <p:spPr>
          <a:ln/>
        </p:spPr>
      </p:sp>
      <p:sp>
        <p:nvSpPr>
          <p:cNvPr id="63491" name="Rectangle 3"/>
          <p:cNvSpPr>
            <a:spLocks noGrp="1" noChangeArrowheads="1"/>
          </p:cNvSpPr>
          <p:nvPr>
            <p:ph type="body" idx="1"/>
          </p:nvPr>
        </p:nvSpPr>
        <p:spPr>
          <a:noFill/>
          <a:ln/>
        </p:spPr>
        <p:txBody>
          <a:bodyPr/>
          <a:lstStyle/>
          <a:p>
            <a:r>
              <a:rPr lang="en-GB" dirty="0"/>
              <a:t>Inheritance is a very powerful weapon in the OO programmer's arsenal. Remember to use it wisely and judiciously, and it will help enormously. Java only supports a single inheritance model, which means that setting </a:t>
            </a:r>
            <a:r>
              <a:rPr lang="en-GB"/>
              <a:t>a super class </a:t>
            </a:r>
            <a:r>
              <a:rPr lang="en-GB" dirty="0"/>
              <a:t>is a very important design decision.</a:t>
            </a:r>
          </a:p>
        </p:txBody>
      </p:sp>
      <p:sp>
        <p:nvSpPr>
          <p:cNvPr id="2" name="Slide Number Placeholder 1"/>
          <p:cNvSpPr>
            <a:spLocks noGrp="1"/>
          </p:cNvSpPr>
          <p:nvPr>
            <p:ph type="sldNum" sz="quarter" idx="10"/>
          </p:nvPr>
        </p:nvSpPr>
        <p:spPr/>
        <p:txBody>
          <a:bodyPr/>
          <a:lstStyle/>
          <a:p>
            <a:fld id="{548901C6-1DA1-FB44-ABEE-06A0FEB7738E}" type="slidenum">
              <a:rPr lang="en-GB" smtClean="0"/>
              <a:pPr/>
              <a:t>16</a:t>
            </a:fld>
            <a:endParaRPr lang="en-GB"/>
          </a:p>
        </p:txBody>
      </p:sp>
    </p:spTree>
    <p:extLst>
      <p:ext uri="{BB962C8B-B14F-4D97-AF65-F5344CB8AC3E}">
        <p14:creationId xmlns:p14="http://schemas.microsoft.com/office/powerpoint/2010/main" val="78153932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370" name="Rectangle 2"/>
          <p:cNvSpPr>
            <a:spLocks noGrp="1" noRot="1" noChangeAspect="1" noChangeArrowheads="1" noTextEdit="1"/>
          </p:cNvSpPr>
          <p:nvPr>
            <p:ph type="sldImg"/>
          </p:nvPr>
        </p:nvSpPr>
        <p:spPr>
          <a:ln/>
        </p:spPr>
      </p:sp>
      <p:sp>
        <p:nvSpPr>
          <p:cNvPr id="58371" name="Rectangle 3"/>
          <p:cNvSpPr>
            <a:spLocks noGrp="1" noChangeArrowheads="1"/>
          </p:cNvSpPr>
          <p:nvPr>
            <p:ph type="body" idx="1"/>
          </p:nvPr>
        </p:nvSpPr>
        <p:spPr>
          <a:noFill/>
          <a:ln/>
        </p:spPr>
        <p:txBody>
          <a:bodyPr/>
          <a:lstStyle/>
          <a:p>
            <a:endParaRPr lang="en-US"/>
          </a:p>
        </p:txBody>
      </p:sp>
      <p:sp>
        <p:nvSpPr>
          <p:cNvPr id="2" name="Slide Number Placeholder 1"/>
          <p:cNvSpPr>
            <a:spLocks noGrp="1"/>
          </p:cNvSpPr>
          <p:nvPr>
            <p:ph type="sldNum" sz="quarter" idx="10"/>
          </p:nvPr>
        </p:nvSpPr>
        <p:spPr/>
        <p:txBody>
          <a:bodyPr/>
          <a:lstStyle/>
          <a:p>
            <a:fld id="{548901C6-1DA1-FB44-ABEE-06A0FEB7738E}" type="slidenum">
              <a:rPr lang="en-GB" smtClean="0"/>
              <a:pPr/>
              <a:t>17</a:t>
            </a:fld>
            <a:endParaRPr lang="en-GB"/>
          </a:p>
        </p:txBody>
      </p:sp>
    </p:spTree>
    <p:extLst>
      <p:ext uri="{BB962C8B-B14F-4D97-AF65-F5344CB8AC3E}">
        <p14:creationId xmlns:p14="http://schemas.microsoft.com/office/powerpoint/2010/main" val="3220004318"/>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jpeg"/><Relationship Id="rId1" Type="http://schemas.openxmlformats.org/officeDocument/2006/relationships/slideMaster" Target="../slideMasters/slideMaster1.xml"/><Relationship Id="rId4" Type="http://schemas.openxmlformats.org/officeDocument/2006/relationships/image" Target="../media/image4.svg"/></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5.jpeg"/><Relationship Id="rId1" Type="http://schemas.openxmlformats.org/officeDocument/2006/relationships/slideMaster" Target="../slideMasters/slideMaster1.xml"/><Relationship Id="rId4" Type="http://schemas.openxmlformats.org/officeDocument/2006/relationships/image" Target="../media/image4.svg"/></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6.jpeg"/><Relationship Id="rId1" Type="http://schemas.openxmlformats.org/officeDocument/2006/relationships/slideMaster" Target="../slideMasters/slideMaster1.xml"/><Relationship Id="rId4" Type="http://schemas.openxmlformats.org/officeDocument/2006/relationships/image" Target="../media/image4.svg"/></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7.jpeg"/><Relationship Id="rId1" Type="http://schemas.openxmlformats.org/officeDocument/2006/relationships/slideMaster" Target="../slideMasters/slideMaster1.xml"/><Relationship Id="rId4" Type="http://schemas.openxmlformats.org/officeDocument/2006/relationships/image" Target="../media/image4.sv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8.jpe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9.jpeg"/><Relationship Id="rId1" Type="http://schemas.openxmlformats.org/officeDocument/2006/relationships/slideMaster" Target="../slideMasters/slideMaster1.xml"/><Relationship Id="rId4" Type="http://schemas.openxmlformats.org/officeDocument/2006/relationships/image" Target="../media/image4.sv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3" Type="http://schemas.openxmlformats.org/officeDocument/2006/relationships/image" Target="../media/image12.emf"/><Relationship Id="rId2" Type="http://schemas.openxmlformats.org/officeDocument/2006/relationships/image" Target="../media/image11.png"/><Relationship Id="rId1" Type="http://schemas.openxmlformats.org/officeDocument/2006/relationships/slideMaster" Target="../slideMasters/slideMaster1.xml"/><Relationship Id="rId4" Type="http://schemas.openxmlformats.org/officeDocument/2006/relationships/image" Target="../media/image13.emf"/></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Q&amp;A/what's next">
    <p:bg>
      <p:bgPr>
        <a:solidFill>
          <a:srgbClr val="EDCD3C"/>
        </a:solidFill>
        <a:effectLst/>
      </p:bgPr>
    </p:bg>
    <p:spTree>
      <p:nvGrpSpPr>
        <p:cNvPr id="1" name=""/>
        <p:cNvGrpSpPr/>
        <p:nvPr/>
      </p:nvGrpSpPr>
      <p:grpSpPr>
        <a:xfrm>
          <a:off x="0" y="0"/>
          <a:ext cx="0" cy="0"/>
          <a:chOff x="0" y="0"/>
          <a:chExt cx="0" cy="0"/>
        </a:xfrm>
      </p:grpSpPr>
      <p:pic>
        <p:nvPicPr>
          <p:cNvPr id="3" name="Picture 2"/>
          <p:cNvPicPr>
            <a:picLocks noChangeAspect="1"/>
          </p:cNvPicPr>
          <p:nvPr userDrawn="1"/>
        </p:nvPicPr>
        <p:blipFill rotWithShape="1">
          <a:blip r:embed="rId2">
            <a:extLst>
              <a:ext uri="{28A0092B-C50C-407E-A947-70E740481C1C}">
                <a14:useLocalDpi xmlns:a14="http://schemas.microsoft.com/office/drawing/2010/main" val="0"/>
              </a:ext>
            </a:extLst>
          </a:blip>
          <a:srcRect/>
          <a:stretch/>
        </p:blipFill>
        <p:spPr>
          <a:xfrm>
            <a:off x="5135880" y="0"/>
            <a:ext cx="7056120" cy="6858000"/>
          </a:xfrm>
          <a:prstGeom prst="rect">
            <a:avLst/>
          </a:prstGeom>
        </p:spPr>
      </p:pic>
      <p:pic>
        <p:nvPicPr>
          <p:cNvPr id="6" name="Graphic 29">
            <a:extLst>
              <a:ext uri="{FF2B5EF4-FFF2-40B4-BE49-F238E27FC236}">
                <a16:creationId xmlns:a16="http://schemas.microsoft.com/office/drawing/2014/main" id="{572E6A4A-143B-E94B-A1BF-29C50E635AE7}"/>
              </a:ext>
            </a:extLst>
          </p:cNvPr>
          <p:cNvPicPr>
            <a:picLocks noChangeAspect="1"/>
          </p:cNvPicPr>
          <p:nvPr userDrawn="1"/>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80900" y="302477"/>
            <a:ext cx="2643023" cy="1610367"/>
          </a:xfrm>
          <a:prstGeom prst="rect">
            <a:avLst/>
          </a:prstGeom>
        </p:spPr>
      </p:pic>
      <p:sp>
        <p:nvSpPr>
          <p:cNvPr id="7" name="Text Placeholder 6"/>
          <p:cNvSpPr>
            <a:spLocks noGrp="1"/>
          </p:cNvSpPr>
          <p:nvPr>
            <p:ph type="body" sz="quarter" idx="12" hasCustomPrompt="1"/>
          </p:nvPr>
        </p:nvSpPr>
        <p:spPr>
          <a:xfrm>
            <a:off x="385300" y="5306004"/>
            <a:ext cx="3534471" cy="1186921"/>
          </a:xfrm>
        </p:spPr>
        <p:txBody>
          <a:bodyPr/>
          <a:lstStyle>
            <a:lvl1pPr marL="0" marR="0" indent="0" algn="l" defTabSz="914400" rtl="0" eaLnBrk="1" fontAlgn="auto" latinLnBrk="0" hangingPunct="1">
              <a:lnSpc>
                <a:spcPct val="100000"/>
              </a:lnSpc>
              <a:spcBef>
                <a:spcPts val="0"/>
              </a:spcBef>
              <a:spcAft>
                <a:spcPts val="0"/>
              </a:spcAft>
              <a:buClrTx/>
              <a:buSzPct val="115000"/>
              <a:buFontTx/>
              <a:buNone/>
              <a:tabLst/>
              <a:defRPr sz="1600" b="0"/>
            </a:lvl1pPr>
            <a:lvl2pPr marL="374650" indent="-285750">
              <a:buFont typeface="Arial" panose="020B0604020202020204" pitchFamily="34" charset="0"/>
              <a:buChar char="•"/>
              <a:defRPr/>
            </a:lvl2pPr>
            <a:lvl3pPr marL="88900" indent="0">
              <a:buNone/>
              <a:defRPr/>
            </a:lvl3pPr>
            <a:lvl4pPr marL="88900" indent="0">
              <a:buNone/>
              <a:defRPr/>
            </a:lvl4pPr>
            <a:lvl5pPr marL="88900" indent="0">
              <a:buNone/>
              <a:defRPr/>
            </a:lvl5pPr>
          </a:lstStyle>
          <a:p>
            <a:pPr lvl="0"/>
            <a:r>
              <a:rPr lang="en-US" dirty="0"/>
              <a:t>Edit text</a:t>
            </a:r>
          </a:p>
        </p:txBody>
      </p:sp>
      <p:sp>
        <p:nvSpPr>
          <p:cNvPr id="16"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385301" y="1914129"/>
            <a:ext cx="3592020" cy="2277604"/>
          </a:xfrm>
        </p:spPr>
        <p:txBody>
          <a:bodyPr anchor="b" anchorCtr="0">
            <a:noAutofit/>
          </a:bodyPr>
          <a:lstStyle>
            <a:lvl1pPr algn="l">
              <a:lnSpc>
                <a:spcPct val="100000"/>
              </a:lnSpc>
              <a:defRPr sz="3600"/>
            </a:lvl1pPr>
          </a:lstStyle>
          <a:p>
            <a:r>
              <a:rPr lang="en-US" noProof="0" dirty="0"/>
              <a:t>CLICK TO EDIT TITLE</a:t>
            </a:r>
            <a:endParaRPr lang="en-GB" noProof="0" dirty="0"/>
          </a:p>
        </p:txBody>
      </p:sp>
      <p:grpSp>
        <p:nvGrpSpPr>
          <p:cNvPr id="24" name="Group 23"/>
          <p:cNvGrpSpPr/>
          <p:nvPr userDrawn="1"/>
        </p:nvGrpSpPr>
        <p:grpSpPr>
          <a:xfrm>
            <a:off x="-1420" y="3503895"/>
            <a:ext cx="6359624" cy="2437013"/>
            <a:chOff x="-1420" y="3503895"/>
            <a:chExt cx="6359624" cy="2437013"/>
          </a:xfrm>
          <a:solidFill>
            <a:srgbClr val="004050"/>
          </a:solidFill>
        </p:grpSpPr>
        <p:sp>
          <p:nvSpPr>
            <p:cNvPr id="25" name="Freeform 24">
              <a:extLst>
                <a:ext uri="{FF2B5EF4-FFF2-40B4-BE49-F238E27FC236}">
                  <a16:creationId xmlns:a16="http://schemas.microsoft.com/office/drawing/2014/main" id="{2F450B4C-241D-A544-BBEF-175E01D6A139}"/>
                </a:ext>
              </a:extLst>
            </p:cNvPr>
            <p:cNvSpPr/>
            <p:nvPr userDrawn="1"/>
          </p:nvSpPr>
          <p:spPr>
            <a:xfrm>
              <a:off x="-1420" y="3503895"/>
              <a:ext cx="5273560" cy="1035156"/>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670881 w 1670881"/>
                <a:gd name="connsiteY0" fmla="*/ 248186 h 248186"/>
                <a:gd name="connsiteX1" fmla="*/ 921010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70881 w 1670881"/>
                <a:gd name="connsiteY0" fmla="*/ 248186 h 248186"/>
                <a:gd name="connsiteX1" fmla="*/ 1324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69638 w 1669638"/>
                <a:gd name="connsiteY0" fmla="*/ 248186 h 248186"/>
                <a:gd name="connsiteX1" fmla="*/ 81 w 1669638"/>
                <a:gd name="connsiteY1" fmla="*/ 248186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7193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9638 w 1669638"/>
                <a:gd name="connsiteY0" fmla="*/ 248186 h 248186"/>
                <a:gd name="connsiteX1" fmla="*/ 80 w 1669638"/>
                <a:gd name="connsiteY1" fmla="*/ 247193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8896 w 1668896"/>
                <a:gd name="connsiteY0" fmla="*/ 248186 h 248186"/>
                <a:gd name="connsiteX1" fmla="*/ 405622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331 w 1264176"/>
                <a:gd name="connsiteY1" fmla="*/ 247615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264176" h="248186">
                  <a:moveTo>
                    <a:pt x="1264176" y="248186"/>
                  </a:moveTo>
                  <a:lnTo>
                    <a:pt x="331" y="247615"/>
                  </a:lnTo>
                  <a:cubicBezTo>
                    <a:pt x="-110" y="229052"/>
                    <a:pt x="441" y="211631"/>
                    <a:pt x="0" y="193068"/>
                  </a:cubicBezTo>
                  <a:lnTo>
                    <a:pt x="1118190" y="192497"/>
                  </a:lnTo>
                  <a:cubicBezTo>
                    <a:pt x="1060341" y="134140"/>
                    <a:pt x="1007065" y="74768"/>
                    <a:pt x="971505" y="219"/>
                  </a:cubicBezTo>
                  <a:cubicBezTo>
                    <a:pt x="991888" y="219"/>
                    <a:pt x="1010748" y="854"/>
                    <a:pt x="1029544" y="219"/>
                  </a:cubicBezTo>
                  <a:cubicBezTo>
                    <a:pt x="1038336" y="-1141"/>
                    <a:pt x="1046848" y="3956"/>
                    <a:pt x="1049800" y="12347"/>
                  </a:cubicBezTo>
                  <a:cubicBezTo>
                    <a:pt x="1067362" y="45816"/>
                    <a:pt x="1089035" y="76961"/>
                    <a:pt x="1114316" y="105057"/>
                  </a:cubicBezTo>
                  <a:cubicBezTo>
                    <a:pt x="1157944" y="155126"/>
                    <a:pt x="1206160" y="201004"/>
                    <a:pt x="1258335" y="242090"/>
                  </a:cubicBezTo>
                  <a:cubicBezTo>
                    <a:pt x="1260113" y="243551"/>
                    <a:pt x="1261890" y="245011"/>
                    <a:pt x="1263541" y="246535"/>
                  </a:cubicBezTo>
                  <a:cubicBezTo>
                    <a:pt x="1263859" y="246599"/>
                    <a:pt x="1263859" y="247170"/>
                    <a:pt x="1264176" y="248186"/>
                  </a:cubicBezTo>
                  <a:close/>
                </a:path>
              </a:pathLst>
            </a:custGeom>
            <a:grpFill/>
            <a:ln w="6350" cap="flat">
              <a:noFill/>
              <a:prstDash val="solid"/>
              <a:miter/>
            </a:ln>
          </p:spPr>
          <p:txBody>
            <a:bodyPr rtlCol="0" anchor="ctr"/>
            <a:lstStyle/>
            <a:p>
              <a:endParaRPr lang="en-GB"/>
            </a:p>
          </p:txBody>
        </p:sp>
        <p:sp>
          <p:nvSpPr>
            <p:cNvPr id="26" name="Freeform 25">
              <a:extLst>
                <a:ext uri="{FF2B5EF4-FFF2-40B4-BE49-F238E27FC236}">
                  <a16:creationId xmlns:a16="http://schemas.microsoft.com/office/drawing/2014/main" id="{17BA7C41-EA1C-2F4D-90C7-EC472AB85B8A}"/>
                </a:ext>
              </a:extLst>
            </p:cNvPr>
            <p:cNvSpPr/>
            <p:nvPr/>
          </p:nvSpPr>
          <p:spPr>
            <a:xfrm>
              <a:off x="4768849" y="3504279"/>
              <a:ext cx="1589355" cy="2436629"/>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grpFill/>
            <a:ln w="6350" cap="flat">
              <a:noFill/>
              <a:prstDash val="solid"/>
              <a:miter/>
            </a:ln>
          </p:spPr>
          <p:txBody>
            <a:bodyPr rtlCol="0" anchor="ctr"/>
            <a:lstStyle/>
            <a:p>
              <a:endParaRPr lang="en-GB"/>
            </a:p>
          </p:txBody>
        </p:sp>
        <p:sp>
          <p:nvSpPr>
            <p:cNvPr id="27" name="Freeform 26">
              <a:extLst>
                <a:ext uri="{FF2B5EF4-FFF2-40B4-BE49-F238E27FC236}">
                  <a16:creationId xmlns:a16="http://schemas.microsoft.com/office/drawing/2014/main" id="{2F450B4C-241D-A544-BBEF-175E01D6A139}"/>
                </a:ext>
              </a:extLst>
            </p:cNvPr>
            <p:cNvSpPr/>
            <p:nvPr userDrawn="1"/>
          </p:nvSpPr>
          <p:spPr>
            <a:xfrm flipV="1">
              <a:off x="-1420" y="4902788"/>
              <a:ext cx="5273560" cy="1035156"/>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670881 w 1670881"/>
                <a:gd name="connsiteY0" fmla="*/ 248186 h 248186"/>
                <a:gd name="connsiteX1" fmla="*/ 921010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70881 w 1670881"/>
                <a:gd name="connsiteY0" fmla="*/ 248186 h 248186"/>
                <a:gd name="connsiteX1" fmla="*/ 1324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69638 w 1669638"/>
                <a:gd name="connsiteY0" fmla="*/ 248186 h 248186"/>
                <a:gd name="connsiteX1" fmla="*/ 81 w 1669638"/>
                <a:gd name="connsiteY1" fmla="*/ 248186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7193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9638 w 1669638"/>
                <a:gd name="connsiteY0" fmla="*/ 248186 h 248186"/>
                <a:gd name="connsiteX1" fmla="*/ 80 w 1669638"/>
                <a:gd name="connsiteY1" fmla="*/ 247193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8896 w 1668896"/>
                <a:gd name="connsiteY0" fmla="*/ 248186 h 248186"/>
                <a:gd name="connsiteX1" fmla="*/ 405622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331 w 1264176"/>
                <a:gd name="connsiteY1" fmla="*/ 247615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264176" h="248186">
                  <a:moveTo>
                    <a:pt x="1264176" y="248186"/>
                  </a:moveTo>
                  <a:lnTo>
                    <a:pt x="331" y="247615"/>
                  </a:lnTo>
                  <a:cubicBezTo>
                    <a:pt x="-110" y="229052"/>
                    <a:pt x="441" y="211631"/>
                    <a:pt x="0" y="193068"/>
                  </a:cubicBezTo>
                  <a:lnTo>
                    <a:pt x="1118190" y="192497"/>
                  </a:lnTo>
                  <a:cubicBezTo>
                    <a:pt x="1060341" y="134140"/>
                    <a:pt x="1007065" y="74768"/>
                    <a:pt x="971505" y="219"/>
                  </a:cubicBezTo>
                  <a:cubicBezTo>
                    <a:pt x="991888" y="219"/>
                    <a:pt x="1010748" y="854"/>
                    <a:pt x="1029544" y="219"/>
                  </a:cubicBezTo>
                  <a:cubicBezTo>
                    <a:pt x="1038336" y="-1141"/>
                    <a:pt x="1046848" y="3956"/>
                    <a:pt x="1049800" y="12347"/>
                  </a:cubicBezTo>
                  <a:cubicBezTo>
                    <a:pt x="1067362" y="45816"/>
                    <a:pt x="1089035" y="76961"/>
                    <a:pt x="1114316" y="105057"/>
                  </a:cubicBezTo>
                  <a:cubicBezTo>
                    <a:pt x="1157944" y="155126"/>
                    <a:pt x="1206160" y="201004"/>
                    <a:pt x="1258335" y="242090"/>
                  </a:cubicBezTo>
                  <a:cubicBezTo>
                    <a:pt x="1260113" y="243551"/>
                    <a:pt x="1261890" y="245011"/>
                    <a:pt x="1263541" y="246535"/>
                  </a:cubicBezTo>
                  <a:cubicBezTo>
                    <a:pt x="1263859" y="246599"/>
                    <a:pt x="1263859" y="247170"/>
                    <a:pt x="1264176" y="248186"/>
                  </a:cubicBezTo>
                  <a:close/>
                </a:path>
              </a:pathLst>
            </a:custGeom>
            <a:grpFill/>
            <a:ln w="6350" cap="flat">
              <a:noFill/>
              <a:prstDash val="solid"/>
              <a:miter/>
            </a:ln>
          </p:spPr>
          <p:txBody>
            <a:bodyPr rtlCol="0" anchor="ctr"/>
            <a:lstStyle/>
            <a:p>
              <a:endParaRPr lang="en-GB"/>
            </a:p>
          </p:txBody>
        </p:sp>
      </p:grpSp>
    </p:spTree>
    <p:extLst>
      <p:ext uri="{BB962C8B-B14F-4D97-AF65-F5344CB8AC3E}">
        <p14:creationId xmlns:p14="http://schemas.microsoft.com/office/powerpoint/2010/main" val="1221280981"/>
      </p:ext>
    </p:extLst>
  </p:cSld>
  <p:clrMapOvr>
    <a:masterClrMapping/>
  </p:clrMapOvr>
  <p:extLst>
    <p:ext uri="{DCECCB84-F9BA-43D5-87BE-67443E8EF086}">
      <p15:sldGuideLst xmlns:p15="http://schemas.microsoft.com/office/powerpoint/2012/main">
        <p15:guide id="1" orient="horz" pos="3634">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Follow us">
    <p:bg>
      <p:bgPr>
        <a:solidFill>
          <a:srgbClr val="28CFF9"/>
        </a:solidFill>
        <a:effectLst/>
      </p:bgPr>
    </p:bg>
    <p:spTree>
      <p:nvGrpSpPr>
        <p:cNvPr id="1" name=""/>
        <p:cNvGrpSpPr/>
        <p:nvPr/>
      </p:nvGrpSpPr>
      <p:grpSpPr>
        <a:xfrm>
          <a:off x="0" y="0"/>
          <a:ext cx="0" cy="0"/>
          <a:chOff x="0" y="0"/>
          <a:chExt cx="0" cy="0"/>
        </a:xfrm>
      </p:grpSpPr>
      <p:pic>
        <p:nvPicPr>
          <p:cNvPr id="4" name="Picture 3"/>
          <p:cNvPicPr>
            <a:picLocks noChangeAspect="1"/>
          </p:cNvPicPr>
          <p:nvPr userDrawn="1"/>
        </p:nvPicPr>
        <p:blipFill rotWithShape="1">
          <a:blip r:embed="rId2">
            <a:extLst>
              <a:ext uri="{28A0092B-C50C-407E-A947-70E740481C1C}">
                <a14:useLocalDpi xmlns:a14="http://schemas.microsoft.com/office/drawing/2010/main" val="0"/>
              </a:ext>
            </a:extLst>
          </a:blip>
          <a:srcRect/>
          <a:stretch/>
        </p:blipFill>
        <p:spPr>
          <a:xfrm>
            <a:off x="5875020" y="0"/>
            <a:ext cx="6316980" cy="6858000"/>
          </a:xfrm>
          <a:prstGeom prst="rect">
            <a:avLst/>
          </a:prstGeom>
        </p:spPr>
      </p:pic>
      <p:pic>
        <p:nvPicPr>
          <p:cNvPr id="6" name="Graphic 29">
            <a:extLst>
              <a:ext uri="{FF2B5EF4-FFF2-40B4-BE49-F238E27FC236}">
                <a16:creationId xmlns:a16="http://schemas.microsoft.com/office/drawing/2014/main" id="{572E6A4A-143B-E94B-A1BF-29C50E635AE7}"/>
              </a:ext>
            </a:extLst>
          </p:cNvPr>
          <p:cNvPicPr>
            <a:picLocks noChangeAspect="1"/>
          </p:cNvPicPr>
          <p:nvPr userDrawn="1"/>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80900" y="302477"/>
            <a:ext cx="2643023" cy="1610367"/>
          </a:xfrm>
          <a:prstGeom prst="rect">
            <a:avLst/>
          </a:prstGeom>
        </p:spPr>
      </p:pic>
      <p:sp>
        <p:nvSpPr>
          <p:cNvPr id="7" name="Text Placeholder 6"/>
          <p:cNvSpPr>
            <a:spLocks noGrp="1"/>
          </p:cNvSpPr>
          <p:nvPr>
            <p:ph type="body" sz="quarter" idx="12" hasCustomPrompt="1"/>
          </p:nvPr>
        </p:nvSpPr>
        <p:spPr>
          <a:xfrm>
            <a:off x="385300" y="5306004"/>
            <a:ext cx="3534471" cy="1186921"/>
          </a:xfrm>
        </p:spPr>
        <p:txBody>
          <a:bodyPr/>
          <a:lstStyle>
            <a:lvl1pPr marL="0" marR="0" indent="0" algn="l" defTabSz="914400" rtl="0" eaLnBrk="1" fontAlgn="auto" latinLnBrk="0" hangingPunct="1">
              <a:lnSpc>
                <a:spcPct val="100000"/>
              </a:lnSpc>
              <a:spcBef>
                <a:spcPts val="0"/>
              </a:spcBef>
              <a:spcAft>
                <a:spcPts val="0"/>
              </a:spcAft>
              <a:buClrTx/>
              <a:buSzPct val="115000"/>
              <a:buFontTx/>
              <a:buNone/>
              <a:tabLst/>
              <a:defRPr sz="1600" b="0"/>
            </a:lvl1pPr>
            <a:lvl2pPr marL="374650" indent="-285750">
              <a:buFont typeface="Arial" panose="020B0604020202020204" pitchFamily="34" charset="0"/>
              <a:buChar char="•"/>
              <a:defRPr/>
            </a:lvl2pPr>
            <a:lvl3pPr marL="88900" indent="0">
              <a:buNone/>
              <a:defRPr/>
            </a:lvl3pPr>
            <a:lvl4pPr marL="88900" indent="0">
              <a:buNone/>
              <a:defRPr/>
            </a:lvl4pPr>
            <a:lvl5pPr marL="88900" indent="0">
              <a:buNone/>
              <a:defRPr/>
            </a:lvl5pPr>
          </a:lstStyle>
          <a:p>
            <a:pPr lvl="0"/>
            <a:r>
              <a:rPr lang="en-US" dirty="0"/>
              <a:t>Edit text</a:t>
            </a:r>
          </a:p>
        </p:txBody>
      </p:sp>
      <p:sp>
        <p:nvSpPr>
          <p:cNvPr id="16"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385301" y="1914129"/>
            <a:ext cx="3592020" cy="2277604"/>
          </a:xfrm>
        </p:spPr>
        <p:txBody>
          <a:bodyPr anchor="b" anchorCtr="0">
            <a:noAutofit/>
          </a:bodyPr>
          <a:lstStyle>
            <a:lvl1pPr algn="l">
              <a:lnSpc>
                <a:spcPct val="100000"/>
              </a:lnSpc>
              <a:defRPr sz="3600"/>
            </a:lvl1pPr>
          </a:lstStyle>
          <a:p>
            <a:r>
              <a:rPr lang="en-US" noProof="0" dirty="0"/>
              <a:t>CLICK TO EDIT TITLE</a:t>
            </a:r>
            <a:endParaRPr lang="en-GB" noProof="0" dirty="0"/>
          </a:p>
        </p:txBody>
      </p:sp>
      <p:grpSp>
        <p:nvGrpSpPr>
          <p:cNvPr id="24" name="Group 23"/>
          <p:cNvGrpSpPr/>
          <p:nvPr userDrawn="1"/>
        </p:nvGrpSpPr>
        <p:grpSpPr>
          <a:xfrm>
            <a:off x="-1420" y="3503895"/>
            <a:ext cx="6359624" cy="2437013"/>
            <a:chOff x="-1420" y="3503895"/>
            <a:chExt cx="6359624" cy="2437013"/>
          </a:xfrm>
          <a:solidFill>
            <a:srgbClr val="004050"/>
          </a:solidFill>
        </p:grpSpPr>
        <p:sp>
          <p:nvSpPr>
            <p:cNvPr id="25" name="Freeform 24">
              <a:extLst>
                <a:ext uri="{FF2B5EF4-FFF2-40B4-BE49-F238E27FC236}">
                  <a16:creationId xmlns:a16="http://schemas.microsoft.com/office/drawing/2014/main" id="{2F450B4C-241D-A544-BBEF-175E01D6A139}"/>
                </a:ext>
              </a:extLst>
            </p:cNvPr>
            <p:cNvSpPr/>
            <p:nvPr userDrawn="1"/>
          </p:nvSpPr>
          <p:spPr>
            <a:xfrm>
              <a:off x="-1420" y="3503895"/>
              <a:ext cx="5273560" cy="1035156"/>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670881 w 1670881"/>
                <a:gd name="connsiteY0" fmla="*/ 248186 h 248186"/>
                <a:gd name="connsiteX1" fmla="*/ 921010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70881 w 1670881"/>
                <a:gd name="connsiteY0" fmla="*/ 248186 h 248186"/>
                <a:gd name="connsiteX1" fmla="*/ 1324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69638 w 1669638"/>
                <a:gd name="connsiteY0" fmla="*/ 248186 h 248186"/>
                <a:gd name="connsiteX1" fmla="*/ 81 w 1669638"/>
                <a:gd name="connsiteY1" fmla="*/ 248186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7193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9638 w 1669638"/>
                <a:gd name="connsiteY0" fmla="*/ 248186 h 248186"/>
                <a:gd name="connsiteX1" fmla="*/ 80 w 1669638"/>
                <a:gd name="connsiteY1" fmla="*/ 247193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8896 w 1668896"/>
                <a:gd name="connsiteY0" fmla="*/ 248186 h 248186"/>
                <a:gd name="connsiteX1" fmla="*/ 405622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331 w 1264176"/>
                <a:gd name="connsiteY1" fmla="*/ 247615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264176" h="248186">
                  <a:moveTo>
                    <a:pt x="1264176" y="248186"/>
                  </a:moveTo>
                  <a:lnTo>
                    <a:pt x="331" y="247615"/>
                  </a:lnTo>
                  <a:cubicBezTo>
                    <a:pt x="-110" y="229052"/>
                    <a:pt x="441" y="211631"/>
                    <a:pt x="0" y="193068"/>
                  </a:cubicBezTo>
                  <a:lnTo>
                    <a:pt x="1118190" y="192497"/>
                  </a:lnTo>
                  <a:cubicBezTo>
                    <a:pt x="1060341" y="134140"/>
                    <a:pt x="1007065" y="74768"/>
                    <a:pt x="971505" y="219"/>
                  </a:cubicBezTo>
                  <a:cubicBezTo>
                    <a:pt x="991888" y="219"/>
                    <a:pt x="1010748" y="854"/>
                    <a:pt x="1029544" y="219"/>
                  </a:cubicBezTo>
                  <a:cubicBezTo>
                    <a:pt x="1038336" y="-1141"/>
                    <a:pt x="1046848" y="3956"/>
                    <a:pt x="1049800" y="12347"/>
                  </a:cubicBezTo>
                  <a:cubicBezTo>
                    <a:pt x="1067362" y="45816"/>
                    <a:pt x="1089035" y="76961"/>
                    <a:pt x="1114316" y="105057"/>
                  </a:cubicBezTo>
                  <a:cubicBezTo>
                    <a:pt x="1157944" y="155126"/>
                    <a:pt x="1206160" y="201004"/>
                    <a:pt x="1258335" y="242090"/>
                  </a:cubicBezTo>
                  <a:cubicBezTo>
                    <a:pt x="1260113" y="243551"/>
                    <a:pt x="1261890" y="245011"/>
                    <a:pt x="1263541" y="246535"/>
                  </a:cubicBezTo>
                  <a:cubicBezTo>
                    <a:pt x="1263859" y="246599"/>
                    <a:pt x="1263859" y="247170"/>
                    <a:pt x="1264176" y="248186"/>
                  </a:cubicBezTo>
                  <a:close/>
                </a:path>
              </a:pathLst>
            </a:custGeom>
            <a:grpFill/>
            <a:ln w="6350" cap="flat">
              <a:noFill/>
              <a:prstDash val="solid"/>
              <a:miter/>
            </a:ln>
          </p:spPr>
          <p:txBody>
            <a:bodyPr rtlCol="0" anchor="ctr"/>
            <a:lstStyle/>
            <a:p>
              <a:endParaRPr lang="en-GB"/>
            </a:p>
          </p:txBody>
        </p:sp>
        <p:sp>
          <p:nvSpPr>
            <p:cNvPr id="26" name="Freeform 25">
              <a:extLst>
                <a:ext uri="{FF2B5EF4-FFF2-40B4-BE49-F238E27FC236}">
                  <a16:creationId xmlns:a16="http://schemas.microsoft.com/office/drawing/2014/main" id="{17BA7C41-EA1C-2F4D-90C7-EC472AB85B8A}"/>
                </a:ext>
              </a:extLst>
            </p:cNvPr>
            <p:cNvSpPr/>
            <p:nvPr/>
          </p:nvSpPr>
          <p:spPr>
            <a:xfrm>
              <a:off x="4768849" y="3504279"/>
              <a:ext cx="1589355" cy="2436629"/>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grpFill/>
            <a:ln w="6350" cap="flat">
              <a:noFill/>
              <a:prstDash val="solid"/>
              <a:miter/>
            </a:ln>
          </p:spPr>
          <p:txBody>
            <a:bodyPr rtlCol="0" anchor="ctr"/>
            <a:lstStyle/>
            <a:p>
              <a:endParaRPr lang="en-GB"/>
            </a:p>
          </p:txBody>
        </p:sp>
        <p:sp>
          <p:nvSpPr>
            <p:cNvPr id="27" name="Freeform 26">
              <a:extLst>
                <a:ext uri="{FF2B5EF4-FFF2-40B4-BE49-F238E27FC236}">
                  <a16:creationId xmlns:a16="http://schemas.microsoft.com/office/drawing/2014/main" id="{2F450B4C-241D-A544-BBEF-175E01D6A139}"/>
                </a:ext>
              </a:extLst>
            </p:cNvPr>
            <p:cNvSpPr/>
            <p:nvPr userDrawn="1"/>
          </p:nvSpPr>
          <p:spPr>
            <a:xfrm flipV="1">
              <a:off x="-1420" y="4902788"/>
              <a:ext cx="5273560" cy="1035156"/>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670881 w 1670881"/>
                <a:gd name="connsiteY0" fmla="*/ 248186 h 248186"/>
                <a:gd name="connsiteX1" fmla="*/ 921010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70881 w 1670881"/>
                <a:gd name="connsiteY0" fmla="*/ 248186 h 248186"/>
                <a:gd name="connsiteX1" fmla="*/ 1324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69638 w 1669638"/>
                <a:gd name="connsiteY0" fmla="*/ 248186 h 248186"/>
                <a:gd name="connsiteX1" fmla="*/ 81 w 1669638"/>
                <a:gd name="connsiteY1" fmla="*/ 248186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7193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9638 w 1669638"/>
                <a:gd name="connsiteY0" fmla="*/ 248186 h 248186"/>
                <a:gd name="connsiteX1" fmla="*/ 80 w 1669638"/>
                <a:gd name="connsiteY1" fmla="*/ 247193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8896 w 1668896"/>
                <a:gd name="connsiteY0" fmla="*/ 248186 h 248186"/>
                <a:gd name="connsiteX1" fmla="*/ 405622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331 w 1264176"/>
                <a:gd name="connsiteY1" fmla="*/ 247615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264176" h="248186">
                  <a:moveTo>
                    <a:pt x="1264176" y="248186"/>
                  </a:moveTo>
                  <a:lnTo>
                    <a:pt x="331" y="247615"/>
                  </a:lnTo>
                  <a:cubicBezTo>
                    <a:pt x="-110" y="229052"/>
                    <a:pt x="441" y="211631"/>
                    <a:pt x="0" y="193068"/>
                  </a:cubicBezTo>
                  <a:lnTo>
                    <a:pt x="1118190" y="192497"/>
                  </a:lnTo>
                  <a:cubicBezTo>
                    <a:pt x="1060341" y="134140"/>
                    <a:pt x="1007065" y="74768"/>
                    <a:pt x="971505" y="219"/>
                  </a:cubicBezTo>
                  <a:cubicBezTo>
                    <a:pt x="991888" y="219"/>
                    <a:pt x="1010748" y="854"/>
                    <a:pt x="1029544" y="219"/>
                  </a:cubicBezTo>
                  <a:cubicBezTo>
                    <a:pt x="1038336" y="-1141"/>
                    <a:pt x="1046848" y="3956"/>
                    <a:pt x="1049800" y="12347"/>
                  </a:cubicBezTo>
                  <a:cubicBezTo>
                    <a:pt x="1067362" y="45816"/>
                    <a:pt x="1089035" y="76961"/>
                    <a:pt x="1114316" y="105057"/>
                  </a:cubicBezTo>
                  <a:cubicBezTo>
                    <a:pt x="1157944" y="155126"/>
                    <a:pt x="1206160" y="201004"/>
                    <a:pt x="1258335" y="242090"/>
                  </a:cubicBezTo>
                  <a:cubicBezTo>
                    <a:pt x="1260113" y="243551"/>
                    <a:pt x="1261890" y="245011"/>
                    <a:pt x="1263541" y="246535"/>
                  </a:cubicBezTo>
                  <a:cubicBezTo>
                    <a:pt x="1263859" y="246599"/>
                    <a:pt x="1263859" y="247170"/>
                    <a:pt x="1264176" y="248186"/>
                  </a:cubicBezTo>
                  <a:close/>
                </a:path>
              </a:pathLst>
            </a:custGeom>
            <a:grpFill/>
            <a:ln w="6350" cap="flat">
              <a:noFill/>
              <a:prstDash val="solid"/>
              <a:miter/>
            </a:ln>
          </p:spPr>
          <p:txBody>
            <a:bodyPr rtlCol="0" anchor="ctr"/>
            <a:lstStyle/>
            <a:p>
              <a:endParaRPr lang="en-GB"/>
            </a:p>
          </p:txBody>
        </p:sp>
      </p:grpSp>
    </p:spTree>
    <p:extLst>
      <p:ext uri="{BB962C8B-B14F-4D97-AF65-F5344CB8AC3E}">
        <p14:creationId xmlns:p14="http://schemas.microsoft.com/office/powerpoint/2010/main" val="986434422"/>
      </p:ext>
    </p:extLst>
  </p:cSld>
  <p:clrMapOvr>
    <a:masterClrMapping/>
  </p:clrMapOvr>
  <p:extLst>
    <p:ext uri="{DCECCB84-F9BA-43D5-87BE-67443E8EF086}">
      <p15:sldGuideLst xmlns:p15="http://schemas.microsoft.com/office/powerpoint/2012/main">
        <p15:guide id="1" orient="horz" pos="3634">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Action Tips">
    <p:bg>
      <p:bgPr>
        <a:solidFill>
          <a:srgbClr val="EB622E"/>
        </a:solidFill>
        <a:effectLst/>
      </p:bgPr>
    </p:bg>
    <p:spTree>
      <p:nvGrpSpPr>
        <p:cNvPr id="1" name=""/>
        <p:cNvGrpSpPr/>
        <p:nvPr/>
      </p:nvGrpSpPr>
      <p:grpSpPr>
        <a:xfrm>
          <a:off x="0" y="0"/>
          <a:ext cx="0" cy="0"/>
          <a:chOff x="0" y="0"/>
          <a:chExt cx="0" cy="0"/>
        </a:xfrm>
      </p:grpSpPr>
      <p:pic>
        <p:nvPicPr>
          <p:cNvPr id="3" name="Picture 2"/>
          <p:cNvPicPr>
            <a:picLocks noChangeAspect="1"/>
          </p:cNvPicPr>
          <p:nvPr userDrawn="1"/>
        </p:nvPicPr>
        <p:blipFill rotWithShape="1">
          <a:blip r:embed="rId2">
            <a:extLst>
              <a:ext uri="{28A0092B-C50C-407E-A947-70E740481C1C}">
                <a14:useLocalDpi xmlns:a14="http://schemas.microsoft.com/office/drawing/2010/main" val="0"/>
              </a:ext>
            </a:extLst>
          </a:blip>
          <a:srcRect/>
          <a:stretch/>
        </p:blipFill>
        <p:spPr>
          <a:xfrm>
            <a:off x="7254240" y="0"/>
            <a:ext cx="4937760" cy="6858000"/>
          </a:xfrm>
          <a:prstGeom prst="rect">
            <a:avLst/>
          </a:prstGeom>
        </p:spPr>
      </p:pic>
      <p:pic>
        <p:nvPicPr>
          <p:cNvPr id="6" name="Graphic 29">
            <a:extLst>
              <a:ext uri="{FF2B5EF4-FFF2-40B4-BE49-F238E27FC236}">
                <a16:creationId xmlns:a16="http://schemas.microsoft.com/office/drawing/2014/main" id="{572E6A4A-143B-E94B-A1BF-29C50E635AE7}"/>
              </a:ext>
            </a:extLst>
          </p:cNvPr>
          <p:cNvPicPr>
            <a:picLocks noChangeAspect="1"/>
          </p:cNvPicPr>
          <p:nvPr userDrawn="1"/>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80900" y="302477"/>
            <a:ext cx="2643023" cy="1610367"/>
          </a:xfrm>
          <a:prstGeom prst="rect">
            <a:avLst/>
          </a:prstGeom>
        </p:spPr>
      </p:pic>
      <p:sp>
        <p:nvSpPr>
          <p:cNvPr id="7" name="Text Placeholder 6"/>
          <p:cNvSpPr>
            <a:spLocks noGrp="1"/>
          </p:cNvSpPr>
          <p:nvPr>
            <p:ph type="body" sz="quarter" idx="12" hasCustomPrompt="1"/>
          </p:nvPr>
        </p:nvSpPr>
        <p:spPr>
          <a:xfrm>
            <a:off x="385300" y="5306004"/>
            <a:ext cx="3534471" cy="1186921"/>
          </a:xfrm>
        </p:spPr>
        <p:txBody>
          <a:bodyPr/>
          <a:lstStyle>
            <a:lvl1pPr marL="0" marR="0" indent="0" algn="l" defTabSz="914400" rtl="0" eaLnBrk="1" fontAlgn="auto" latinLnBrk="0" hangingPunct="1">
              <a:lnSpc>
                <a:spcPct val="100000"/>
              </a:lnSpc>
              <a:spcBef>
                <a:spcPts val="0"/>
              </a:spcBef>
              <a:spcAft>
                <a:spcPts val="0"/>
              </a:spcAft>
              <a:buClrTx/>
              <a:buSzPct val="115000"/>
              <a:buFontTx/>
              <a:buNone/>
              <a:tabLst/>
              <a:defRPr sz="1600" b="0"/>
            </a:lvl1pPr>
            <a:lvl2pPr marL="374650" indent="-285750">
              <a:buFont typeface="Arial" panose="020B0604020202020204" pitchFamily="34" charset="0"/>
              <a:buChar char="•"/>
              <a:defRPr/>
            </a:lvl2pPr>
            <a:lvl3pPr marL="88900" indent="0">
              <a:buNone/>
              <a:defRPr/>
            </a:lvl3pPr>
            <a:lvl4pPr marL="88900" indent="0">
              <a:buNone/>
              <a:defRPr/>
            </a:lvl4pPr>
            <a:lvl5pPr marL="88900" indent="0">
              <a:buNone/>
              <a:defRPr/>
            </a:lvl5pPr>
          </a:lstStyle>
          <a:p>
            <a:pPr lvl="0"/>
            <a:r>
              <a:rPr lang="en-US" dirty="0"/>
              <a:t>Edit text</a:t>
            </a:r>
          </a:p>
        </p:txBody>
      </p:sp>
      <p:sp>
        <p:nvSpPr>
          <p:cNvPr id="16"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385301" y="1914129"/>
            <a:ext cx="3592020" cy="2277604"/>
          </a:xfrm>
        </p:spPr>
        <p:txBody>
          <a:bodyPr anchor="b" anchorCtr="0">
            <a:noAutofit/>
          </a:bodyPr>
          <a:lstStyle>
            <a:lvl1pPr algn="l">
              <a:lnSpc>
                <a:spcPct val="100000"/>
              </a:lnSpc>
              <a:defRPr sz="3600"/>
            </a:lvl1pPr>
          </a:lstStyle>
          <a:p>
            <a:r>
              <a:rPr lang="en-US" noProof="0" dirty="0"/>
              <a:t>CLICK TO EDIT TITLE</a:t>
            </a:r>
            <a:endParaRPr lang="en-GB" noProof="0" dirty="0"/>
          </a:p>
        </p:txBody>
      </p:sp>
      <p:grpSp>
        <p:nvGrpSpPr>
          <p:cNvPr id="2" name="Group 1"/>
          <p:cNvGrpSpPr/>
          <p:nvPr userDrawn="1"/>
        </p:nvGrpSpPr>
        <p:grpSpPr>
          <a:xfrm>
            <a:off x="-1420" y="3503895"/>
            <a:ext cx="6359624" cy="2437013"/>
            <a:chOff x="-1420" y="3503895"/>
            <a:chExt cx="6359624" cy="2437013"/>
          </a:xfrm>
          <a:solidFill>
            <a:srgbClr val="004050"/>
          </a:solidFill>
        </p:grpSpPr>
        <p:sp>
          <p:nvSpPr>
            <p:cNvPr id="36" name="Freeform 35">
              <a:extLst>
                <a:ext uri="{FF2B5EF4-FFF2-40B4-BE49-F238E27FC236}">
                  <a16:creationId xmlns:a16="http://schemas.microsoft.com/office/drawing/2014/main" id="{2F450B4C-241D-A544-BBEF-175E01D6A139}"/>
                </a:ext>
              </a:extLst>
            </p:cNvPr>
            <p:cNvSpPr/>
            <p:nvPr userDrawn="1"/>
          </p:nvSpPr>
          <p:spPr>
            <a:xfrm>
              <a:off x="-1420" y="3503895"/>
              <a:ext cx="5273560" cy="1035156"/>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670881 w 1670881"/>
                <a:gd name="connsiteY0" fmla="*/ 248186 h 248186"/>
                <a:gd name="connsiteX1" fmla="*/ 921010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70881 w 1670881"/>
                <a:gd name="connsiteY0" fmla="*/ 248186 h 248186"/>
                <a:gd name="connsiteX1" fmla="*/ 1324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69638 w 1669638"/>
                <a:gd name="connsiteY0" fmla="*/ 248186 h 248186"/>
                <a:gd name="connsiteX1" fmla="*/ 81 w 1669638"/>
                <a:gd name="connsiteY1" fmla="*/ 248186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7193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9638 w 1669638"/>
                <a:gd name="connsiteY0" fmla="*/ 248186 h 248186"/>
                <a:gd name="connsiteX1" fmla="*/ 80 w 1669638"/>
                <a:gd name="connsiteY1" fmla="*/ 247193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8896 w 1668896"/>
                <a:gd name="connsiteY0" fmla="*/ 248186 h 248186"/>
                <a:gd name="connsiteX1" fmla="*/ 405622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331 w 1264176"/>
                <a:gd name="connsiteY1" fmla="*/ 247615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264176" h="248186">
                  <a:moveTo>
                    <a:pt x="1264176" y="248186"/>
                  </a:moveTo>
                  <a:lnTo>
                    <a:pt x="331" y="247615"/>
                  </a:lnTo>
                  <a:cubicBezTo>
                    <a:pt x="-110" y="229052"/>
                    <a:pt x="441" y="211631"/>
                    <a:pt x="0" y="193068"/>
                  </a:cubicBezTo>
                  <a:lnTo>
                    <a:pt x="1118190" y="192497"/>
                  </a:lnTo>
                  <a:cubicBezTo>
                    <a:pt x="1060341" y="134140"/>
                    <a:pt x="1007065" y="74768"/>
                    <a:pt x="971505" y="219"/>
                  </a:cubicBezTo>
                  <a:cubicBezTo>
                    <a:pt x="991888" y="219"/>
                    <a:pt x="1010748" y="854"/>
                    <a:pt x="1029544" y="219"/>
                  </a:cubicBezTo>
                  <a:cubicBezTo>
                    <a:pt x="1038336" y="-1141"/>
                    <a:pt x="1046848" y="3956"/>
                    <a:pt x="1049800" y="12347"/>
                  </a:cubicBezTo>
                  <a:cubicBezTo>
                    <a:pt x="1067362" y="45816"/>
                    <a:pt x="1089035" y="76961"/>
                    <a:pt x="1114316" y="105057"/>
                  </a:cubicBezTo>
                  <a:cubicBezTo>
                    <a:pt x="1157944" y="155126"/>
                    <a:pt x="1206160" y="201004"/>
                    <a:pt x="1258335" y="242090"/>
                  </a:cubicBezTo>
                  <a:cubicBezTo>
                    <a:pt x="1260113" y="243551"/>
                    <a:pt x="1261890" y="245011"/>
                    <a:pt x="1263541" y="246535"/>
                  </a:cubicBezTo>
                  <a:cubicBezTo>
                    <a:pt x="1263859" y="246599"/>
                    <a:pt x="1263859" y="247170"/>
                    <a:pt x="1264176" y="248186"/>
                  </a:cubicBezTo>
                  <a:close/>
                </a:path>
              </a:pathLst>
            </a:custGeom>
            <a:grpFill/>
            <a:ln w="6350" cap="flat">
              <a:noFill/>
              <a:prstDash val="solid"/>
              <a:miter/>
            </a:ln>
          </p:spPr>
          <p:txBody>
            <a:bodyPr rtlCol="0" anchor="ctr"/>
            <a:lstStyle/>
            <a:p>
              <a:endParaRPr lang="en-GB"/>
            </a:p>
          </p:txBody>
        </p:sp>
        <p:sp>
          <p:nvSpPr>
            <p:cNvPr id="37" name="Freeform 36">
              <a:extLst>
                <a:ext uri="{FF2B5EF4-FFF2-40B4-BE49-F238E27FC236}">
                  <a16:creationId xmlns:a16="http://schemas.microsoft.com/office/drawing/2014/main" id="{17BA7C41-EA1C-2F4D-90C7-EC472AB85B8A}"/>
                </a:ext>
              </a:extLst>
            </p:cNvPr>
            <p:cNvSpPr/>
            <p:nvPr/>
          </p:nvSpPr>
          <p:spPr>
            <a:xfrm>
              <a:off x="4768849" y="3504279"/>
              <a:ext cx="1589355" cy="2436629"/>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grpFill/>
            <a:ln w="6350" cap="flat">
              <a:noFill/>
              <a:prstDash val="solid"/>
              <a:miter/>
            </a:ln>
          </p:spPr>
          <p:txBody>
            <a:bodyPr rtlCol="0" anchor="ctr"/>
            <a:lstStyle/>
            <a:p>
              <a:endParaRPr lang="en-GB"/>
            </a:p>
          </p:txBody>
        </p:sp>
        <p:sp>
          <p:nvSpPr>
            <p:cNvPr id="40" name="Freeform 39">
              <a:extLst>
                <a:ext uri="{FF2B5EF4-FFF2-40B4-BE49-F238E27FC236}">
                  <a16:creationId xmlns:a16="http://schemas.microsoft.com/office/drawing/2014/main" id="{2F450B4C-241D-A544-BBEF-175E01D6A139}"/>
                </a:ext>
              </a:extLst>
            </p:cNvPr>
            <p:cNvSpPr/>
            <p:nvPr userDrawn="1"/>
          </p:nvSpPr>
          <p:spPr>
            <a:xfrm flipV="1">
              <a:off x="-1420" y="4902788"/>
              <a:ext cx="5273560" cy="1035156"/>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670881 w 1670881"/>
                <a:gd name="connsiteY0" fmla="*/ 248186 h 248186"/>
                <a:gd name="connsiteX1" fmla="*/ 921010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70881 w 1670881"/>
                <a:gd name="connsiteY0" fmla="*/ 248186 h 248186"/>
                <a:gd name="connsiteX1" fmla="*/ 1324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69638 w 1669638"/>
                <a:gd name="connsiteY0" fmla="*/ 248186 h 248186"/>
                <a:gd name="connsiteX1" fmla="*/ 81 w 1669638"/>
                <a:gd name="connsiteY1" fmla="*/ 248186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7193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9638 w 1669638"/>
                <a:gd name="connsiteY0" fmla="*/ 248186 h 248186"/>
                <a:gd name="connsiteX1" fmla="*/ 80 w 1669638"/>
                <a:gd name="connsiteY1" fmla="*/ 247193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8896 w 1668896"/>
                <a:gd name="connsiteY0" fmla="*/ 248186 h 248186"/>
                <a:gd name="connsiteX1" fmla="*/ 405622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331 w 1264176"/>
                <a:gd name="connsiteY1" fmla="*/ 247615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264176" h="248186">
                  <a:moveTo>
                    <a:pt x="1264176" y="248186"/>
                  </a:moveTo>
                  <a:lnTo>
                    <a:pt x="331" y="247615"/>
                  </a:lnTo>
                  <a:cubicBezTo>
                    <a:pt x="-110" y="229052"/>
                    <a:pt x="441" y="211631"/>
                    <a:pt x="0" y="193068"/>
                  </a:cubicBezTo>
                  <a:lnTo>
                    <a:pt x="1118190" y="192497"/>
                  </a:lnTo>
                  <a:cubicBezTo>
                    <a:pt x="1060341" y="134140"/>
                    <a:pt x="1007065" y="74768"/>
                    <a:pt x="971505" y="219"/>
                  </a:cubicBezTo>
                  <a:cubicBezTo>
                    <a:pt x="991888" y="219"/>
                    <a:pt x="1010748" y="854"/>
                    <a:pt x="1029544" y="219"/>
                  </a:cubicBezTo>
                  <a:cubicBezTo>
                    <a:pt x="1038336" y="-1141"/>
                    <a:pt x="1046848" y="3956"/>
                    <a:pt x="1049800" y="12347"/>
                  </a:cubicBezTo>
                  <a:cubicBezTo>
                    <a:pt x="1067362" y="45816"/>
                    <a:pt x="1089035" y="76961"/>
                    <a:pt x="1114316" y="105057"/>
                  </a:cubicBezTo>
                  <a:cubicBezTo>
                    <a:pt x="1157944" y="155126"/>
                    <a:pt x="1206160" y="201004"/>
                    <a:pt x="1258335" y="242090"/>
                  </a:cubicBezTo>
                  <a:cubicBezTo>
                    <a:pt x="1260113" y="243551"/>
                    <a:pt x="1261890" y="245011"/>
                    <a:pt x="1263541" y="246535"/>
                  </a:cubicBezTo>
                  <a:cubicBezTo>
                    <a:pt x="1263859" y="246599"/>
                    <a:pt x="1263859" y="247170"/>
                    <a:pt x="1264176" y="248186"/>
                  </a:cubicBezTo>
                  <a:close/>
                </a:path>
              </a:pathLst>
            </a:custGeom>
            <a:grpFill/>
            <a:ln w="6350" cap="flat">
              <a:noFill/>
              <a:prstDash val="solid"/>
              <a:miter/>
            </a:ln>
          </p:spPr>
          <p:txBody>
            <a:bodyPr rtlCol="0" anchor="ctr"/>
            <a:lstStyle/>
            <a:p>
              <a:endParaRPr lang="en-GB"/>
            </a:p>
          </p:txBody>
        </p:sp>
      </p:grpSp>
    </p:spTree>
    <p:extLst>
      <p:ext uri="{BB962C8B-B14F-4D97-AF65-F5344CB8AC3E}">
        <p14:creationId xmlns:p14="http://schemas.microsoft.com/office/powerpoint/2010/main" val="1198876426"/>
      </p:ext>
    </p:extLst>
  </p:cSld>
  <p:clrMapOvr>
    <a:masterClrMapping/>
  </p:clrMapOvr>
  <p:extLst>
    <p:ext uri="{DCECCB84-F9BA-43D5-87BE-67443E8EF086}">
      <p15:sldGuideLst xmlns:p15="http://schemas.microsoft.com/office/powerpoint/2012/main">
        <p15:guide id="1" orient="horz" pos="3634">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Title slide 1">
    <p:bg>
      <p:bgPr>
        <a:solidFill>
          <a:srgbClr val="09EDB8"/>
        </a:solidFill>
        <a:effectLst/>
      </p:bgPr>
    </p:bg>
    <p:spTree>
      <p:nvGrpSpPr>
        <p:cNvPr id="1" name=""/>
        <p:cNvGrpSpPr/>
        <p:nvPr/>
      </p:nvGrpSpPr>
      <p:grpSpPr>
        <a:xfrm>
          <a:off x="0" y="0"/>
          <a:ext cx="0" cy="0"/>
          <a:chOff x="0" y="0"/>
          <a:chExt cx="0" cy="0"/>
        </a:xfrm>
      </p:grpSpPr>
      <p:pic>
        <p:nvPicPr>
          <p:cNvPr id="7" name="Picture 6"/>
          <p:cNvPicPr>
            <a:picLocks noChangeAspect="1"/>
          </p:cNvPicPr>
          <p:nvPr userDrawn="1"/>
        </p:nvPicPr>
        <p:blipFill rotWithShape="1">
          <a:blip r:embed="rId2">
            <a:extLst>
              <a:ext uri="{28A0092B-C50C-407E-A947-70E740481C1C}">
                <a14:useLocalDpi xmlns:a14="http://schemas.microsoft.com/office/drawing/2010/main" val="0"/>
              </a:ext>
            </a:extLst>
          </a:blip>
          <a:srcRect/>
          <a:stretch/>
        </p:blipFill>
        <p:spPr>
          <a:xfrm>
            <a:off x="6644640" y="15240"/>
            <a:ext cx="5547360" cy="6842760"/>
          </a:xfrm>
          <a:prstGeom prst="rect">
            <a:avLst/>
          </a:prstGeom>
        </p:spPr>
      </p:pic>
      <p:pic>
        <p:nvPicPr>
          <p:cNvPr id="6" name="Graphic 29">
            <a:extLst>
              <a:ext uri="{FF2B5EF4-FFF2-40B4-BE49-F238E27FC236}">
                <a16:creationId xmlns:a16="http://schemas.microsoft.com/office/drawing/2014/main" id="{572E6A4A-143B-E94B-A1BF-29C50E635AE7}"/>
              </a:ext>
            </a:extLst>
          </p:cNvPr>
          <p:cNvPicPr>
            <a:picLocks noChangeAspect="1"/>
          </p:cNvPicPr>
          <p:nvPr userDrawn="1"/>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80900" y="302477"/>
            <a:ext cx="2643023" cy="1610367"/>
          </a:xfrm>
          <a:prstGeom prst="rect">
            <a:avLst/>
          </a:prstGeom>
        </p:spPr>
      </p:pic>
      <p:sp>
        <p:nvSpPr>
          <p:cNvPr id="8" name="Text Placeholder 6"/>
          <p:cNvSpPr>
            <a:spLocks noGrp="1"/>
          </p:cNvSpPr>
          <p:nvPr>
            <p:ph type="body" sz="quarter" idx="12" hasCustomPrompt="1"/>
          </p:nvPr>
        </p:nvSpPr>
        <p:spPr>
          <a:xfrm>
            <a:off x="385300" y="5306004"/>
            <a:ext cx="3534471" cy="1186921"/>
          </a:xfrm>
        </p:spPr>
        <p:txBody>
          <a:bodyPr/>
          <a:lstStyle>
            <a:lvl1pPr marL="0" marR="0" indent="0" algn="l" defTabSz="914400" rtl="0" eaLnBrk="1" fontAlgn="auto" latinLnBrk="0" hangingPunct="1">
              <a:lnSpc>
                <a:spcPct val="100000"/>
              </a:lnSpc>
              <a:spcBef>
                <a:spcPts val="0"/>
              </a:spcBef>
              <a:spcAft>
                <a:spcPts val="0"/>
              </a:spcAft>
              <a:buClrTx/>
              <a:buSzPct val="115000"/>
              <a:buFontTx/>
              <a:buNone/>
              <a:tabLst/>
              <a:defRPr sz="1600" b="0"/>
            </a:lvl1pPr>
            <a:lvl2pPr marL="374650" indent="-285750">
              <a:buFont typeface="Arial" panose="020B0604020202020204" pitchFamily="34" charset="0"/>
              <a:buChar char="•"/>
              <a:defRPr/>
            </a:lvl2pPr>
            <a:lvl3pPr marL="88900" indent="0">
              <a:buNone/>
              <a:defRPr/>
            </a:lvl3pPr>
            <a:lvl4pPr marL="88900" indent="0">
              <a:buNone/>
              <a:defRPr/>
            </a:lvl4pPr>
            <a:lvl5pPr marL="88900" indent="0">
              <a:buNone/>
              <a:defRPr/>
            </a:lvl5pPr>
          </a:lstStyle>
          <a:p>
            <a:pPr lvl="0"/>
            <a:r>
              <a:rPr lang="en-US" dirty="0"/>
              <a:t>Edit text</a:t>
            </a:r>
          </a:p>
        </p:txBody>
      </p:sp>
      <p:sp>
        <p:nvSpPr>
          <p:cNvPr id="18"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385301" y="1914129"/>
            <a:ext cx="3592020" cy="2277604"/>
          </a:xfrm>
        </p:spPr>
        <p:txBody>
          <a:bodyPr anchor="b" anchorCtr="0">
            <a:noAutofit/>
          </a:bodyPr>
          <a:lstStyle>
            <a:lvl1pPr algn="l">
              <a:lnSpc>
                <a:spcPct val="100000"/>
              </a:lnSpc>
              <a:defRPr sz="3600"/>
            </a:lvl1pPr>
          </a:lstStyle>
          <a:p>
            <a:r>
              <a:rPr lang="en-US" noProof="0" dirty="0"/>
              <a:t>CLICK TO EDIT TITLE</a:t>
            </a:r>
            <a:endParaRPr lang="en-GB" noProof="0" dirty="0"/>
          </a:p>
        </p:txBody>
      </p:sp>
      <p:grpSp>
        <p:nvGrpSpPr>
          <p:cNvPr id="16" name="Group 15"/>
          <p:cNvGrpSpPr/>
          <p:nvPr userDrawn="1"/>
        </p:nvGrpSpPr>
        <p:grpSpPr>
          <a:xfrm>
            <a:off x="-1420" y="3503895"/>
            <a:ext cx="6359624" cy="2437013"/>
            <a:chOff x="-1420" y="3503895"/>
            <a:chExt cx="6359624" cy="2437013"/>
          </a:xfrm>
          <a:solidFill>
            <a:srgbClr val="004050"/>
          </a:solidFill>
        </p:grpSpPr>
        <p:sp>
          <p:nvSpPr>
            <p:cNvPr id="17" name="Freeform 16">
              <a:extLst>
                <a:ext uri="{FF2B5EF4-FFF2-40B4-BE49-F238E27FC236}">
                  <a16:creationId xmlns:a16="http://schemas.microsoft.com/office/drawing/2014/main" id="{2F450B4C-241D-A544-BBEF-175E01D6A139}"/>
                </a:ext>
              </a:extLst>
            </p:cNvPr>
            <p:cNvSpPr/>
            <p:nvPr userDrawn="1"/>
          </p:nvSpPr>
          <p:spPr>
            <a:xfrm>
              <a:off x="-1420" y="3503895"/>
              <a:ext cx="5273560" cy="1035156"/>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670881 w 1670881"/>
                <a:gd name="connsiteY0" fmla="*/ 248186 h 248186"/>
                <a:gd name="connsiteX1" fmla="*/ 921010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70881 w 1670881"/>
                <a:gd name="connsiteY0" fmla="*/ 248186 h 248186"/>
                <a:gd name="connsiteX1" fmla="*/ 1324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69638 w 1669638"/>
                <a:gd name="connsiteY0" fmla="*/ 248186 h 248186"/>
                <a:gd name="connsiteX1" fmla="*/ 81 w 1669638"/>
                <a:gd name="connsiteY1" fmla="*/ 248186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7193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9638 w 1669638"/>
                <a:gd name="connsiteY0" fmla="*/ 248186 h 248186"/>
                <a:gd name="connsiteX1" fmla="*/ 80 w 1669638"/>
                <a:gd name="connsiteY1" fmla="*/ 247193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8896 w 1668896"/>
                <a:gd name="connsiteY0" fmla="*/ 248186 h 248186"/>
                <a:gd name="connsiteX1" fmla="*/ 405622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331 w 1264176"/>
                <a:gd name="connsiteY1" fmla="*/ 247615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264176" h="248186">
                  <a:moveTo>
                    <a:pt x="1264176" y="248186"/>
                  </a:moveTo>
                  <a:lnTo>
                    <a:pt x="331" y="247615"/>
                  </a:lnTo>
                  <a:cubicBezTo>
                    <a:pt x="-110" y="229052"/>
                    <a:pt x="441" y="211631"/>
                    <a:pt x="0" y="193068"/>
                  </a:cubicBezTo>
                  <a:lnTo>
                    <a:pt x="1118190" y="192497"/>
                  </a:lnTo>
                  <a:cubicBezTo>
                    <a:pt x="1060341" y="134140"/>
                    <a:pt x="1007065" y="74768"/>
                    <a:pt x="971505" y="219"/>
                  </a:cubicBezTo>
                  <a:cubicBezTo>
                    <a:pt x="991888" y="219"/>
                    <a:pt x="1010748" y="854"/>
                    <a:pt x="1029544" y="219"/>
                  </a:cubicBezTo>
                  <a:cubicBezTo>
                    <a:pt x="1038336" y="-1141"/>
                    <a:pt x="1046848" y="3956"/>
                    <a:pt x="1049800" y="12347"/>
                  </a:cubicBezTo>
                  <a:cubicBezTo>
                    <a:pt x="1067362" y="45816"/>
                    <a:pt x="1089035" y="76961"/>
                    <a:pt x="1114316" y="105057"/>
                  </a:cubicBezTo>
                  <a:cubicBezTo>
                    <a:pt x="1157944" y="155126"/>
                    <a:pt x="1206160" y="201004"/>
                    <a:pt x="1258335" y="242090"/>
                  </a:cubicBezTo>
                  <a:cubicBezTo>
                    <a:pt x="1260113" y="243551"/>
                    <a:pt x="1261890" y="245011"/>
                    <a:pt x="1263541" y="246535"/>
                  </a:cubicBezTo>
                  <a:cubicBezTo>
                    <a:pt x="1263859" y="246599"/>
                    <a:pt x="1263859" y="247170"/>
                    <a:pt x="1264176" y="248186"/>
                  </a:cubicBezTo>
                  <a:close/>
                </a:path>
              </a:pathLst>
            </a:custGeom>
            <a:grpFill/>
            <a:ln w="6350" cap="flat">
              <a:noFill/>
              <a:prstDash val="solid"/>
              <a:miter/>
            </a:ln>
          </p:spPr>
          <p:txBody>
            <a:bodyPr rtlCol="0" anchor="ctr"/>
            <a:lstStyle/>
            <a:p>
              <a:endParaRPr lang="en-GB"/>
            </a:p>
          </p:txBody>
        </p:sp>
        <p:sp>
          <p:nvSpPr>
            <p:cNvPr id="19" name="Freeform 18">
              <a:extLst>
                <a:ext uri="{FF2B5EF4-FFF2-40B4-BE49-F238E27FC236}">
                  <a16:creationId xmlns:a16="http://schemas.microsoft.com/office/drawing/2014/main" id="{17BA7C41-EA1C-2F4D-90C7-EC472AB85B8A}"/>
                </a:ext>
              </a:extLst>
            </p:cNvPr>
            <p:cNvSpPr/>
            <p:nvPr/>
          </p:nvSpPr>
          <p:spPr>
            <a:xfrm>
              <a:off x="4768849" y="3504279"/>
              <a:ext cx="1589355" cy="2436629"/>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grpFill/>
            <a:ln w="6350" cap="flat">
              <a:noFill/>
              <a:prstDash val="solid"/>
              <a:miter/>
            </a:ln>
          </p:spPr>
          <p:txBody>
            <a:bodyPr rtlCol="0" anchor="ctr"/>
            <a:lstStyle/>
            <a:p>
              <a:endParaRPr lang="en-GB"/>
            </a:p>
          </p:txBody>
        </p:sp>
        <p:sp>
          <p:nvSpPr>
            <p:cNvPr id="20" name="Freeform 19">
              <a:extLst>
                <a:ext uri="{FF2B5EF4-FFF2-40B4-BE49-F238E27FC236}">
                  <a16:creationId xmlns:a16="http://schemas.microsoft.com/office/drawing/2014/main" id="{2F450B4C-241D-A544-BBEF-175E01D6A139}"/>
                </a:ext>
              </a:extLst>
            </p:cNvPr>
            <p:cNvSpPr/>
            <p:nvPr userDrawn="1"/>
          </p:nvSpPr>
          <p:spPr>
            <a:xfrm flipV="1">
              <a:off x="-1420" y="4902788"/>
              <a:ext cx="5273560" cy="1035156"/>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670881 w 1670881"/>
                <a:gd name="connsiteY0" fmla="*/ 248186 h 248186"/>
                <a:gd name="connsiteX1" fmla="*/ 921010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70881 w 1670881"/>
                <a:gd name="connsiteY0" fmla="*/ 248186 h 248186"/>
                <a:gd name="connsiteX1" fmla="*/ 1324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69638 w 1669638"/>
                <a:gd name="connsiteY0" fmla="*/ 248186 h 248186"/>
                <a:gd name="connsiteX1" fmla="*/ 81 w 1669638"/>
                <a:gd name="connsiteY1" fmla="*/ 248186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7193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9638 w 1669638"/>
                <a:gd name="connsiteY0" fmla="*/ 248186 h 248186"/>
                <a:gd name="connsiteX1" fmla="*/ 80 w 1669638"/>
                <a:gd name="connsiteY1" fmla="*/ 247193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8896 w 1668896"/>
                <a:gd name="connsiteY0" fmla="*/ 248186 h 248186"/>
                <a:gd name="connsiteX1" fmla="*/ 405622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331 w 1264176"/>
                <a:gd name="connsiteY1" fmla="*/ 247615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264176" h="248186">
                  <a:moveTo>
                    <a:pt x="1264176" y="248186"/>
                  </a:moveTo>
                  <a:lnTo>
                    <a:pt x="331" y="247615"/>
                  </a:lnTo>
                  <a:cubicBezTo>
                    <a:pt x="-110" y="229052"/>
                    <a:pt x="441" y="211631"/>
                    <a:pt x="0" y="193068"/>
                  </a:cubicBezTo>
                  <a:lnTo>
                    <a:pt x="1118190" y="192497"/>
                  </a:lnTo>
                  <a:cubicBezTo>
                    <a:pt x="1060341" y="134140"/>
                    <a:pt x="1007065" y="74768"/>
                    <a:pt x="971505" y="219"/>
                  </a:cubicBezTo>
                  <a:cubicBezTo>
                    <a:pt x="991888" y="219"/>
                    <a:pt x="1010748" y="854"/>
                    <a:pt x="1029544" y="219"/>
                  </a:cubicBezTo>
                  <a:cubicBezTo>
                    <a:pt x="1038336" y="-1141"/>
                    <a:pt x="1046848" y="3956"/>
                    <a:pt x="1049800" y="12347"/>
                  </a:cubicBezTo>
                  <a:cubicBezTo>
                    <a:pt x="1067362" y="45816"/>
                    <a:pt x="1089035" y="76961"/>
                    <a:pt x="1114316" y="105057"/>
                  </a:cubicBezTo>
                  <a:cubicBezTo>
                    <a:pt x="1157944" y="155126"/>
                    <a:pt x="1206160" y="201004"/>
                    <a:pt x="1258335" y="242090"/>
                  </a:cubicBezTo>
                  <a:cubicBezTo>
                    <a:pt x="1260113" y="243551"/>
                    <a:pt x="1261890" y="245011"/>
                    <a:pt x="1263541" y="246535"/>
                  </a:cubicBezTo>
                  <a:cubicBezTo>
                    <a:pt x="1263859" y="246599"/>
                    <a:pt x="1263859" y="247170"/>
                    <a:pt x="1264176" y="248186"/>
                  </a:cubicBezTo>
                  <a:close/>
                </a:path>
              </a:pathLst>
            </a:custGeom>
            <a:grpFill/>
            <a:ln w="6350" cap="flat">
              <a:noFill/>
              <a:prstDash val="solid"/>
              <a:miter/>
            </a:ln>
          </p:spPr>
          <p:txBody>
            <a:bodyPr rtlCol="0" anchor="ctr"/>
            <a:lstStyle/>
            <a:p>
              <a:endParaRPr lang="en-GB"/>
            </a:p>
          </p:txBody>
        </p:sp>
      </p:grpSp>
    </p:spTree>
    <p:extLst>
      <p:ext uri="{BB962C8B-B14F-4D97-AF65-F5344CB8AC3E}">
        <p14:creationId xmlns:p14="http://schemas.microsoft.com/office/powerpoint/2010/main" val="2656105774"/>
      </p:ext>
    </p:extLst>
  </p:cSld>
  <p:clrMapOvr>
    <a:masterClrMapping/>
  </p:clrMapOvr>
  <p:extLst>
    <p:ext uri="{DCECCB84-F9BA-43D5-87BE-67443E8EF086}">
      <p15:sldGuideLst xmlns:p15="http://schemas.microsoft.com/office/powerpoint/2012/main">
        <p15:guide id="1" orient="horz" pos="3634">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preserve="1" userDrawn="1">
  <p:cSld name="Housekeeping">
    <p:bg>
      <p:bgPr>
        <a:solidFill>
          <a:schemeClr val="tx1"/>
        </a:solidFill>
        <a:effectLst/>
      </p:bgPr>
    </p:bg>
    <p:spTree>
      <p:nvGrpSpPr>
        <p:cNvPr id="1" name=""/>
        <p:cNvGrpSpPr/>
        <p:nvPr/>
      </p:nvGrpSpPr>
      <p:grpSpPr>
        <a:xfrm>
          <a:off x="0" y="0"/>
          <a:ext cx="0" cy="0"/>
          <a:chOff x="0" y="0"/>
          <a:chExt cx="0" cy="0"/>
        </a:xfrm>
      </p:grpSpPr>
      <p:sp>
        <p:nvSpPr>
          <p:cNvPr id="12" name="object 3">
            <a:extLst>
              <a:ext uri="{FF2B5EF4-FFF2-40B4-BE49-F238E27FC236}">
                <a16:creationId xmlns:a16="http://schemas.microsoft.com/office/drawing/2014/main" id="{3344A4B7-0EC8-AD4A-8611-5B12AB419DC2}"/>
              </a:ext>
            </a:extLst>
          </p:cNvPr>
          <p:cNvSpPr/>
          <p:nvPr userDrawn="1"/>
        </p:nvSpPr>
        <p:spPr>
          <a:xfrm>
            <a:off x="0" y="0"/>
            <a:ext cx="11808125" cy="4657785"/>
          </a:xfrm>
          <a:custGeom>
            <a:avLst/>
            <a:gdLst/>
            <a:ahLst/>
            <a:cxnLst/>
            <a:rect l="l" t="t" r="r" b="b"/>
            <a:pathLst>
              <a:path w="15645765" h="6171565">
                <a:moveTo>
                  <a:pt x="12954792" y="0"/>
                </a:moveTo>
                <a:lnTo>
                  <a:pt x="9989330" y="0"/>
                </a:lnTo>
                <a:lnTo>
                  <a:pt x="11612737" y="1621505"/>
                </a:lnTo>
                <a:lnTo>
                  <a:pt x="11603898" y="1638231"/>
                </a:lnTo>
                <a:lnTo>
                  <a:pt x="0" y="1638231"/>
                </a:lnTo>
                <a:lnTo>
                  <a:pt x="0" y="3701600"/>
                </a:lnTo>
                <a:lnTo>
                  <a:pt x="11623393" y="3701600"/>
                </a:lnTo>
                <a:lnTo>
                  <a:pt x="9157358" y="6164994"/>
                </a:lnTo>
                <a:lnTo>
                  <a:pt x="9229199" y="6169201"/>
                </a:lnTo>
                <a:lnTo>
                  <a:pt x="9246778" y="6169604"/>
                </a:lnTo>
                <a:lnTo>
                  <a:pt x="12044487" y="6171255"/>
                </a:lnTo>
                <a:lnTo>
                  <a:pt x="12085365" y="6167625"/>
                </a:lnTo>
                <a:lnTo>
                  <a:pt x="12120998" y="6156469"/>
                </a:lnTo>
                <a:lnTo>
                  <a:pt x="12153240" y="6137640"/>
                </a:lnTo>
                <a:lnTo>
                  <a:pt x="12183945" y="6110993"/>
                </a:lnTo>
                <a:lnTo>
                  <a:pt x="15546143" y="2748262"/>
                </a:lnTo>
                <a:lnTo>
                  <a:pt x="15566761" y="2730440"/>
                </a:lnTo>
                <a:lnTo>
                  <a:pt x="15590311" y="2713899"/>
                </a:lnTo>
                <a:lnTo>
                  <a:pt x="15616627" y="2696820"/>
                </a:lnTo>
                <a:lnTo>
                  <a:pt x="15645546" y="2677383"/>
                </a:lnTo>
                <a:lnTo>
                  <a:pt x="15617183" y="2654144"/>
                </a:lnTo>
                <a:lnTo>
                  <a:pt x="15594873" y="2636172"/>
                </a:lnTo>
                <a:lnTo>
                  <a:pt x="15577002" y="2621305"/>
                </a:lnTo>
                <a:lnTo>
                  <a:pt x="15561955" y="2607381"/>
                </a:lnTo>
                <a:lnTo>
                  <a:pt x="12954792" y="0"/>
                </a:lnTo>
                <a:close/>
              </a:path>
            </a:pathLst>
          </a:custGeom>
          <a:solidFill>
            <a:schemeClr val="tx2"/>
          </a:solidFill>
        </p:spPr>
        <p:txBody>
          <a:bodyPr wrap="square" lIns="0" tIns="0" rIns="0" bIns="0" rtlCol="0"/>
          <a:lstStyle/>
          <a:p>
            <a:endParaRPr sz="1029"/>
          </a:p>
        </p:txBody>
      </p:sp>
      <p:sp>
        <p:nvSpPr>
          <p:cNvPr id="11"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384784" y="3433680"/>
            <a:ext cx="5627171" cy="968987"/>
          </a:xfrm>
        </p:spPr>
        <p:txBody>
          <a:bodyPr anchor="t" anchorCtr="0">
            <a:noAutofit/>
          </a:bodyPr>
          <a:lstStyle>
            <a:lvl1pPr algn="l">
              <a:lnSpc>
                <a:spcPts val="6000"/>
              </a:lnSpc>
              <a:defRPr sz="3600">
                <a:solidFill>
                  <a:schemeClr val="bg1"/>
                </a:solidFill>
              </a:defRPr>
            </a:lvl1pPr>
          </a:lstStyle>
          <a:p>
            <a:r>
              <a:rPr lang="en-US" noProof="0"/>
              <a:t>Housekeeping</a:t>
            </a:r>
            <a:endParaRPr lang="en-GB" noProof="0" dirty="0"/>
          </a:p>
        </p:txBody>
      </p:sp>
      <p:sp>
        <p:nvSpPr>
          <p:cNvPr id="6" name="Text Placeholder 6"/>
          <p:cNvSpPr>
            <a:spLocks noGrp="1"/>
          </p:cNvSpPr>
          <p:nvPr>
            <p:ph type="body" sz="quarter" idx="12" hasCustomPrompt="1"/>
          </p:nvPr>
        </p:nvSpPr>
        <p:spPr>
          <a:xfrm>
            <a:off x="384784" y="4894524"/>
            <a:ext cx="5627171" cy="1186921"/>
          </a:xfrm>
        </p:spPr>
        <p:txBody>
          <a:bodyPr/>
          <a:lstStyle>
            <a:lvl1pPr marL="342900" marR="0" indent="-342900" algn="l" defTabSz="914400" rtl="0" eaLnBrk="1" fontAlgn="auto" latinLnBrk="0" hangingPunct="1">
              <a:lnSpc>
                <a:spcPct val="100000"/>
              </a:lnSpc>
              <a:spcBef>
                <a:spcPts val="0"/>
              </a:spcBef>
              <a:spcAft>
                <a:spcPts val="0"/>
              </a:spcAft>
              <a:buClrTx/>
              <a:buSzPct val="115000"/>
              <a:buFont typeface="Arial" panose="020B0604020202020204" pitchFamily="34" charset="0"/>
              <a:buChar char="•"/>
              <a:tabLst/>
              <a:defRPr sz="2000" b="0">
                <a:solidFill>
                  <a:schemeClr val="bg1"/>
                </a:solidFill>
              </a:defRPr>
            </a:lvl1pPr>
            <a:lvl2pPr marL="374650" indent="-285750">
              <a:buFont typeface="Arial" panose="020B0604020202020204" pitchFamily="34" charset="0"/>
              <a:buChar char="•"/>
              <a:defRPr/>
            </a:lvl2pPr>
            <a:lvl3pPr marL="88900" indent="0">
              <a:buNone/>
              <a:defRPr/>
            </a:lvl3pPr>
            <a:lvl4pPr marL="88900" indent="0">
              <a:buNone/>
              <a:defRPr/>
            </a:lvl4pPr>
            <a:lvl5pPr marL="88900" indent="0">
              <a:buNone/>
              <a:defRPr/>
            </a:lvl5pPr>
          </a:lstStyle>
          <a:p>
            <a:pPr lvl="0"/>
            <a:r>
              <a:rPr lang="en-US" dirty="0"/>
              <a:t>Edit text</a:t>
            </a:r>
          </a:p>
        </p:txBody>
      </p:sp>
    </p:spTree>
    <p:extLst>
      <p:ext uri="{BB962C8B-B14F-4D97-AF65-F5344CB8AC3E}">
        <p14:creationId xmlns:p14="http://schemas.microsoft.com/office/powerpoint/2010/main" val="427687933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userDrawn="1">
  <p:cSld name="Meet &amp; Greet 1">
    <p:bg>
      <p:bgPr>
        <a:solidFill>
          <a:srgbClr val="38E2BB"/>
        </a:solidFill>
        <a:effectLst/>
      </p:bgPr>
    </p:bg>
    <p:spTree>
      <p:nvGrpSpPr>
        <p:cNvPr id="1" name=""/>
        <p:cNvGrpSpPr/>
        <p:nvPr/>
      </p:nvGrpSpPr>
      <p:grpSpPr>
        <a:xfrm>
          <a:off x="0" y="0"/>
          <a:ext cx="0" cy="0"/>
          <a:chOff x="0" y="0"/>
          <a:chExt cx="0" cy="0"/>
        </a:xfrm>
      </p:grpSpPr>
      <p:pic>
        <p:nvPicPr>
          <p:cNvPr id="2" name="Picture 1"/>
          <p:cNvPicPr>
            <a:picLocks noChangeAspect="1"/>
          </p:cNvPicPr>
          <p:nvPr userDrawn="1"/>
        </p:nvPicPr>
        <p:blipFill rotWithShape="1">
          <a:blip r:embed="rId2">
            <a:extLst>
              <a:ext uri="{28A0092B-C50C-407E-A947-70E740481C1C}">
                <a14:useLocalDpi xmlns:a14="http://schemas.microsoft.com/office/drawing/2010/main" val="0"/>
              </a:ext>
            </a:extLst>
          </a:blip>
          <a:srcRect/>
          <a:stretch/>
        </p:blipFill>
        <p:spPr>
          <a:xfrm>
            <a:off x="4108881" y="-11575"/>
            <a:ext cx="8079261" cy="6875362"/>
          </a:xfrm>
          <a:prstGeom prst="rect">
            <a:avLst/>
          </a:prstGeom>
        </p:spPr>
      </p:pic>
      <p:sp>
        <p:nvSpPr>
          <p:cNvPr id="17"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384785" y="1706477"/>
            <a:ext cx="5002556" cy="808123"/>
          </a:xfrm>
        </p:spPr>
        <p:txBody>
          <a:bodyPr anchor="t" anchorCtr="0">
            <a:noAutofit/>
          </a:bodyPr>
          <a:lstStyle>
            <a:lvl1pPr algn="l">
              <a:lnSpc>
                <a:spcPts val="6000"/>
              </a:lnSpc>
              <a:defRPr sz="3600">
                <a:solidFill>
                  <a:srgbClr val="004050"/>
                </a:solidFill>
              </a:defRPr>
            </a:lvl1pPr>
          </a:lstStyle>
          <a:p>
            <a:r>
              <a:rPr lang="en-US" noProof="0" dirty="0"/>
              <a:t>Meet &amp; Greet</a:t>
            </a:r>
            <a:endParaRPr lang="en-GB" noProof="0" dirty="0"/>
          </a:p>
        </p:txBody>
      </p:sp>
      <p:sp>
        <p:nvSpPr>
          <p:cNvPr id="18" name="Text Placeholder 3"/>
          <p:cNvSpPr>
            <a:spLocks noGrp="1"/>
          </p:cNvSpPr>
          <p:nvPr>
            <p:ph type="body" sz="quarter" idx="10" hasCustomPrompt="1"/>
          </p:nvPr>
        </p:nvSpPr>
        <p:spPr>
          <a:xfrm>
            <a:off x="384785" y="2915404"/>
            <a:ext cx="4278655" cy="3401576"/>
          </a:xfrm>
        </p:spPr>
        <p:txBody>
          <a:bodyPr/>
          <a:lstStyle>
            <a:lvl1pPr>
              <a:lnSpc>
                <a:spcPct val="100000"/>
              </a:lnSpc>
              <a:defRPr b="0" baseline="0"/>
            </a:lvl1pPr>
          </a:lstStyle>
          <a:p>
            <a:pPr lvl="0"/>
            <a:r>
              <a:rPr lang="en-US" dirty="0"/>
              <a:t>Click to edit instructions</a:t>
            </a:r>
          </a:p>
        </p:txBody>
      </p:sp>
    </p:spTree>
    <p:extLst>
      <p:ext uri="{BB962C8B-B14F-4D97-AF65-F5344CB8AC3E}">
        <p14:creationId xmlns:p14="http://schemas.microsoft.com/office/powerpoint/2010/main" val="4045959733"/>
      </p:ext>
    </p:extLst>
  </p:cSld>
  <p:clrMapOvr>
    <a:masterClrMapping/>
  </p:clrMapOvr>
  <p:extLst>
    <p:ext uri="{DCECCB84-F9BA-43D5-87BE-67443E8EF086}">
      <p15:sldGuideLst xmlns:p15="http://schemas.microsoft.com/office/powerpoint/2012/main">
        <p15:guide id="1" pos="3840">
          <p15:clr>
            <a:srgbClr val="FBAE40"/>
          </p15:clr>
        </p15:guide>
        <p15:guide id="2" orient="horz" pos="1457">
          <p15:clr>
            <a:srgbClr val="FBAE40"/>
          </p15:clr>
        </p15:guide>
        <p15:guide id="3" orient="horz" pos="3634" userDrawn="1">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reserve="1" userDrawn="1">
  <p:cSld name="3_03 Section Divider">
    <p:bg>
      <p:bgPr>
        <a:solidFill>
          <a:schemeClr val="tx2"/>
        </a:solidFill>
        <a:effectLst/>
      </p:bgPr>
    </p:bg>
    <p:spTree>
      <p:nvGrpSpPr>
        <p:cNvPr id="1" name=""/>
        <p:cNvGrpSpPr/>
        <p:nvPr/>
      </p:nvGrpSpPr>
      <p:grpSpPr>
        <a:xfrm>
          <a:off x="0" y="0"/>
          <a:ext cx="0" cy="0"/>
          <a:chOff x="0" y="0"/>
          <a:chExt cx="0" cy="0"/>
        </a:xfrm>
      </p:grpSpPr>
      <p:sp>
        <p:nvSpPr>
          <p:cNvPr id="15"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376239" y="1556247"/>
            <a:ext cx="5810250" cy="2277604"/>
          </a:xfrm>
        </p:spPr>
        <p:txBody>
          <a:bodyPr anchor="b" anchorCtr="0">
            <a:noAutofit/>
          </a:bodyPr>
          <a:lstStyle>
            <a:lvl1pPr algn="l">
              <a:lnSpc>
                <a:spcPct val="90000"/>
              </a:lnSpc>
              <a:defRPr sz="3600" spc="60" baseline="0">
                <a:solidFill>
                  <a:srgbClr val="004050"/>
                </a:solidFill>
              </a:defRPr>
            </a:lvl1pPr>
          </a:lstStyle>
          <a:p>
            <a:r>
              <a:rPr lang="en-US" noProof="0" dirty="0"/>
              <a:t>CLICK TO EDIT </a:t>
            </a:r>
            <a:br>
              <a:rPr lang="en-US" noProof="0" dirty="0"/>
            </a:br>
            <a:r>
              <a:rPr lang="en-US" noProof="0" dirty="0"/>
              <a:t>MASTER TITLE STYLE</a:t>
            </a:r>
            <a:endParaRPr lang="en-GB" noProof="0" dirty="0"/>
          </a:p>
        </p:txBody>
      </p:sp>
      <p:grpSp>
        <p:nvGrpSpPr>
          <p:cNvPr id="27" name="Group 26"/>
          <p:cNvGrpSpPr/>
          <p:nvPr userDrawn="1"/>
        </p:nvGrpSpPr>
        <p:grpSpPr>
          <a:xfrm>
            <a:off x="-2229" y="2361812"/>
            <a:ext cx="11067619" cy="4502135"/>
            <a:chOff x="-2229" y="2361812"/>
            <a:chExt cx="11067619" cy="4502135"/>
          </a:xfrm>
          <a:solidFill>
            <a:srgbClr val="004050"/>
          </a:solidFill>
        </p:grpSpPr>
        <p:sp>
          <p:nvSpPr>
            <p:cNvPr id="28" name="Freeform 27">
              <a:extLst>
                <a:ext uri="{FF2B5EF4-FFF2-40B4-BE49-F238E27FC236}">
                  <a16:creationId xmlns:a16="http://schemas.microsoft.com/office/drawing/2014/main" id="{2F450B4C-241D-A544-BBEF-175E01D6A139}"/>
                </a:ext>
              </a:extLst>
            </p:cNvPr>
            <p:cNvSpPr/>
            <p:nvPr userDrawn="1"/>
          </p:nvSpPr>
          <p:spPr>
            <a:xfrm>
              <a:off x="-2229" y="2361812"/>
              <a:ext cx="9087449" cy="1912558"/>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806"/>
                <a:gd name="connsiteX1" fmla="*/ 62 w 1182006"/>
                <a:gd name="connsiteY1" fmla="*/ 248806 h 248806"/>
                <a:gd name="connsiteX2" fmla="*/ 0 w 1182006"/>
                <a:gd name="connsiteY2" fmla="*/ 192497 h 248806"/>
                <a:gd name="connsiteX3" fmla="*/ 1036020 w 1182006"/>
                <a:gd name="connsiteY3" fmla="*/ 192497 h 248806"/>
                <a:gd name="connsiteX4" fmla="*/ 889335 w 1182006"/>
                <a:gd name="connsiteY4" fmla="*/ 219 h 248806"/>
                <a:gd name="connsiteX5" fmla="*/ 947374 w 1182006"/>
                <a:gd name="connsiteY5" fmla="*/ 219 h 248806"/>
                <a:gd name="connsiteX6" fmla="*/ 967630 w 1182006"/>
                <a:gd name="connsiteY6" fmla="*/ 12347 h 248806"/>
                <a:gd name="connsiteX7" fmla="*/ 1032146 w 1182006"/>
                <a:gd name="connsiteY7" fmla="*/ 105057 h 248806"/>
                <a:gd name="connsiteX8" fmla="*/ 1176165 w 1182006"/>
                <a:gd name="connsiteY8" fmla="*/ 242090 h 248806"/>
                <a:gd name="connsiteX9" fmla="*/ 1181371 w 1182006"/>
                <a:gd name="connsiteY9" fmla="*/ 246535 h 248806"/>
                <a:gd name="connsiteX10" fmla="*/ 1182006 w 1182006"/>
                <a:gd name="connsiteY10" fmla="*/ 248186 h 2488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182006" h="248806">
                  <a:moveTo>
                    <a:pt x="1182006" y="248186"/>
                  </a:moveTo>
                  <a:lnTo>
                    <a:pt x="62" y="248806"/>
                  </a:lnTo>
                  <a:cubicBezTo>
                    <a:pt x="41" y="230036"/>
                    <a:pt x="21" y="211267"/>
                    <a:pt x="0" y="192497"/>
                  </a:cubicBezTo>
                  <a:lnTo>
                    <a:pt x="1036020" y="192497"/>
                  </a:lnTo>
                  <a:cubicBezTo>
                    <a:pt x="978171" y="134140"/>
                    <a:pt x="924895" y="74768"/>
                    <a:pt x="889335" y="219"/>
                  </a:cubicBezTo>
                  <a:cubicBezTo>
                    <a:pt x="909718" y="219"/>
                    <a:pt x="928578" y="854"/>
                    <a:pt x="947374" y="219"/>
                  </a:cubicBezTo>
                  <a:cubicBezTo>
                    <a:pt x="956166" y="-1141"/>
                    <a:pt x="964678" y="3956"/>
                    <a:pt x="967630" y="12347"/>
                  </a:cubicBezTo>
                  <a:cubicBezTo>
                    <a:pt x="985192" y="45816"/>
                    <a:pt x="1006865" y="76961"/>
                    <a:pt x="1032146" y="105057"/>
                  </a:cubicBezTo>
                  <a:cubicBezTo>
                    <a:pt x="1075774" y="155126"/>
                    <a:pt x="1123990" y="201004"/>
                    <a:pt x="1176165" y="242090"/>
                  </a:cubicBezTo>
                  <a:cubicBezTo>
                    <a:pt x="1177943" y="243551"/>
                    <a:pt x="1179720" y="245011"/>
                    <a:pt x="1181371" y="246535"/>
                  </a:cubicBezTo>
                  <a:cubicBezTo>
                    <a:pt x="1181689" y="246599"/>
                    <a:pt x="1181689" y="247170"/>
                    <a:pt x="1182006" y="248186"/>
                  </a:cubicBezTo>
                  <a:close/>
                </a:path>
              </a:pathLst>
            </a:custGeom>
            <a:grpFill/>
            <a:ln w="6350" cap="flat">
              <a:noFill/>
              <a:prstDash val="solid"/>
              <a:miter/>
            </a:ln>
          </p:spPr>
          <p:txBody>
            <a:bodyPr rtlCol="0" anchor="ctr"/>
            <a:lstStyle/>
            <a:p>
              <a:endParaRPr lang="en-GB"/>
            </a:p>
          </p:txBody>
        </p:sp>
        <p:sp>
          <p:nvSpPr>
            <p:cNvPr id="29" name="Freeform 28">
              <a:extLst>
                <a:ext uri="{FF2B5EF4-FFF2-40B4-BE49-F238E27FC236}">
                  <a16:creationId xmlns:a16="http://schemas.microsoft.com/office/drawing/2014/main" id="{17BA7C41-EA1C-2F4D-90C7-EC472AB85B8A}"/>
                </a:ext>
              </a:extLst>
            </p:cNvPr>
            <p:cNvSpPr/>
            <p:nvPr/>
          </p:nvSpPr>
          <p:spPr>
            <a:xfrm>
              <a:off x="8136202" y="2367285"/>
              <a:ext cx="2929188" cy="4490714"/>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grpFill/>
            <a:ln w="6350" cap="flat">
              <a:noFill/>
              <a:prstDash val="solid"/>
              <a:miter/>
            </a:ln>
          </p:spPr>
          <p:txBody>
            <a:bodyPr rtlCol="0" anchor="ctr"/>
            <a:lstStyle/>
            <a:p>
              <a:endParaRPr lang="en-GB"/>
            </a:p>
          </p:txBody>
        </p:sp>
        <p:sp>
          <p:nvSpPr>
            <p:cNvPr id="30" name="Freeform 29">
              <a:extLst>
                <a:ext uri="{FF2B5EF4-FFF2-40B4-BE49-F238E27FC236}">
                  <a16:creationId xmlns:a16="http://schemas.microsoft.com/office/drawing/2014/main" id="{2F450B4C-241D-A544-BBEF-175E01D6A139}"/>
                </a:ext>
              </a:extLst>
            </p:cNvPr>
            <p:cNvSpPr/>
            <p:nvPr userDrawn="1"/>
          </p:nvSpPr>
          <p:spPr>
            <a:xfrm flipV="1">
              <a:off x="-2229" y="4951389"/>
              <a:ext cx="9087449" cy="1912558"/>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806"/>
                <a:gd name="connsiteX1" fmla="*/ 62 w 1182006"/>
                <a:gd name="connsiteY1" fmla="*/ 248806 h 248806"/>
                <a:gd name="connsiteX2" fmla="*/ 0 w 1182006"/>
                <a:gd name="connsiteY2" fmla="*/ 192497 h 248806"/>
                <a:gd name="connsiteX3" fmla="*/ 1036020 w 1182006"/>
                <a:gd name="connsiteY3" fmla="*/ 192497 h 248806"/>
                <a:gd name="connsiteX4" fmla="*/ 889335 w 1182006"/>
                <a:gd name="connsiteY4" fmla="*/ 219 h 248806"/>
                <a:gd name="connsiteX5" fmla="*/ 947374 w 1182006"/>
                <a:gd name="connsiteY5" fmla="*/ 219 h 248806"/>
                <a:gd name="connsiteX6" fmla="*/ 967630 w 1182006"/>
                <a:gd name="connsiteY6" fmla="*/ 12347 h 248806"/>
                <a:gd name="connsiteX7" fmla="*/ 1032146 w 1182006"/>
                <a:gd name="connsiteY7" fmla="*/ 105057 h 248806"/>
                <a:gd name="connsiteX8" fmla="*/ 1176165 w 1182006"/>
                <a:gd name="connsiteY8" fmla="*/ 242090 h 248806"/>
                <a:gd name="connsiteX9" fmla="*/ 1181371 w 1182006"/>
                <a:gd name="connsiteY9" fmla="*/ 246535 h 248806"/>
                <a:gd name="connsiteX10" fmla="*/ 1182006 w 1182006"/>
                <a:gd name="connsiteY10" fmla="*/ 248186 h 2488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182006" h="248806">
                  <a:moveTo>
                    <a:pt x="1182006" y="248186"/>
                  </a:moveTo>
                  <a:lnTo>
                    <a:pt x="62" y="248806"/>
                  </a:lnTo>
                  <a:cubicBezTo>
                    <a:pt x="41" y="230036"/>
                    <a:pt x="21" y="211267"/>
                    <a:pt x="0" y="192497"/>
                  </a:cubicBezTo>
                  <a:lnTo>
                    <a:pt x="1036020" y="192497"/>
                  </a:lnTo>
                  <a:cubicBezTo>
                    <a:pt x="978171" y="134140"/>
                    <a:pt x="924895" y="74768"/>
                    <a:pt x="889335" y="219"/>
                  </a:cubicBezTo>
                  <a:cubicBezTo>
                    <a:pt x="909718" y="219"/>
                    <a:pt x="928578" y="854"/>
                    <a:pt x="947374" y="219"/>
                  </a:cubicBezTo>
                  <a:cubicBezTo>
                    <a:pt x="956166" y="-1141"/>
                    <a:pt x="964678" y="3956"/>
                    <a:pt x="967630" y="12347"/>
                  </a:cubicBezTo>
                  <a:cubicBezTo>
                    <a:pt x="985192" y="45816"/>
                    <a:pt x="1006865" y="76961"/>
                    <a:pt x="1032146" y="105057"/>
                  </a:cubicBezTo>
                  <a:cubicBezTo>
                    <a:pt x="1075774" y="155126"/>
                    <a:pt x="1123990" y="201004"/>
                    <a:pt x="1176165" y="242090"/>
                  </a:cubicBezTo>
                  <a:cubicBezTo>
                    <a:pt x="1177943" y="243551"/>
                    <a:pt x="1179720" y="245011"/>
                    <a:pt x="1181371" y="246535"/>
                  </a:cubicBezTo>
                  <a:cubicBezTo>
                    <a:pt x="1181689" y="246599"/>
                    <a:pt x="1181689" y="247170"/>
                    <a:pt x="1182006" y="248186"/>
                  </a:cubicBezTo>
                  <a:close/>
                </a:path>
              </a:pathLst>
            </a:custGeom>
            <a:grpFill/>
            <a:ln w="6350" cap="flat">
              <a:noFill/>
              <a:prstDash val="solid"/>
              <a:miter/>
            </a:ln>
          </p:spPr>
          <p:txBody>
            <a:bodyPr rtlCol="0" anchor="ctr"/>
            <a:lstStyle/>
            <a:p>
              <a:endParaRPr lang="en-GB"/>
            </a:p>
          </p:txBody>
        </p:sp>
      </p:grpSp>
    </p:spTree>
    <p:extLst>
      <p:ext uri="{BB962C8B-B14F-4D97-AF65-F5344CB8AC3E}">
        <p14:creationId xmlns:p14="http://schemas.microsoft.com/office/powerpoint/2010/main" val="200292185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userDrawn="1">
  <p:cSld name="Overview or quotes 04">
    <p:spTree>
      <p:nvGrpSpPr>
        <p:cNvPr id="1" name=""/>
        <p:cNvGrpSpPr/>
        <p:nvPr/>
      </p:nvGrpSpPr>
      <p:grpSpPr>
        <a:xfrm>
          <a:off x="0" y="0"/>
          <a:ext cx="0" cy="0"/>
          <a:chOff x="0" y="0"/>
          <a:chExt cx="0" cy="0"/>
        </a:xfrm>
      </p:grpSpPr>
      <p:sp>
        <p:nvSpPr>
          <p:cNvPr id="6" name="Rectangle 5"/>
          <p:cNvSpPr/>
          <p:nvPr userDrawn="1"/>
        </p:nvSpPr>
        <p:spPr>
          <a:xfrm>
            <a:off x="-1" y="0"/>
            <a:ext cx="4070352" cy="6858000"/>
          </a:xfrm>
          <a:prstGeom prst="rect">
            <a:avLst/>
          </a:prstGeom>
          <a:solidFill>
            <a:srgbClr val="004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7" name="Text Placeholder 4"/>
          <p:cNvSpPr>
            <a:spLocks noGrp="1"/>
          </p:cNvSpPr>
          <p:nvPr>
            <p:ph type="body" sz="quarter" idx="15" hasCustomPrompt="1"/>
          </p:nvPr>
        </p:nvSpPr>
        <p:spPr>
          <a:xfrm>
            <a:off x="5037137" y="1349984"/>
            <a:ext cx="6770688" cy="5119407"/>
          </a:xfrm>
        </p:spPr>
        <p:txBody>
          <a:bodyPr/>
          <a:lstStyle>
            <a:lvl1pPr marL="0" indent="0">
              <a:lnSpc>
                <a:spcPct val="100000"/>
              </a:lnSpc>
              <a:buFont typeface="Arial" panose="020B0604020202020204" pitchFamily="34" charset="0"/>
              <a:buNone/>
              <a:defRPr sz="2000" b="0"/>
            </a:lvl1pPr>
            <a:lvl2pPr marL="180000" indent="-180000">
              <a:lnSpc>
                <a:spcPct val="100000"/>
              </a:lnSpc>
              <a:buFont typeface="Arial" panose="020B0604020202020204" pitchFamily="34" charset="0"/>
              <a:buChar char="•"/>
              <a:defRPr sz="2000"/>
            </a:lvl2pPr>
            <a:lvl3pPr marL="180000" indent="-180000">
              <a:buFont typeface="Arial" panose="020B0604020202020204" pitchFamily="34" charset="0"/>
              <a:buChar char="•"/>
              <a:defRPr sz="2000"/>
            </a:lvl3pPr>
            <a:lvl4pPr marL="180000" indent="-180000">
              <a:buFont typeface="Arial" panose="020B0604020202020204" pitchFamily="34" charset="0"/>
              <a:buChar char="•"/>
              <a:defRPr sz="2000"/>
            </a:lvl4pPr>
            <a:lvl5pPr marL="180000" indent="-180000">
              <a:buFont typeface="Arial" panose="020B0604020202020204" pitchFamily="34" charset="0"/>
              <a:buChar char="•"/>
              <a:defRPr sz="2000"/>
            </a:lvl5pPr>
          </a:lstStyle>
          <a:p>
            <a:pPr lvl="0"/>
            <a:r>
              <a:rPr lang="en-US" dirty="0"/>
              <a:t>Edit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3" name="Freeform 12">
            <a:extLst>
              <a:ext uri="{FF2B5EF4-FFF2-40B4-BE49-F238E27FC236}">
                <a16:creationId xmlns:a16="http://schemas.microsoft.com/office/drawing/2014/main" id="{DF3D0604-3EEB-7547-A86F-8B3EFC40A3EC}"/>
              </a:ext>
            </a:extLst>
          </p:cNvPr>
          <p:cNvSpPr/>
          <p:nvPr userDrawn="1"/>
        </p:nvSpPr>
        <p:spPr>
          <a:xfrm>
            <a:off x="384784" y="4504759"/>
            <a:ext cx="4321328" cy="1964632"/>
          </a:xfrm>
          <a:custGeom>
            <a:avLst/>
            <a:gdLst>
              <a:gd name="connsiteX0" fmla="*/ 1010833 w 1009650"/>
              <a:gd name="connsiteY0" fmla="*/ 229067 h 457200"/>
              <a:gd name="connsiteX1" fmla="*/ 972733 w 1009650"/>
              <a:gd name="connsiteY1" fmla="*/ 246593 h 457200"/>
              <a:gd name="connsiteX2" fmla="*/ 768072 w 1009650"/>
              <a:gd name="connsiteY2" fmla="*/ 348701 h 457200"/>
              <a:gd name="connsiteX3" fmla="*/ 658853 w 1009650"/>
              <a:gd name="connsiteY3" fmla="*/ 435887 h 457200"/>
              <a:gd name="connsiteX4" fmla="*/ 625770 w 1009650"/>
              <a:gd name="connsiteY4" fmla="*/ 457159 h 457200"/>
              <a:gd name="connsiteX5" fmla="*/ 594020 w 1009650"/>
              <a:gd name="connsiteY5" fmla="*/ 447126 h 457200"/>
              <a:gd name="connsiteX6" fmla="*/ 591352 w 1009650"/>
              <a:gd name="connsiteY6" fmla="*/ 428076 h 457200"/>
              <a:gd name="connsiteX7" fmla="*/ 620117 w 1009650"/>
              <a:gd name="connsiteY7" fmla="*/ 377721 h 457200"/>
              <a:gd name="connsiteX8" fmla="*/ 677966 w 1009650"/>
              <a:gd name="connsiteY8" fmla="*/ 290281 h 457200"/>
              <a:gd name="connsiteX9" fmla="*/ 688507 w 1009650"/>
              <a:gd name="connsiteY9" fmla="*/ 269136 h 457200"/>
              <a:gd name="connsiteX10" fmla="*/ 674410 w 1009650"/>
              <a:gd name="connsiteY10" fmla="*/ 241704 h 457200"/>
              <a:gd name="connsiteX11" fmla="*/ 636310 w 1009650"/>
              <a:gd name="connsiteY11" fmla="*/ 240307 h 457200"/>
              <a:gd name="connsiteX12" fmla="*/ 469495 w 1009650"/>
              <a:gd name="connsiteY12" fmla="*/ 274597 h 457200"/>
              <a:gd name="connsiteX13" fmla="*/ 356846 w 1009650"/>
              <a:gd name="connsiteY13" fmla="*/ 325905 h 457200"/>
              <a:gd name="connsiteX14" fmla="*/ 235752 w 1009650"/>
              <a:gd name="connsiteY14" fmla="*/ 378864 h 457200"/>
              <a:gd name="connsiteX15" fmla="*/ 118468 w 1009650"/>
              <a:gd name="connsiteY15" fmla="*/ 386611 h 457200"/>
              <a:gd name="connsiteX16" fmla="*/ 4168 w 1009650"/>
              <a:gd name="connsiteY16" fmla="*/ 268882 h 457200"/>
              <a:gd name="connsiteX17" fmla="*/ 25186 w 1009650"/>
              <a:gd name="connsiteY17" fmla="*/ 136802 h 457200"/>
              <a:gd name="connsiteX18" fmla="*/ 149075 w 1009650"/>
              <a:gd name="connsiteY18" fmla="*/ 68476 h 457200"/>
              <a:gd name="connsiteX19" fmla="*/ 296649 w 1009650"/>
              <a:gd name="connsiteY19" fmla="*/ 103464 h 457200"/>
              <a:gd name="connsiteX20" fmla="*/ 415076 w 1009650"/>
              <a:gd name="connsiteY20" fmla="*/ 161059 h 457200"/>
              <a:gd name="connsiteX21" fmla="*/ 572429 w 1009650"/>
              <a:gd name="connsiteY21" fmla="*/ 209255 h 457200"/>
              <a:gd name="connsiteX22" fmla="*/ 649836 w 1009650"/>
              <a:gd name="connsiteY22" fmla="*/ 219161 h 457200"/>
              <a:gd name="connsiteX23" fmla="*/ 675236 w 1009650"/>
              <a:gd name="connsiteY23" fmla="*/ 216812 h 457200"/>
              <a:gd name="connsiteX24" fmla="*/ 690125 w 1009650"/>
              <a:gd name="connsiteY24" fmla="*/ 195995 h 457200"/>
              <a:gd name="connsiteX25" fmla="*/ 688317 w 1009650"/>
              <a:gd name="connsiteY25" fmla="*/ 190586 h 457200"/>
              <a:gd name="connsiteX26" fmla="*/ 667934 w 1009650"/>
              <a:gd name="connsiteY26" fmla="*/ 151343 h 457200"/>
              <a:gd name="connsiteX27" fmla="*/ 603036 w 1009650"/>
              <a:gd name="connsiteY27" fmla="*/ 53871 h 457200"/>
              <a:gd name="connsiteX28" fmla="*/ 591098 w 1009650"/>
              <a:gd name="connsiteY28" fmla="*/ 30820 h 457200"/>
              <a:gd name="connsiteX29" fmla="*/ 608179 w 1009650"/>
              <a:gd name="connsiteY29" fmla="*/ 848 h 457200"/>
              <a:gd name="connsiteX30" fmla="*/ 649200 w 1009650"/>
              <a:gd name="connsiteY30" fmla="*/ 12977 h 457200"/>
              <a:gd name="connsiteX31" fmla="*/ 701905 w 1009650"/>
              <a:gd name="connsiteY31" fmla="*/ 60856 h 457200"/>
              <a:gd name="connsiteX32" fmla="*/ 813474 w 1009650"/>
              <a:gd name="connsiteY32" fmla="*/ 134389 h 457200"/>
              <a:gd name="connsiteX33" fmla="*/ 1006642 w 1009650"/>
              <a:gd name="connsiteY33" fmla="*/ 226972 h 457200"/>
              <a:gd name="connsiteX34" fmla="*/ 1010833 w 1009650"/>
              <a:gd name="connsiteY34" fmla="*/ 229067 h 457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1009650" h="457200">
                <a:moveTo>
                  <a:pt x="1010833" y="229067"/>
                </a:moveTo>
                <a:cubicBezTo>
                  <a:pt x="997434" y="235417"/>
                  <a:pt x="984925" y="240815"/>
                  <a:pt x="972733" y="246593"/>
                </a:cubicBezTo>
                <a:cubicBezTo>
                  <a:pt x="903581" y="278724"/>
                  <a:pt x="833668" y="309522"/>
                  <a:pt x="768072" y="348701"/>
                </a:cubicBezTo>
                <a:cubicBezTo>
                  <a:pt x="728311" y="373291"/>
                  <a:pt x="691642" y="402562"/>
                  <a:pt x="658853" y="435887"/>
                </a:cubicBezTo>
                <a:cubicBezTo>
                  <a:pt x="650022" y="445921"/>
                  <a:pt x="638563" y="453288"/>
                  <a:pt x="625770" y="457159"/>
                </a:cubicBezTo>
                <a:cubicBezTo>
                  <a:pt x="614145" y="459928"/>
                  <a:pt x="601942" y="456072"/>
                  <a:pt x="594020" y="447126"/>
                </a:cubicBezTo>
                <a:cubicBezTo>
                  <a:pt x="588841" y="442152"/>
                  <a:pt x="587739" y="434281"/>
                  <a:pt x="591352" y="428076"/>
                </a:cubicBezTo>
                <a:cubicBezTo>
                  <a:pt x="600559" y="411122"/>
                  <a:pt x="609703" y="393977"/>
                  <a:pt x="620117" y="377721"/>
                </a:cubicBezTo>
                <a:cubicBezTo>
                  <a:pt x="639167" y="348320"/>
                  <a:pt x="658853" y="319555"/>
                  <a:pt x="677966" y="290281"/>
                </a:cubicBezTo>
                <a:cubicBezTo>
                  <a:pt x="682182" y="283605"/>
                  <a:pt x="685714" y="276521"/>
                  <a:pt x="688507" y="269136"/>
                </a:cubicBezTo>
                <a:cubicBezTo>
                  <a:pt x="693714" y="255801"/>
                  <a:pt x="688507" y="244244"/>
                  <a:pt x="674410" y="241704"/>
                </a:cubicBezTo>
                <a:cubicBezTo>
                  <a:pt x="661836" y="239482"/>
                  <a:pt x="649014" y="239012"/>
                  <a:pt x="636310" y="240307"/>
                </a:cubicBezTo>
                <a:cubicBezTo>
                  <a:pt x="579541" y="245958"/>
                  <a:pt x="523090" y="254975"/>
                  <a:pt x="469495" y="274597"/>
                </a:cubicBezTo>
                <a:cubicBezTo>
                  <a:pt x="431081" y="289732"/>
                  <a:pt x="393480" y="306858"/>
                  <a:pt x="356846" y="325905"/>
                </a:cubicBezTo>
                <a:cubicBezTo>
                  <a:pt x="317159" y="344955"/>
                  <a:pt x="278233" y="366227"/>
                  <a:pt x="235752" y="378864"/>
                </a:cubicBezTo>
                <a:cubicBezTo>
                  <a:pt x="197915" y="391187"/>
                  <a:pt x="157597" y="393850"/>
                  <a:pt x="118468" y="386611"/>
                </a:cubicBezTo>
                <a:cubicBezTo>
                  <a:pt x="60224" y="373808"/>
                  <a:pt x="15244" y="327478"/>
                  <a:pt x="4168" y="268882"/>
                </a:cubicBezTo>
                <a:cubicBezTo>
                  <a:pt x="-4405" y="222463"/>
                  <a:pt x="-849" y="177505"/>
                  <a:pt x="25186" y="136802"/>
                </a:cubicBezTo>
                <a:cubicBezTo>
                  <a:pt x="53888" y="91971"/>
                  <a:pt x="95925" y="69746"/>
                  <a:pt x="149075" y="68476"/>
                </a:cubicBezTo>
                <a:cubicBezTo>
                  <a:pt x="202224" y="67206"/>
                  <a:pt x="249976" y="81557"/>
                  <a:pt x="296649" y="103464"/>
                </a:cubicBezTo>
                <a:cubicBezTo>
                  <a:pt x="336400" y="122133"/>
                  <a:pt x="375875" y="141331"/>
                  <a:pt x="415076" y="161059"/>
                </a:cubicBezTo>
                <a:cubicBezTo>
                  <a:pt x="464691" y="185237"/>
                  <a:pt x="517785" y="201499"/>
                  <a:pt x="572429" y="209255"/>
                </a:cubicBezTo>
                <a:cubicBezTo>
                  <a:pt x="598126" y="213234"/>
                  <a:pt x="623928" y="216536"/>
                  <a:pt x="649836" y="219161"/>
                </a:cubicBezTo>
                <a:cubicBezTo>
                  <a:pt x="658375" y="219866"/>
                  <a:pt x="666971" y="219071"/>
                  <a:pt x="675236" y="216812"/>
                </a:cubicBezTo>
                <a:cubicBezTo>
                  <a:pt x="685095" y="215175"/>
                  <a:pt x="691762" y="205855"/>
                  <a:pt x="690125" y="195995"/>
                </a:cubicBezTo>
                <a:cubicBezTo>
                  <a:pt x="689812" y="194108"/>
                  <a:pt x="689201" y="192282"/>
                  <a:pt x="688317" y="190586"/>
                </a:cubicBezTo>
                <a:cubicBezTo>
                  <a:pt x="682682" y="176935"/>
                  <a:pt x="675862" y="163803"/>
                  <a:pt x="667934" y="151343"/>
                </a:cubicBezTo>
                <a:cubicBezTo>
                  <a:pt x="646724" y="118577"/>
                  <a:pt x="624499" y="86446"/>
                  <a:pt x="603036" y="53871"/>
                </a:cubicBezTo>
                <a:cubicBezTo>
                  <a:pt x="598297" y="46605"/>
                  <a:pt x="594298" y="38883"/>
                  <a:pt x="591098" y="30820"/>
                </a:cubicBezTo>
                <a:cubicBezTo>
                  <a:pt x="584748" y="15771"/>
                  <a:pt x="592304" y="3833"/>
                  <a:pt x="608179" y="848"/>
                </a:cubicBezTo>
                <a:cubicBezTo>
                  <a:pt x="623012" y="-2026"/>
                  <a:pt x="638315" y="2499"/>
                  <a:pt x="649200" y="12977"/>
                </a:cubicBezTo>
                <a:cubicBezTo>
                  <a:pt x="666917" y="28788"/>
                  <a:pt x="683999" y="45298"/>
                  <a:pt x="701905" y="60856"/>
                </a:cubicBezTo>
                <a:cubicBezTo>
                  <a:pt x="735701" y="90165"/>
                  <a:pt x="773214" y="114889"/>
                  <a:pt x="813474" y="134389"/>
                </a:cubicBezTo>
                <a:cubicBezTo>
                  <a:pt x="877674" y="165631"/>
                  <a:pt x="942253" y="196111"/>
                  <a:pt x="1006642" y="226972"/>
                </a:cubicBezTo>
                <a:cubicBezTo>
                  <a:pt x="1007785" y="227226"/>
                  <a:pt x="1008801" y="227924"/>
                  <a:pt x="1010833" y="229067"/>
                </a:cubicBezTo>
                <a:close/>
              </a:path>
            </a:pathLst>
          </a:custGeom>
          <a:solidFill>
            <a:srgbClr val="09EDB8"/>
          </a:solidFill>
          <a:ln w="6350" cap="flat">
            <a:noFill/>
            <a:prstDash val="solid"/>
            <a:miter/>
          </a:ln>
        </p:spPr>
        <p:txBody>
          <a:bodyPr rtlCol="0" anchor="ctr"/>
          <a:lstStyle/>
          <a:p>
            <a:endParaRPr lang="en-GB"/>
          </a:p>
        </p:txBody>
      </p:sp>
      <p:sp>
        <p:nvSpPr>
          <p:cNvPr id="9"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56421" y="6511672"/>
            <a:ext cx="785483" cy="180000"/>
          </a:xfrm>
          <a:prstGeom prst="rect">
            <a:avLst/>
          </a:prstGeom>
        </p:spPr>
        <p:txBody>
          <a:bodyPr vert="horz" lIns="0" tIns="0" rIns="0" bIns="0" rtlCol="0" anchor="b" anchorCtr="0"/>
          <a:lstStyle>
            <a:lvl1pPr algn="r">
              <a:defRPr sz="760" b="1" i="0">
                <a:solidFill>
                  <a:schemeClr val="tx1"/>
                </a:solidFill>
                <a:latin typeface="Montserrat" pitchFamily="2" charset="77"/>
              </a:defRPr>
            </a:lvl1pPr>
          </a:lstStyle>
          <a:p>
            <a:fld id="{EF892D59-8F09-EF4B-AD6D-DA609442F868}" type="slidenum">
              <a:rPr lang="en-GB" smtClean="0"/>
              <a:pPr/>
              <a:t>‹#›</a:t>
            </a:fld>
            <a:endParaRPr lang="en-GB" dirty="0"/>
          </a:p>
        </p:txBody>
      </p:sp>
      <p:sp>
        <p:nvSpPr>
          <p:cNvPr id="10" name="Text Placeholder 2"/>
          <p:cNvSpPr>
            <a:spLocks noGrp="1"/>
          </p:cNvSpPr>
          <p:nvPr>
            <p:ph type="body" sz="quarter" idx="10" hasCustomPrompt="1"/>
          </p:nvPr>
        </p:nvSpPr>
        <p:spPr>
          <a:xfrm>
            <a:off x="384784" y="1349984"/>
            <a:ext cx="3443732" cy="2751998"/>
          </a:xfrm>
        </p:spPr>
        <p:txBody>
          <a:bodyPr/>
          <a:lstStyle>
            <a:lvl1pPr marL="0" indent="0">
              <a:lnSpc>
                <a:spcPct val="90000"/>
              </a:lnSpc>
              <a:spcAft>
                <a:spcPts val="0"/>
              </a:spcAft>
              <a:buFont typeface="Arial" panose="020B0604020202020204" pitchFamily="34" charset="0"/>
              <a:buNone/>
              <a:defRPr sz="3600" cap="all" spc="60" baseline="0">
                <a:solidFill>
                  <a:srgbClr val="09EDB8"/>
                </a:solidFill>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slide title to sit here</a:t>
            </a:r>
          </a:p>
        </p:txBody>
      </p:sp>
    </p:spTree>
    <p:extLst>
      <p:ext uri="{BB962C8B-B14F-4D97-AF65-F5344CB8AC3E}">
        <p14:creationId xmlns:p14="http://schemas.microsoft.com/office/powerpoint/2010/main" val="3589945353"/>
      </p:ext>
    </p:extLst>
  </p:cSld>
  <p:clrMapOvr>
    <a:masterClrMapping/>
  </p:clrMapOvr>
  <p:extLst>
    <p:ext uri="{DCECCB84-F9BA-43D5-87BE-67443E8EF086}">
      <p15:sldGuideLst xmlns:p15="http://schemas.microsoft.com/office/powerpoint/2012/main">
        <p15:guide id="1" orient="horz" pos="845">
          <p15:clr>
            <a:srgbClr val="FBAE40"/>
          </p15:clr>
        </p15:guide>
      </p15:sldGuideLst>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preserve="1" userDrawn="1">
  <p:cSld name="Arrow Left">
    <p:spTree>
      <p:nvGrpSpPr>
        <p:cNvPr id="1" name=""/>
        <p:cNvGrpSpPr/>
        <p:nvPr/>
      </p:nvGrpSpPr>
      <p:grpSpPr>
        <a:xfrm>
          <a:off x="0" y="0"/>
          <a:ext cx="0" cy="0"/>
          <a:chOff x="0" y="0"/>
          <a:chExt cx="0" cy="0"/>
        </a:xfrm>
      </p:grpSpPr>
      <p:sp>
        <p:nvSpPr>
          <p:cNvPr id="3" name="Text Placeholder 2"/>
          <p:cNvSpPr>
            <a:spLocks noGrp="1"/>
          </p:cNvSpPr>
          <p:nvPr>
            <p:ph type="body" sz="quarter" idx="10" hasCustomPrompt="1"/>
          </p:nvPr>
        </p:nvSpPr>
        <p:spPr>
          <a:xfrm>
            <a:off x="384784" y="1242034"/>
            <a:ext cx="3694112" cy="2917842"/>
          </a:xfrm>
        </p:spPr>
        <p:txBody>
          <a:bodyPr anchor="b"/>
          <a:lstStyle>
            <a:lvl1pPr marL="0" indent="0">
              <a:lnSpc>
                <a:spcPct val="100000"/>
              </a:lnSpc>
              <a:spcAft>
                <a:spcPts val="0"/>
              </a:spcAft>
              <a:buFont typeface="Arial" panose="020B0604020202020204" pitchFamily="34" charset="0"/>
              <a:buNone/>
              <a:defRPr sz="3600" cap="none" baseline="0">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Click to </a:t>
            </a:r>
            <a:br>
              <a:rPr lang="en-US" dirty="0"/>
            </a:br>
            <a:r>
              <a:rPr lang="en-US" dirty="0"/>
              <a:t>edit slide title</a:t>
            </a:r>
          </a:p>
        </p:txBody>
      </p:sp>
      <p:sp>
        <p:nvSpPr>
          <p:cNvPr id="5" name="Text Placeholder 4"/>
          <p:cNvSpPr>
            <a:spLocks noGrp="1"/>
          </p:cNvSpPr>
          <p:nvPr>
            <p:ph type="body" sz="quarter" idx="11" hasCustomPrompt="1"/>
          </p:nvPr>
        </p:nvSpPr>
        <p:spPr>
          <a:xfrm>
            <a:off x="6098146" y="579549"/>
            <a:ext cx="5718225" cy="5899039"/>
          </a:xfrm>
        </p:spPr>
        <p:txBody>
          <a:bodyPr/>
          <a:lstStyle>
            <a:lvl1pPr marL="0" indent="0">
              <a:buFont typeface="Arial" panose="020B0604020202020204" pitchFamily="34" charset="0"/>
              <a:buNone/>
              <a:defRPr sz="2000" b="0"/>
            </a:lvl1pPr>
            <a:lvl2pPr marL="180000" marR="0" indent="-180000" algn="l" defTabSz="914400" rtl="0" eaLnBrk="1" fontAlgn="auto" latinLnBrk="0" hangingPunct="1">
              <a:lnSpc>
                <a:spcPct val="100000"/>
              </a:lnSpc>
              <a:spcBef>
                <a:spcPts val="0"/>
              </a:spcBef>
              <a:spcAft>
                <a:spcPts val="1200"/>
              </a:spcAft>
              <a:buClrTx/>
              <a:buSzPct val="125000"/>
              <a:buFont typeface="Arial" panose="020B0604020202020204" pitchFamily="34" charset="0"/>
              <a:buChar char="•"/>
              <a:tabLst/>
              <a:defRPr sz="2000"/>
            </a:lvl2pPr>
            <a:lvl3pPr marL="180000" indent="-180000">
              <a:buFont typeface="Arial" panose="020B0604020202020204" pitchFamily="34" charset="0"/>
              <a:buChar char="•"/>
              <a:defRPr sz="2000"/>
            </a:lvl3pPr>
            <a:lvl4pPr marL="180000" indent="-180000">
              <a:buFont typeface="Arial" panose="020B0604020202020204" pitchFamily="34" charset="0"/>
              <a:buChar char="•"/>
              <a:defRPr/>
            </a:lvl4pPr>
            <a:lvl5pPr marL="180000" indent="-180000">
              <a:buFont typeface="Arial" panose="020B0604020202020204" pitchFamily="34" charset="0"/>
              <a:buChar char="•"/>
              <a:defRPr/>
            </a:lvl5pPr>
          </a:lstStyle>
          <a:p>
            <a:pPr lvl="0"/>
            <a:r>
              <a:rPr lang="en-US" dirty="0"/>
              <a:t>Edit text</a:t>
            </a:r>
          </a:p>
          <a:p>
            <a:pPr lvl="1"/>
            <a:r>
              <a:rPr lang="en-US" dirty="0"/>
              <a:t>Second level</a:t>
            </a:r>
          </a:p>
          <a:p>
            <a:pPr lvl="2"/>
            <a:r>
              <a:rPr lang="en-GB" dirty="0"/>
              <a:t>Third level</a:t>
            </a:r>
          </a:p>
          <a:p>
            <a:pPr lvl="2"/>
            <a:r>
              <a:rPr lang="en-GB" dirty="0"/>
              <a:t>Fourth level</a:t>
            </a:r>
          </a:p>
          <a:p>
            <a:pPr lvl="2"/>
            <a:r>
              <a:rPr lang="en-GB" dirty="0"/>
              <a:t>Fifth level</a:t>
            </a:r>
          </a:p>
        </p:txBody>
      </p:sp>
      <p:sp>
        <p:nvSpPr>
          <p:cNvPr id="9"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56421" y="6511672"/>
            <a:ext cx="785483" cy="180000"/>
          </a:xfrm>
          <a:prstGeom prst="rect">
            <a:avLst/>
          </a:prstGeom>
        </p:spPr>
        <p:txBody>
          <a:bodyPr vert="horz" lIns="0" tIns="0" rIns="0" bIns="0" rtlCol="0" anchor="b" anchorCtr="0"/>
          <a:lstStyle>
            <a:lvl1pPr algn="r">
              <a:defRPr sz="760" b="1" i="0">
                <a:solidFill>
                  <a:schemeClr val="tx1"/>
                </a:solidFill>
                <a:latin typeface="Montserrat" pitchFamily="2" charset="77"/>
              </a:defRPr>
            </a:lvl1pPr>
          </a:lstStyle>
          <a:p>
            <a:fld id="{EF892D59-8F09-EF4B-AD6D-DA609442F868}" type="slidenum">
              <a:rPr lang="en-GB" smtClean="0"/>
              <a:pPr/>
              <a:t>‹#›</a:t>
            </a:fld>
            <a:endParaRPr lang="en-GB" dirty="0"/>
          </a:p>
        </p:txBody>
      </p:sp>
      <p:grpSp>
        <p:nvGrpSpPr>
          <p:cNvPr id="19" name="Group 18"/>
          <p:cNvGrpSpPr/>
          <p:nvPr userDrawn="1"/>
        </p:nvGrpSpPr>
        <p:grpSpPr>
          <a:xfrm>
            <a:off x="-6058" y="3531457"/>
            <a:ext cx="5797612" cy="2365031"/>
            <a:chOff x="-2229" y="2361812"/>
            <a:chExt cx="11067619" cy="4514835"/>
          </a:xfrm>
          <a:solidFill>
            <a:srgbClr val="09EDB8"/>
          </a:solidFill>
        </p:grpSpPr>
        <p:sp>
          <p:nvSpPr>
            <p:cNvPr id="20" name="Freeform 19">
              <a:extLst>
                <a:ext uri="{FF2B5EF4-FFF2-40B4-BE49-F238E27FC236}">
                  <a16:creationId xmlns:a16="http://schemas.microsoft.com/office/drawing/2014/main" id="{2F450B4C-241D-A544-BBEF-175E01D6A139}"/>
                </a:ext>
              </a:extLst>
            </p:cNvPr>
            <p:cNvSpPr/>
            <p:nvPr userDrawn="1"/>
          </p:nvSpPr>
          <p:spPr>
            <a:xfrm>
              <a:off x="-2229" y="2361812"/>
              <a:ext cx="9087449" cy="1912558"/>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806"/>
                <a:gd name="connsiteX1" fmla="*/ 62 w 1182006"/>
                <a:gd name="connsiteY1" fmla="*/ 248806 h 248806"/>
                <a:gd name="connsiteX2" fmla="*/ 0 w 1182006"/>
                <a:gd name="connsiteY2" fmla="*/ 192497 h 248806"/>
                <a:gd name="connsiteX3" fmla="*/ 1036020 w 1182006"/>
                <a:gd name="connsiteY3" fmla="*/ 192497 h 248806"/>
                <a:gd name="connsiteX4" fmla="*/ 889335 w 1182006"/>
                <a:gd name="connsiteY4" fmla="*/ 219 h 248806"/>
                <a:gd name="connsiteX5" fmla="*/ 947374 w 1182006"/>
                <a:gd name="connsiteY5" fmla="*/ 219 h 248806"/>
                <a:gd name="connsiteX6" fmla="*/ 967630 w 1182006"/>
                <a:gd name="connsiteY6" fmla="*/ 12347 h 248806"/>
                <a:gd name="connsiteX7" fmla="*/ 1032146 w 1182006"/>
                <a:gd name="connsiteY7" fmla="*/ 105057 h 248806"/>
                <a:gd name="connsiteX8" fmla="*/ 1176165 w 1182006"/>
                <a:gd name="connsiteY8" fmla="*/ 242090 h 248806"/>
                <a:gd name="connsiteX9" fmla="*/ 1181371 w 1182006"/>
                <a:gd name="connsiteY9" fmla="*/ 246535 h 248806"/>
                <a:gd name="connsiteX10" fmla="*/ 1182006 w 1182006"/>
                <a:gd name="connsiteY10" fmla="*/ 248186 h 2488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182006" h="248806">
                  <a:moveTo>
                    <a:pt x="1182006" y="248186"/>
                  </a:moveTo>
                  <a:lnTo>
                    <a:pt x="62" y="248806"/>
                  </a:lnTo>
                  <a:cubicBezTo>
                    <a:pt x="41" y="230036"/>
                    <a:pt x="21" y="211267"/>
                    <a:pt x="0" y="192497"/>
                  </a:cubicBezTo>
                  <a:lnTo>
                    <a:pt x="1036020" y="192497"/>
                  </a:lnTo>
                  <a:cubicBezTo>
                    <a:pt x="978171" y="134140"/>
                    <a:pt x="924895" y="74768"/>
                    <a:pt x="889335" y="219"/>
                  </a:cubicBezTo>
                  <a:cubicBezTo>
                    <a:pt x="909718" y="219"/>
                    <a:pt x="928578" y="854"/>
                    <a:pt x="947374" y="219"/>
                  </a:cubicBezTo>
                  <a:cubicBezTo>
                    <a:pt x="956166" y="-1141"/>
                    <a:pt x="964678" y="3956"/>
                    <a:pt x="967630" y="12347"/>
                  </a:cubicBezTo>
                  <a:cubicBezTo>
                    <a:pt x="985192" y="45816"/>
                    <a:pt x="1006865" y="76961"/>
                    <a:pt x="1032146" y="105057"/>
                  </a:cubicBezTo>
                  <a:cubicBezTo>
                    <a:pt x="1075774" y="155126"/>
                    <a:pt x="1123990" y="201004"/>
                    <a:pt x="1176165" y="242090"/>
                  </a:cubicBezTo>
                  <a:cubicBezTo>
                    <a:pt x="1177943" y="243551"/>
                    <a:pt x="1179720" y="245011"/>
                    <a:pt x="1181371" y="246535"/>
                  </a:cubicBezTo>
                  <a:cubicBezTo>
                    <a:pt x="1181689" y="246599"/>
                    <a:pt x="1181689" y="247170"/>
                    <a:pt x="1182006" y="248186"/>
                  </a:cubicBezTo>
                  <a:close/>
                </a:path>
              </a:pathLst>
            </a:custGeom>
            <a:grpFill/>
            <a:ln w="6350" cap="flat">
              <a:noFill/>
              <a:prstDash val="solid"/>
              <a:miter/>
            </a:ln>
          </p:spPr>
          <p:txBody>
            <a:bodyPr rtlCol="0" anchor="ctr"/>
            <a:lstStyle/>
            <a:p>
              <a:endParaRPr lang="en-GB"/>
            </a:p>
          </p:txBody>
        </p:sp>
        <p:sp>
          <p:nvSpPr>
            <p:cNvPr id="21" name="Freeform 20">
              <a:extLst>
                <a:ext uri="{FF2B5EF4-FFF2-40B4-BE49-F238E27FC236}">
                  <a16:creationId xmlns:a16="http://schemas.microsoft.com/office/drawing/2014/main" id="{17BA7C41-EA1C-2F4D-90C7-EC472AB85B8A}"/>
                </a:ext>
              </a:extLst>
            </p:cNvPr>
            <p:cNvSpPr/>
            <p:nvPr/>
          </p:nvSpPr>
          <p:spPr>
            <a:xfrm>
              <a:off x="8136202" y="2367285"/>
              <a:ext cx="2929188" cy="4490714"/>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grpFill/>
            <a:ln w="6350" cap="flat">
              <a:noFill/>
              <a:prstDash val="solid"/>
              <a:miter/>
            </a:ln>
          </p:spPr>
          <p:txBody>
            <a:bodyPr rtlCol="0" anchor="ctr"/>
            <a:lstStyle/>
            <a:p>
              <a:endParaRPr lang="en-GB"/>
            </a:p>
          </p:txBody>
        </p:sp>
        <p:sp>
          <p:nvSpPr>
            <p:cNvPr id="22" name="Freeform 21">
              <a:extLst>
                <a:ext uri="{FF2B5EF4-FFF2-40B4-BE49-F238E27FC236}">
                  <a16:creationId xmlns:a16="http://schemas.microsoft.com/office/drawing/2014/main" id="{2F450B4C-241D-A544-BBEF-175E01D6A139}"/>
                </a:ext>
              </a:extLst>
            </p:cNvPr>
            <p:cNvSpPr/>
            <p:nvPr userDrawn="1"/>
          </p:nvSpPr>
          <p:spPr>
            <a:xfrm flipV="1">
              <a:off x="-467" y="4964089"/>
              <a:ext cx="9087449" cy="1912558"/>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806"/>
                <a:gd name="connsiteX1" fmla="*/ 62 w 1182006"/>
                <a:gd name="connsiteY1" fmla="*/ 248806 h 248806"/>
                <a:gd name="connsiteX2" fmla="*/ 0 w 1182006"/>
                <a:gd name="connsiteY2" fmla="*/ 192497 h 248806"/>
                <a:gd name="connsiteX3" fmla="*/ 1036020 w 1182006"/>
                <a:gd name="connsiteY3" fmla="*/ 192497 h 248806"/>
                <a:gd name="connsiteX4" fmla="*/ 889335 w 1182006"/>
                <a:gd name="connsiteY4" fmla="*/ 219 h 248806"/>
                <a:gd name="connsiteX5" fmla="*/ 947374 w 1182006"/>
                <a:gd name="connsiteY5" fmla="*/ 219 h 248806"/>
                <a:gd name="connsiteX6" fmla="*/ 967630 w 1182006"/>
                <a:gd name="connsiteY6" fmla="*/ 12347 h 248806"/>
                <a:gd name="connsiteX7" fmla="*/ 1032146 w 1182006"/>
                <a:gd name="connsiteY7" fmla="*/ 105057 h 248806"/>
                <a:gd name="connsiteX8" fmla="*/ 1176165 w 1182006"/>
                <a:gd name="connsiteY8" fmla="*/ 242090 h 248806"/>
                <a:gd name="connsiteX9" fmla="*/ 1181371 w 1182006"/>
                <a:gd name="connsiteY9" fmla="*/ 246535 h 248806"/>
                <a:gd name="connsiteX10" fmla="*/ 1182006 w 1182006"/>
                <a:gd name="connsiteY10" fmla="*/ 248186 h 2488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182006" h="248806">
                  <a:moveTo>
                    <a:pt x="1182006" y="248186"/>
                  </a:moveTo>
                  <a:lnTo>
                    <a:pt x="62" y="248806"/>
                  </a:lnTo>
                  <a:cubicBezTo>
                    <a:pt x="41" y="230036"/>
                    <a:pt x="21" y="211267"/>
                    <a:pt x="0" y="192497"/>
                  </a:cubicBezTo>
                  <a:lnTo>
                    <a:pt x="1036020" y="192497"/>
                  </a:lnTo>
                  <a:cubicBezTo>
                    <a:pt x="978171" y="134140"/>
                    <a:pt x="924895" y="74768"/>
                    <a:pt x="889335" y="219"/>
                  </a:cubicBezTo>
                  <a:cubicBezTo>
                    <a:pt x="909718" y="219"/>
                    <a:pt x="928578" y="854"/>
                    <a:pt x="947374" y="219"/>
                  </a:cubicBezTo>
                  <a:cubicBezTo>
                    <a:pt x="956166" y="-1141"/>
                    <a:pt x="964678" y="3956"/>
                    <a:pt x="967630" y="12347"/>
                  </a:cubicBezTo>
                  <a:cubicBezTo>
                    <a:pt x="985192" y="45816"/>
                    <a:pt x="1006865" y="76961"/>
                    <a:pt x="1032146" y="105057"/>
                  </a:cubicBezTo>
                  <a:cubicBezTo>
                    <a:pt x="1075774" y="155126"/>
                    <a:pt x="1123990" y="201004"/>
                    <a:pt x="1176165" y="242090"/>
                  </a:cubicBezTo>
                  <a:cubicBezTo>
                    <a:pt x="1177943" y="243551"/>
                    <a:pt x="1179720" y="245011"/>
                    <a:pt x="1181371" y="246535"/>
                  </a:cubicBezTo>
                  <a:cubicBezTo>
                    <a:pt x="1181689" y="246599"/>
                    <a:pt x="1181689" y="247170"/>
                    <a:pt x="1182006" y="248186"/>
                  </a:cubicBezTo>
                  <a:close/>
                </a:path>
              </a:pathLst>
            </a:custGeom>
            <a:grpFill/>
            <a:ln w="6350" cap="flat">
              <a:noFill/>
              <a:prstDash val="solid"/>
              <a:miter/>
            </a:ln>
          </p:spPr>
          <p:txBody>
            <a:bodyPr rtlCol="0" anchor="ctr"/>
            <a:lstStyle/>
            <a:p>
              <a:endParaRPr lang="en-GB"/>
            </a:p>
          </p:txBody>
        </p:sp>
      </p:grpSp>
    </p:spTree>
    <p:extLst>
      <p:ext uri="{BB962C8B-B14F-4D97-AF65-F5344CB8AC3E}">
        <p14:creationId xmlns:p14="http://schemas.microsoft.com/office/powerpoint/2010/main" val="1370358418"/>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1_Text and Image (half screen)">
    <p:bg>
      <p:bgPr>
        <a:solidFill>
          <a:schemeClr val="bg1"/>
        </a:solidFill>
        <a:effectLst/>
      </p:bgPr>
    </p:bg>
    <p:spTree>
      <p:nvGrpSpPr>
        <p:cNvPr id="1" name=""/>
        <p:cNvGrpSpPr/>
        <p:nvPr/>
      </p:nvGrpSpPr>
      <p:grpSpPr>
        <a:xfrm>
          <a:off x="0" y="0"/>
          <a:ext cx="0" cy="0"/>
          <a:chOff x="0" y="0"/>
          <a:chExt cx="0" cy="0"/>
        </a:xfrm>
      </p:grpSpPr>
      <p:sp>
        <p:nvSpPr>
          <p:cNvPr id="10" name="Text Placeholder 7"/>
          <p:cNvSpPr>
            <a:spLocks noGrp="1"/>
          </p:cNvSpPr>
          <p:nvPr>
            <p:ph type="body" sz="quarter" idx="11" hasCustomPrompt="1"/>
          </p:nvPr>
        </p:nvSpPr>
        <p:spPr>
          <a:xfrm>
            <a:off x="373063" y="1892635"/>
            <a:ext cx="6143484" cy="4376323"/>
          </a:xfrm>
        </p:spPr>
        <p:txBody>
          <a:bodyPr/>
          <a:lstStyle>
            <a:lvl1pPr marL="0" indent="0">
              <a:lnSpc>
                <a:spcPct val="100000"/>
              </a:lnSpc>
              <a:buFont typeface="Arial" panose="020B0604020202020204" pitchFamily="34" charset="0"/>
              <a:buNone/>
              <a:defRPr sz="2000" b="0"/>
            </a:lvl1pPr>
            <a:lvl2pPr marL="171450" indent="-171450">
              <a:lnSpc>
                <a:spcPct val="100000"/>
              </a:lnSpc>
              <a:buFont typeface="Arial" panose="020B0604020202020204" pitchFamily="34" charset="0"/>
              <a:buChar char="•"/>
              <a:defRPr sz="2000" b="0"/>
            </a:lvl2pPr>
            <a:lvl3pPr>
              <a:lnSpc>
                <a:spcPct val="100000"/>
              </a:lnSpc>
              <a:defRPr sz="1800" b="0"/>
            </a:lvl3pPr>
            <a:lvl4pPr>
              <a:lnSpc>
                <a:spcPct val="100000"/>
              </a:lnSpc>
              <a:defRPr sz="1800" b="0"/>
            </a:lvl4pPr>
            <a:lvl5pPr>
              <a:lnSpc>
                <a:spcPct val="100000"/>
              </a:lnSpc>
              <a:defRPr sz="1800" b="0"/>
            </a:lvl5pPr>
          </a:lstStyle>
          <a:p>
            <a:pPr lvl="0"/>
            <a:r>
              <a:rPr lang="en-US" dirty="0"/>
              <a:t>Edit text</a:t>
            </a:r>
          </a:p>
          <a:p>
            <a:pPr lvl="1"/>
            <a:r>
              <a:rPr lang="en-US" dirty="0"/>
              <a:t>Second level</a:t>
            </a:r>
          </a:p>
          <a:p>
            <a:pPr lvl="1"/>
            <a:r>
              <a:rPr lang="en-US" dirty="0"/>
              <a:t>Third level</a:t>
            </a:r>
          </a:p>
          <a:p>
            <a:pPr lvl="1"/>
            <a:r>
              <a:rPr lang="en-US" dirty="0"/>
              <a:t>Fourth level</a:t>
            </a:r>
          </a:p>
          <a:p>
            <a:pPr lvl="1"/>
            <a:r>
              <a:rPr lang="en-US" dirty="0"/>
              <a:t>Fifth level</a:t>
            </a:r>
          </a:p>
        </p:txBody>
      </p:sp>
      <p:sp>
        <p:nvSpPr>
          <p:cNvPr id="7" name="Picture Placeholder 4">
            <a:extLst>
              <a:ext uri="{FF2B5EF4-FFF2-40B4-BE49-F238E27FC236}">
                <a16:creationId xmlns:a16="http://schemas.microsoft.com/office/drawing/2014/main" id="{749837D3-F6DB-DB49-B987-A2004B0611D5}"/>
              </a:ext>
            </a:extLst>
          </p:cNvPr>
          <p:cNvSpPr>
            <a:spLocks noGrp="1"/>
          </p:cNvSpPr>
          <p:nvPr>
            <p:ph type="pic" sz="quarter" idx="13"/>
          </p:nvPr>
        </p:nvSpPr>
        <p:spPr>
          <a:xfrm>
            <a:off x="6967959" y="0"/>
            <a:ext cx="5224040" cy="6857999"/>
          </a:xfrm>
          <a:prstGeom prst="rect">
            <a:avLst/>
          </a:prstGeom>
        </p:spPr>
        <p:txBody>
          <a:bodyPr/>
          <a:lstStyle>
            <a:lvl1pPr marL="0" indent="0">
              <a:buNone/>
              <a:defRPr/>
            </a:lvl1pPr>
          </a:lstStyle>
          <a:p>
            <a:r>
              <a:rPr lang="en-US" dirty="0"/>
              <a:t>Click icon to add picture</a:t>
            </a:r>
          </a:p>
        </p:txBody>
      </p:sp>
      <p:sp>
        <p:nvSpPr>
          <p:cNvPr id="11" name="Text Placeholder 2"/>
          <p:cNvSpPr>
            <a:spLocks noGrp="1"/>
          </p:cNvSpPr>
          <p:nvPr>
            <p:ph type="body" sz="quarter" idx="12" hasCustomPrompt="1"/>
          </p:nvPr>
        </p:nvSpPr>
        <p:spPr>
          <a:xfrm>
            <a:off x="385650" y="1147572"/>
            <a:ext cx="5123903" cy="520262"/>
          </a:xfrm>
        </p:spPr>
        <p:txBody>
          <a:bodyPr/>
          <a:lstStyle>
            <a:lvl1pPr marL="0" indent="0">
              <a:lnSpc>
                <a:spcPct val="100000"/>
              </a:lnSpc>
              <a:spcAft>
                <a:spcPts val="0"/>
              </a:spcAft>
              <a:buFont typeface="Arial" panose="020B0604020202020204" pitchFamily="34" charset="0"/>
              <a:buNone/>
              <a:defRPr sz="3600" cap="none" baseline="0">
                <a:solidFill>
                  <a:srgbClr val="004050"/>
                </a:solidFill>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Click to edit slide title</a:t>
            </a:r>
          </a:p>
        </p:txBody>
      </p:sp>
      <p:sp>
        <p:nvSpPr>
          <p:cNvPr id="5"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56421" y="6511672"/>
            <a:ext cx="785483" cy="180000"/>
          </a:xfrm>
          <a:prstGeom prst="rect">
            <a:avLst/>
          </a:prstGeom>
        </p:spPr>
        <p:txBody>
          <a:bodyPr vert="horz" lIns="0" tIns="0" rIns="0" bIns="0" rtlCol="0" anchor="b" anchorCtr="0"/>
          <a:lstStyle>
            <a:lvl1pPr algn="r">
              <a:defRPr sz="760" b="1" i="0">
                <a:solidFill>
                  <a:schemeClr val="tx1"/>
                </a:solidFill>
                <a:latin typeface="Montserrat" pitchFamily="2" charset="77"/>
              </a:defRPr>
            </a:lvl1pPr>
          </a:lstStyle>
          <a:p>
            <a:fld id="{EF892D59-8F09-EF4B-AD6D-DA609442F868}" type="slidenum">
              <a:rPr lang="en-GB" smtClean="0"/>
              <a:pPr/>
              <a:t>‹#›</a:t>
            </a:fld>
            <a:endParaRPr lang="en-GB" dirty="0"/>
          </a:p>
        </p:txBody>
      </p:sp>
      <p:sp>
        <p:nvSpPr>
          <p:cNvPr id="16" name="Freeform 15">
            <a:extLst>
              <a:ext uri="{FF2B5EF4-FFF2-40B4-BE49-F238E27FC236}">
                <a16:creationId xmlns:a16="http://schemas.microsoft.com/office/drawing/2014/main" id="{D44E23D4-CD16-B448-8F0A-11F5CE4FAB4C}"/>
              </a:ext>
            </a:extLst>
          </p:cNvPr>
          <p:cNvSpPr/>
          <p:nvPr userDrawn="1"/>
        </p:nvSpPr>
        <p:spPr>
          <a:xfrm>
            <a:off x="3229535" y="4488657"/>
            <a:ext cx="3729957" cy="2369343"/>
          </a:xfrm>
          <a:custGeom>
            <a:avLst/>
            <a:gdLst>
              <a:gd name="connsiteX0" fmla="*/ 117151 w 1009650"/>
              <a:gd name="connsiteY0" fmla="*/ 24275 h 641350"/>
              <a:gd name="connsiteX1" fmla="*/ 692 w 1009650"/>
              <a:gd name="connsiteY1" fmla="*/ 235603 h 641350"/>
              <a:gd name="connsiteX2" fmla="*/ 208781 w 1009650"/>
              <a:gd name="connsiteY2" fmla="*/ 429659 h 641350"/>
              <a:gd name="connsiteX3" fmla="*/ 350450 w 1009650"/>
              <a:gd name="connsiteY3" fmla="*/ 429659 h 641350"/>
              <a:gd name="connsiteX4" fmla="*/ 350450 w 1009650"/>
              <a:gd name="connsiteY4" fmla="*/ 641432 h 641350"/>
              <a:gd name="connsiteX5" fmla="*/ 428301 w 1009650"/>
              <a:gd name="connsiteY5" fmla="*/ 641432 h 641350"/>
              <a:gd name="connsiteX6" fmla="*/ 428301 w 1009650"/>
              <a:gd name="connsiteY6" fmla="*/ 430358 h 641350"/>
              <a:gd name="connsiteX7" fmla="*/ 777551 w 1009650"/>
              <a:gd name="connsiteY7" fmla="*/ 430358 h 641350"/>
              <a:gd name="connsiteX8" fmla="*/ 652519 w 1009650"/>
              <a:gd name="connsiteY8" fmla="*/ 640352 h 641350"/>
              <a:gd name="connsiteX9" fmla="*/ 698747 w 1009650"/>
              <a:gd name="connsiteY9" fmla="*/ 640352 h 641350"/>
              <a:gd name="connsiteX10" fmla="*/ 713225 w 1009650"/>
              <a:gd name="connsiteY10" fmla="*/ 633050 h 641350"/>
              <a:gd name="connsiteX11" fmla="*/ 864800 w 1009650"/>
              <a:gd name="connsiteY11" fmla="*/ 484206 h 641350"/>
              <a:gd name="connsiteX12" fmla="*/ 1004881 w 1009650"/>
              <a:gd name="connsiteY12" fmla="*/ 412641 h 641350"/>
              <a:gd name="connsiteX13" fmla="*/ 1011231 w 1009650"/>
              <a:gd name="connsiteY13" fmla="*/ 402608 h 641350"/>
              <a:gd name="connsiteX14" fmla="*/ 1011231 w 1009650"/>
              <a:gd name="connsiteY14" fmla="*/ 379685 h 641350"/>
              <a:gd name="connsiteX15" fmla="*/ 1003547 w 1009650"/>
              <a:gd name="connsiteY15" fmla="*/ 368826 h 641350"/>
              <a:gd name="connsiteX16" fmla="*/ 710241 w 1009650"/>
              <a:gd name="connsiteY16" fmla="*/ 145624 h 641350"/>
              <a:gd name="connsiteX17" fmla="*/ 705224 w 1009650"/>
              <a:gd name="connsiteY17" fmla="*/ 141687 h 641350"/>
              <a:gd name="connsiteX18" fmla="*/ 652138 w 1009650"/>
              <a:gd name="connsiteY18" fmla="*/ 141687 h 641350"/>
              <a:gd name="connsiteX19" fmla="*/ 777487 w 1009650"/>
              <a:gd name="connsiteY19" fmla="*/ 353078 h 641350"/>
              <a:gd name="connsiteX20" fmla="*/ 428237 w 1009650"/>
              <a:gd name="connsiteY20" fmla="*/ 353078 h 641350"/>
              <a:gd name="connsiteX21" fmla="*/ 428237 w 1009650"/>
              <a:gd name="connsiteY21" fmla="*/ 344887 h 641350"/>
              <a:gd name="connsiteX22" fmla="*/ 428237 w 1009650"/>
              <a:gd name="connsiteY22" fmla="*/ 210013 h 641350"/>
              <a:gd name="connsiteX23" fmla="*/ 422776 w 1009650"/>
              <a:gd name="connsiteY23" fmla="*/ 165563 h 641350"/>
              <a:gd name="connsiteX24" fmla="*/ 278060 w 1009650"/>
              <a:gd name="connsiteY24" fmla="*/ 11385 h 641350"/>
              <a:gd name="connsiteX25" fmla="*/ 117151 w 1009650"/>
              <a:gd name="connsiteY25" fmla="*/ 24275 h 641350"/>
              <a:gd name="connsiteX26" fmla="*/ 331654 w 1009650"/>
              <a:gd name="connsiteY26" fmla="*/ 145370 h 641350"/>
              <a:gd name="connsiteX27" fmla="*/ 350704 w 1009650"/>
              <a:gd name="connsiteY27" fmla="*/ 216045 h 641350"/>
              <a:gd name="connsiteX28" fmla="*/ 350704 w 1009650"/>
              <a:gd name="connsiteY28" fmla="*/ 343045 h 641350"/>
              <a:gd name="connsiteX29" fmla="*/ 350704 w 1009650"/>
              <a:gd name="connsiteY29" fmla="*/ 352634 h 641350"/>
              <a:gd name="connsiteX30" fmla="*/ 346513 w 1009650"/>
              <a:gd name="connsiteY30" fmla="*/ 353142 h 641350"/>
              <a:gd name="connsiteX31" fmla="*/ 208591 w 1009650"/>
              <a:gd name="connsiteY31" fmla="*/ 352697 h 641350"/>
              <a:gd name="connsiteX32" fmla="*/ 104069 w 1009650"/>
              <a:gd name="connsiteY32" fmla="*/ 297579 h 641350"/>
              <a:gd name="connsiteX33" fmla="*/ 190493 w 1009650"/>
              <a:gd name="connsiteY33" fmla="*/ 79457 h 641350"/>
              <a:gd name="connsiteX34" fmla="*/ 331654 w 1009650"/>
              <a:gd name="connsiteY34" fmla="*/ 145370 h 6413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1009650" h="641350">
                <a:moveTo>
                  <a:pt x="117151" y="24275"/>
                </a:moveTo>
                <a:cubicBezTo>
                  <a:pt x="34918" y="69741"/>
                  <a:pt x="-5912" y="140163"/>
                  <a:pt x="692" y="235603"/>
                </a:cubicBezTo>
                <a:cubicBezTo>
                  <a:pt x="7994" y="341013"/>
                  <a:pt x="103117" y="429659"/>
                  <a:pt x="208781" y="429659"/>
                </a:cubicBezTo>
                <a:lnTo>
                  <a:pt x="350450" y="429659"/>
                </a:lnTo>
                <a:lnTo>
                  <a:pt x="350450" y="641432"/>
                </a:lnTo>
                <a:lnTo>
                  <a:pt x="428301" y="641432"/>
                </a:lnTo>
                <a:lnTo>
                  <a:pt x="428301" y="430358"/>
                </a:lnTo>
                <a:lnTo>
                  <a:pt x="777551" y="430358"/>
                </a:lnTo>
                <a:cubicBezTo>
                  <a:pt x="722305" y="492842"/>
                  <a:pt x="679379" y="561231"/>
                  <a:pt x="652519" y="640352"/>
                </a:cubicBezTo>
                <a:cubicBezTo>
                  <a:pt x="668712" y="640352"/>
                  <a:pt x="683761" y="640352"/>
                  <a:pt x="698747" y="640352"/>
                </a:cubicBezTo>
                <a:cubicBezTo>
                  <a:pt x="704581" y="640933"/>
                  <a:pt x="710224" y="638086"/>
                  <a:pt x="713225" y="633050"/>
                </a:cubicBezTo>
                <a:cubicBezTo>
                  <a:pt x="754165" y="574534"/>
                  <a:pt x="805550" y="524075"/>
                  <a:pt x="864800" y="484206"/>
                </a:cubicBezTo>
                <a:cubicBezTo>
                  <a:pt x="908435" y="454786"/>
                  <a:pt x="955471" y="430757"/>
                  <a:pt x="1004881" y="412641"/>
                </a:cubicBezTo>
                <a:cubicBezTo>
                  <a:pt x="1009346" y="411541"/>
                  <a:pt x="1012148" y="407114"/>
                  <a:pt x="1011231" y="402608"/>
                </a:cubicBezTo>
                <a:cubicBezTo>
                  <a:pt x="1010723" y="394975"/>
                  <a:pt x="1010723" y="387317"/>
                  <a:pt x="1011231" y="379685"/>
                </a:cubicBezTo>
                <a:cubicBezTo>
                  <a:pt x="1011802" y="373335"/>
                  <a:pt x="1009135" y="370922"/>
                  <a:pt x="1003547" y="368826"/>
                </a:cubicBezTo>
                <a:cubicBezTo>
                  <a:pt x="883532" y="323741"/>
                  <a:pt x="784154" y="251351"/>
                  <a:pt x="710241" y="145624"/>
                </a:cubicBezTo>
                <a:cubicBezTo>
                  <a:pt x="709034" y="143909"/>
                  <a:pt x="706939" y="141750"/>
                  <a:pt x="705224" y="141687"/>
                </a:cubicBezTo>
                <a:cubicBezTo>
                  <a:pt x="687889" y="141687"/>
                  <a:pt x="670616" y="141687"/>
                  <a:pt x="652138" y="141687"/>
                </a:cubicBezTo>
                <a:cubicBezTo>
                  <a:pt x="678808" y="221506"/>
                  <a:pt x="721988" y="290213"/>
                  <a:pt x="777487" y="353078"/>
                </a:cubicBezTo>
                <a:lnTo>
                  <a:pt x="428237" y="353078"/>
                </a:lnTo>
                <a:lnTo>
                  <a:pt x="428237" y="344887"/>
                </a:lnTo>
                <a:cubicBezTo>
                  <a:pt x="428237" y="299929"/>
                  <a:pt x="428681" y="254971"/>
                  <a:pt x="428237" y="210013"/>
                </a:cubicBezTo>
                <a:cubicBezTo>
                  <a:pt x="428159" y="195034"/>
                  <a:pt x="426326" y="180115"/>
                  <a:pt x="422776" y="165563"/>
                </a:cubicBezTo>
                <a:cubicBezTo>
                  <a:pt x="402392" y="88283"/>
                  <a:pt x="353498" y="36150"/>
                  <a:pt x="278060" y="11385"/>
                </a:cubicBezTo>
                <a:cubicBezTo>
                  <a:pt x="223323" y="-6776"/>
                  <a:pt x="167760" y="-3728"/>
                  <a:pt x="117151" y="24275"/>
                </a:cubicBezTo>
                <a:close/>
                <a:moveTo>
                  <a:pt x="331654" y="145370"/>
                </a:moveTo>
                <a:cubicBezTo>
                  <a:pt x="344472" y="166690"/>
                  <a:pt x="351071" y="191171"/>
                  <a:pt x="350704" y="216045"/>
                </a:cubicBezTo>
                <a:cubicBezTo>
                  <a:pt x="350704" y="258463"/>
                  <a:pt x="350704" y="300818"/>
                  <a:pt x="350704" y="343045"/>
                </a:cubicBezTo>
                <a:lnTo>
                  <a:pt x="350704" y="352634"/>
                </a:lnTo>
                <a:cubicBezTo>
                  <a:pt x="349319" y="352892"/>
                  <a:pt x="347920" y="353061"/>
                  <a:pt x="346513" y="353142"/>
                </a:cubicBezTo>
                <a:cubicBezTo>
                  <a:pt x="300539" y="353142"/>
                  <a:pt x="254564" y="353142"/>
                  <a:pt x="208591" y="352697"/>
                </a:cubicBezTo>
                <a:cubicBezTo>
                  <a:pt x="164649" y="352062"/>
                  <a:pt x="129724" y="332123"/>
                  <a:pt x="104069" y="297579"/>
                </a:cubicBezTo>
                <a:cubicBezTo>
                  <a:pt x="38347" y="209187"/>
                  <a:pt x="96132" y="97173"/>
                  <a:pt x="190493" y="79457"/>
                </a:cubicBezTo>
                <a:cubicBezTo>
                  <a:pt x="246651" y="70112"/>
                  <a:pt x="302766" y="96313"/>
                  <a:pt x="331654" y="145370"/>
                </a:cubicBezTo>
                <a:close/>
              </a:path>
            </a:pathLst>
          </a:custGeom>
          <a:solidFill>
            <a:srgbClr val="00EDB3"/>
          </a:solidFill>
          <a:ln w="6350" cap="flat">
            <a:noFill/>
            <a:prstDash val="solid"/>
            <a:miter/>
          </a:ln>
        </p:spPr>
        <p:txBody>
          <a:bodyPr rtlCol="0" anchor="ctr"/>
          <a:lstStyle/>
          <a:p>
            <a:endParaRPr lang="en-GB"/>
          </a:p>
        </p:txBody>
      </p:sp>
      <p:sp>
        <p:nvSpPr>
          <p:cNvPr id="8" name="Rectangle 7"/>
          <p:cNvSpPr/>
          <p:nvPr userDrawn="1"/>
        </p:nvSpPr>
        <p:spPr>
          <a:xfrm>
            <a:off x="0" y="75715"/>
            <a:ext cx="1089126" cy="8095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912114898"/>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userDrawn="1">
  <p:cSld name="Activity 1">
    <p:bg>
      <p:bgPr>
        <a:solidFill>
          <a:srgbClr val="0EEEBA"/>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4327302" y="344971"/>
            <a:ext cx="7475232" cy="2858874"/>
          </a:xfrm>
        </p:spPr>
        <p:txBody>
          <a:bodyPr anchor="b" anchorCtr="0">
            <a:noAutofit/>
          </a:bodyPr>
          <a:lstStyle>
            <a:lvl1pPr algn="l">
              <a:lnSpc>
                <a:spcPct val="100000"/>
              </a:lnSpc>
              <a:defRPr sz="3600" baseline="0">
                <a:solidFill>
                  <a:srgbClr val="004050"/>
                </a:solidFill>
              </a:defRPr>
            </a:lvl1pPr>
          </a:lstStyle>
          <a:p>
            <a:br>
              <a:rPr lang="en-US" noProof="0" dirty="0"/>
            </a:br>
            <a:br>
              <a:rPr lang="en-US" noProof="0" dirty="0"/>
            </a:br>
            <a:r>
              <a:rPr lang="en-US" noProof="0" dirty="0"/>
              <a:t>ACTIVITY: </a:t>
            </a:r>
            <a:br>
              <a:rPr lang="en-US" noProof="0" dirty="0"/>
            </a:br>
            <a:r>
              <a:rPr lang="en-US" noProof="0" dirty="0"/>
              <a:t>CLICK TO EDIT TITLE</a:t>
            </a:r>
            <a:endParaRPr lang="en-GB" noProof="0" dirty="0"/>
          </a:p>
        </p:txBody>
      </p:sp>
      <p:sp>
        <p:nvSpPr>
          <p:cNvPr id="4" name="Text Placeholder 3"/>
          <p:cNvSpPr>
            <a:spLocks noGrp="1"/>
          </p:cNvSpPr>
          <p:nvPr>
            <p:ph type="body" sz="quarter" idx="10" hasCustomPrompt="1"/>
          </p:nvPr>
        </p:nvSpPr>
        <p:spPr>
          <a:xfrm>
            <a:off x="4327303" y="3525004"/>
            <a:ext cx="7475230" cy="2791976"/>
          </a:xfrm>
        </p:spPr>
        <p:txBody>
          <a:bodyPr/>
          <a:lstStyle>
            <a:lvl1pPr>
              <a:lnSpc>
                <a:spcPct val="100000"/>
              </a:lnSpc>
              <a:defRPr b="0" baseline="0"/>
            </a:lvl1pPr>
          </a:lstStyle>
          <a:p>
            <a:pPr lvl="0"/>
            <a:r>
              <a:rPr lang="en-US" dirty="0"/>
              <a:t>Click to edit instructions</a:t>
            </a:r>
          </a:p>
        </p:txBody>
      </p:sp>
      <p:sp>
        <p:nvSpPr>
          <p:cNvPr id="10" name="Freeform 9">
            <a:extLst>
              <a:ext uri="{FF2B5EF4-FFF2-40B4-BE49-F238E27FC236}">
                <a16:creationId xmlns:a16="http://schemas.microsoft.com/office/drawing/2014/main" id="{56887D20-DCD6-8E49-BF31-8F4C2FCCD421}"/>
              </a:ext>
            </a:extLst>
          </p:cNvPr>
          <p:cNvSpPr/>
          <p:nvPr userDrawn="1"/>
        </p:nvSpPr>
        <p:spPr>
          <a:xfrm>
            <a:off x="487005" y="518307"/>
            <a:ext cx="3525956" cy="4061544"/>
          </a:xfrm>
          <a:custGeom>
            <a:avLst/>
            <a:gdLst>
              <a:gd name="connsiteX0" fmla="*/ 1008895 w 1003300"/>
              <a:gd name="connsiteY0" fmla="*/ 731076 h 1155700"/>
              <a:gd name="connsiteX1" fmla="*/ 581921 w 1003300"/>
              <a:gd name="connsiteY1" fmla="*/ 1157986 h 1155700"/>
              <a:gd name="connsiteX2" fmla="*/ 581921 w 1003300"/>
              <a:gd name="connsiteY2" fmla="*/ 932371 h 1155700"/>
              <a:gd name="connsiteX3" fmla="*/ 565728 w 1003300"/>
              <a:gd name="connsiteY3" fmla="*/ 932371 h 1155700"/>
              <a:gd name="connsiteX4" fmla="*/ 485337 w 1003300"/>
              <a:gd name="connsiteY4" fmla="*/ 923163 h 1155700"/>
              <a:gd name="connsiteX5" fmla="*/ 405454 w 1003300"/>
              <a:gd name="connsiteY5" fmla="*/ 877824 h 1155700"/>
              <a:gd name="connsiteX6" fmla="*/ 306585 w 1003300"/>
              <a:gd name="connsiteY6" fmla="*/ 784035 h 1155700"/>
              <a:gd name="connsiteX7" fmla="*/ 114497 w 1003300"/>
              <a:gd name="connsiteY7" fmla="*/ 591312 h 1155700"/>
              <a:gd name="connsiteX8" fmla="*/ 29534 w 1003300"/>
              <a:gd name="connsiteY8" fmla="*/ 484251 h 1155700"/>
              <a:gd name="connsiteX9" fmla="*/ 7500 w 1003300"/>
              <a:gd name="connsiteY9" fmla="*/ 408051 h 1155700"/>
              <a:gd name="connsiteX10" fmla="*/ 452 w 1003300"/>
              <a:gd name="connsiteY10" fmla="*/ 282766 h 1155700"/>
              <a:gd name="connsiteX11" fmla="*/ 452 w 1003300"/>
              <a:gd name="connsiteY11" fmla="*/ 10668 h 1155700"/>
              <a:gd name="connsiteX12" fmla="*/ 452 w 1003300"/>
              <a:gd name="connsiteY12" fmla="*/ 1333 h 1155700"/>
              <a:gd name="connsiteX13" fmla="*/ 201937 w 1003300"/>
              <a:gd name="connsiteY13" fmla="*/ 203200 h 1155700"/>
              <a:gd name="connsiteX14" fmla="*/ 405137 w 1003300"/>
              <a:gd name="connsiteY14" fmla="*/ 0 h 1155700"/>
              <a:gd name="connsiteX15" fmla="*/ 405137 w 1003300"/>
              <a:gd name="connsiteY15" fmla="*/ 527876 h 1155700"/>
              <a:gd name="connsiteX16" fmla="*/ 573221 w 1003300"/>
              <a:gd name="connsiteY16" fmla="*/ 527876 h 1155700"/>
              <a:gd name="connsiteX17" fmla="*/ 581984 w 1003300"/>
              <a:gd name="connsiteY17" fmla="*/ 518732 h 1155700"/>
              <a:gd name="connsiteX18" fmla="*/ 581984 w 1003300"/>
              <a:gd name="connsiteY18" fmla="*/ 303975 h 1155700"/>
              <a:gd name="connsiteX19" fmla="*/ 1008895 w 1003300"/>
              <a:gd name="connsiteY19" fmla="*/ 731076 h 1155700"/>
              <a:gd name="connsiteX20" fmla="*/ 649929 w 1003300"/>
              <a:gd name="connsiteY20" fmla="*/ 864426 h 1155700"/>
              <a:gd name="connsiteX21" fmla="*/ 649929 w 1003300"/>
              <a:gd name="connsiteY21" fmla="*/ 991807 h 1155700"/>
              <a:gd name="connsiteX22" fmla="*/ 911359 w 1003300"/>
              <a:gd name="connsiteY22" fmla="*/ 730568 h 1155700"/>
              <a:gd name="connsiteX23" fmla="*/ 649231 w 1003300"/>
              <a:gd name="connsiteY23" fmla="*/ 468376 h 1155700"/>
              <a:gd name="connsiteX24" fmla="*/ 649231 w 1003300"/>
              <a:gd name="connsiteY24" fmla="*/ 595693 h 1155700"/>
              <a:gd name="connsiteX25" fmla="*/ 216732 w 1003300"/>
              <a:gd name="connsiteY25" fmla="*/ 595693 h 1155700"/>
              <a:gd name="connsiteX26" fmla="*/ 221558 w 1003300"/>
              <a:gd name="connsiteY26" fmla="*/ 601091 h 1155700"/>
              <a:gd name="connsiteX27" fmla="*/ 427870 w 1003300"/>
              <a:gd name="connsiteY27" fmla="*/ 807720 h 1155700"/>
              <a:gd name="connsiteX28" fmla="*/ 542170 w 1003300"/>
              <a:gd name="connsiteY28" fmla="*/ 862457 h 1155700"/>
              <a:gd name="connsiteX29" fmla="*/ 624720 w 1003300"/>
              <a:gd name="connsiteY29" fmla="*/ 864426 h 1155700"/>
              <a:gd name="connsiteX30" fmla="*/ 649929 w 1003300"/>
              <a:gd name="connsiteY30" fmla="*/ 864426 h 1155700"/>
              <a:gd name="connsiteX31" fmla="*/ 68523 w 1003300"/>
              <a:gd name="connsiteY31" fmla="*/ 162941 h 1155700"/>
              <a:gd name="connsiteX32" fmla="*/ 68142 w 1003300"/>
              <a:gd name="connsiteY32" fmla="*/ 168275 h 1155700"/>
              <a:gd name="connsiteX33" fmla="*/ 68460 w 1003300"/>
              <a:gd name="connsiteY33" fmla="*/ 339725 h 1155700"/>
              <a:gd name="connsiteX34" fmla="*/ 75318 w 1003300"/>
              <a:gd name="connsiteY34" fmla="*/ 411162 h 1155700"/>
              <a:gd name="connsiteX35" fmla="*/ 127325 w 1003300"/>
              <a:gd name="connsiteY35" fmla="*/ 494665 h 1155700"/>
              <a:gd name="connsiteX36" fmla="*/ 203207 w 1003300"/>
              <a:gd name="connsiteY36" fmla="*/ 521780 h 1155700"/>
              <a:gd name="connsiteX37" fmla="*/ 333889 w 1003300"/>
              <a:gd name="connsiteY37" fmla="*/ 527558 h 1155700"/>
              <a:gd name="connsiteX38" fmla="*/ 336937 w 1003300"/>
              <a:gd name="connsiteY38" fmla="*/ 526732 h 1155700"/>
              <a:gd name="connsiteX39" fmla="*/ 336938 w 1003300"/>
              <a:gd name="connsiteY39" fmla="*/ 162243 h 1155700"/>
              <a:gd name="connsiteX40" fmla="*/ 202508 w 1003300"/>
              <a:gd name="connsiteY40" fmla="*/ 295021 h 1155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1003300" h="1155700">
                <a:moveTo>
                  <a:pt x="1008895" y="731076"/>
                </a:moveTo>
                <a:lnTo>
                  <a:pt x="581921" y="1157986"/>
                </a:lnTo>
                <a:lnTo>
                  <a:pt x="581921" y="932371"/>
                </a:lnTo>
                <a:lnTo>
                  <a:pt x="565728" y="932371"/>
                </a:lnTo>
                <a:cubicBezTo>
                  <a:pt x="538636" y="932998"/>
                  <a:pt x="511586" y="929900"/>
                  <a:pt x="485337" y="923163"/>
                </a:cubicBezTo>
                <a:cubicBezTo>
                  <a:pt x="455495" y="914588"/>
                  <a:pt x="428116" y="899048"/>
                  <a:pt x="405454" y="877824"/>
                </a:cubicBezTo>
                <a:cubicBezTo>
                  <a:pt x="371736" y="847407"/>
                  <a:pt x="338843" y="815975"/>
                  <a:pt x="306585" y="784035"/>
                </a:cubicBezTo>
                <a:cubicBezTo>
                  <a:pt x="242111" y="720238"/>
                  <a:pt x="178082" y="655997"/>
                  <a:pt x="114497" y="591312"/>
                </a:cubicBezTo>
                <a:cubicBezTo>
                  <a:pt x="82430" y="558737"/>
                  <a:pt x="52140" y="524510"/>
                  <a:pt x="29534" y="484251"/>
                </a:cubicBezTo>
                <a:cubicBezTo>
                  <a:pt x="16810" y="460725"/>
                  <a:pt x="9295" y="434737"/>
                  <a:pt x="7500" y="408051"/>
                </a:cubicBezTo>
                <a:cubicBezTo>
                  <a:pt x="3944" y="366395"/>
                  <a:pt x="1150" y="324548"/>
                  <a:pt x="452" y="282766"/>
                </a:cubicBezTo>
                <a:cubicBezTo>
                  <a:pt x="-565" y="192087"/>
                  <a:pt x="452" y="101346"/>
                  <a:pt x="452" y="10668"/>
                </a:cubicBezTo>
                <a:lnTo>
                  <a:pt x="452" y="1333"/>
                </a:lnTo>
                <a:cubicBezTo>
                  <a:pt x="67952" y="68961"/>
                  <a:pt x="134817" y="135890"/>
                  <a:pt x="201937" y="203200"/>
                </a:cubicBezTo>
                <a:lnTo>
                  <a:pt x="405137" y="0"/>
                </a:lnTo>
                <a:lnTo>
                  <a:pt x="405137" y="527876"/>
                </a:lnTo>
                <a:cubicBezTo>
                  <a:pt x="408185" y="527876"/>
                  <a:pt x="519818" y="527876"/>
                  <a:pt x="573221" y="527876"/>
                </a:cubicBezTo>
                <a:cubicBezTo>
                  <a:pt x="580524" y="527876"/>
                  <a:pt x="581984" y="525463"/>
                  <a:pt x="581984" y="518732"/>
                </a:cubicBezTo>
                <a:cubicBezTo>
                  <a:pt x="581984" y="449516"/>
                  <a:pt x="581984" y="305435"/>
                  <a:pt x="581984" y="303975"/>
                </a:cubicBezTo>
                <a:cubicBezTo>
                  <a:pt x="580778" y="304292"/>
                  <a:pt x="1010038" y="732028"/>
                  <a:pt x="1008895" y="731076"/>
                </a:cubicBezTo>
                <a:close/>
                <a:moveTo>
                  <a:pt x="649929" y="864426"/>
                </a:moveTo>
                <a:lnTo>
                  <a:pt x="649929" y="991807"/>
                </a:lnTo>
                <a:cubicBezTo>
                  <a:pt x="737601" y="904092"/>
                  <a:pt x="824745" y="817012"/>
                  <a:pt x="911359" y="730568"/>
                </a:cubicBezTo>
                <a:lnTo>
                  <a:pt x="649231" y="468376"/>
                </a:lnTo>
                <a:lnTo>
                  <a:pt x="649231" y="595693"/>
                </a:lnTo>
                <a:lnTo>
                  <a:pt x="216732" y="595693"/>
                </a:lnTo>
                <a:cubicBezTo>
                  <a:pt x="218955" y="598170"/>
                  <a:pt x="220162" y="599757"/>
                  <a:pt x="221558" y="601091"/>
                </a:cubicBezTo>
                <a:cubicBezTo>
                  <a:pt x="290265" y="669967"/>
                  <a:pt x="359036" y="738844"/>
                  <a:pt x="427870" y="807720"/>
                </a:cubicBezTo>
                <a:cubicBezTo>
                  <a:pt x="459620" y="839470"/>
                  <a:pt x="496894" y="859473"/>
                  <a:pt x="542170" y="862457"/>
                </a:cubicBezTo>
                <a:cubicBezTo>
                  <a:pt x="569665" y="864235"/>
                  <a:pt x="597288" y="863854"/>
                  <a:pt x="624720" y="864426"/>
                </a:cubicBezTo>
                <a:cubicBezTo>
                  <a:pt x="632721" y="864553"/>
                  <a:pt x="640404" y="864426"/>
                  <a:pt x="649929" y="864426"/>
                </a:cubicBezTo>
                <a:close/>
                <a:moveTo>
                  <a:pt x="68523" y="162941"/>
                </a:moveTo>
                <a:cubicBezTo>
                  <a:pt x="68523" y="164402"/>
                  <a:pt x="68142" y="166370"/>
                  <a:pt x="68142" y="168275"/>
                </a:cubicBezTo>
                <a:cubicBezTo>
                  <a:pt x="68142" y="225425"/>
                  <a:pt x="67507" y="282575"/>
                  <a:pt x="68460" y="339725"/>
                </a:cubicBezTo>
                <a:cubicBezTo>
                  <a:pt x="68770" y="363686"/>
                  <a:pt x="71064" y="387580"/>
                  <a:pt x="75318" y="411162"/>
                </a:cubicBezTo>
                <a:cubicBezTo>
                  <a:pt x="81668" y="445326"/>
                  <a:pt x="97289" y="474662"/>
                  <a:pt x="127325" y="494665"/>
                </a:cubicBezTo>
                <a:cubicBezTo>
                  <a:pt x="150463" y="508873"/>
                  <a:pt x="176305" y="518107"/>
                  <a:pt x="203207" y="521780"/>
                </a:cubicBezTo>
                <a:cubicBezTo>
                  <a:pt x="246514" y="529273"/>
                  <a:pt x="290265" y="527621"/>
                  <a:pt x="333889" y="527558"/>
                </a:cubicBezTo>
                <a:cubicBezTo>
                  <a:pt x="334936" y="527411"/>
                  <a:pt x="335960" y="527133"/>
                  <a:pt x="336937" y="526732"/>
                </a:cubicBezTo>
                <a:lnTo>
                  <a:pt x="336938" y="162243"/>
                </a:lnTo>
                <a:lnTo>
                  <a:pt x="202508" y="295021"/>
                </a:lnTo>
                <a:close/>
              </a:path>
            </a:pathLst>
          </a:custGeom>
          <a:solidFill>
            <a:schemeClr val="accent1"/>
          </a:solidFill>
          <a:ln w="6350" cap="flat">
            <a:noFill/>
            <a:prstDash val="solid"/>
            <a:miter/>
          </a:ln>
        </p:spPr>
        <p:txBody>
          <a:bodyPr rtlCol="0" anchor="ctr"/>
          <a:lstStyle/>
          <a:p>
            <a:endParaRPr lang="en-GB"/>
          </a:p>
        </p:txBody>
      </p:sp>
    </p:spTree>
    <p:extLst>
      <p:ext uri="{BB962C8B-B14F-4D97-AF65-F5344CB8AC3E}">
        <p14:creationId xmlns:p14="http://schemas.microsoft.com/office/powerpoint/2010/main" val="2786887003"/>
      </p:ext>
    </p:extLst>
  </p:cSld>
  <p:clrMapOvr>
    <a:masterClrMapping/>
  </p:clrMapOvr>
  <p:extLst>
    <p:ext uri="{DCECCB84-F9BA-43D5-87BE-67443E8EF086}">
      <p15:sldGuideLst xmlns:p15="http://schemas.microsoft.com/office/powerpoint/2012/main">
        <p15:guide id="1" pos="3840">
          <p15:clr>
            <a:srgbClr val="FBAE40"/>
          </p15:clr>
        </p15:guide>
        <p15:guide id="2" orient="horz" pos="1457">
          <p15:clr>
            <a:srgbClr val="FBAE40"/>
          </p15:clr>
        </p15:guide>
        <p15:guide id="3" orient="horz" pos="3634">
          <p15:clr>
            <a:srgbClr val="FBAE40"/>
          </p15:clr>
        </p15:guide>
      </p15:sldGuideLst>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preserve="1" userDrawn="1">
  <p:cSld name="4_01 Section Divider">
    <p:bg>
      <p:bgPr>
        <a:solidFill>
          <a:schemeClr val="tx1"/>
        </a:solidFill>
        <a:effectLst/>
      </p:bgPr>
    </p:bg>
    <p:spTree>
      <p:nvGrpSpPr>
        <p:cNvPr id="1" name=""/>
        <p:cNvGrpSpPr/>
        <p:nvPr/>
      </p:nvGrpSpPr>
      <p:grpSpPr>
        <a:xfrm>
          <a:off x="0" y="0"/>
          <a:ext cx="0" cy="0"/>
          <a:chOff x="0" y="0"/>
          <a:chExt cx="0" cy="0"/>
        </a:xfrm>
      </p:grpSpPr>
      <p:sp>
        <p:nvSpPr>
          <p:cNvPr id="5" name="Rectangle 4"/>
          <p:cNvSpPr/>
          <p:nvPr userDrawn="1"/>
        </p:nvSpPr>
        <p:spPr>
          <a:xfrm>
            <a:off x="-609" y="0"/>
            <a:ext cx="12192609" cy="6858000"/>
          </a:xfrm>
          <a:prstGeom prst="rect">
            <a:avLst/>
          </a:prstGeom>
          <a:solidFill>
            <a:srgbClr val="28CFF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2" name="object 3">
            <a:extLst>
              <a:ext uri="{FF2B5EF4-FFF2-40B4-BE49-F238E27FC236}">
                <a16:creationId xmlns:a16="http://schemas.microsoft.com/office/drawing/2014/main" id="{3344A4B7-0EC8-AD4A-8611-5B12AB419DC2}"/>
              </a:ext>
            </a:extLst>
          </p:cNvPr>
          <p:cNvSpPr/>
          <p:nvPr userDrawn="1"/>
        </p:nvSpPr>
        <p:spPr>
          <a:xfrm>
            <a:off x="0" y="0"/>
            <a:ext cx="11808125" cy="4657785"/>
          </a:xfrm>
          <a:custGeom>
            <a:avLst/>
            <a:gdLst/>
            <a:ahLst/>
            <a:cxnLst/>
            <a:rect l="l" t="t" r="r" b="b"/>
            <a:pathLst>
              <a:path w="15645765" h="6171565">
                <a:moveTo>
                  <a:pt x="12954792" y="0"/>
                </a:moveTo>
                <a:lnTo>
                  <a:pt x="9989330" y="0"/>
                </a:lnTo>
                <a:lnTo>
                  <a:pt x="11612737" y="1621505"/>
                </a:lnTo>
                <a:lnTo>
                  <a:pt x="11603898" y="1638231"/>
                </a:lnTo>
                <a:lnTo>
                  <a:pt x="0" y="1638231"/>
                </a:lnTo>
                <a:lnTo>
                  <a:pt x="0" y="3701600"/>
                </a:lnTo>
                <a:lnTo>
                  <a:pt x="11623393" y="3701600"/>
                </a:lnTo>
                <a:lnTo>
                  <a:pt x="9157358" y="6164994"/>
                </a:lnTo>
                <a:lnTo>
                  <a:pt x="9229199" y="6169201"/>
                </a:lnTo>
                <a:lnTo>
                  <a:pt x="9246778" y="6169604"/>
                </a:lnTo>
                <a:lnTo>
                  <a:pt x="12044487" y="6171255"/>
                </a:lnTo>
                <a:lnTo>
                  <a:pt x="12085365" y="6167625"/>
                </a:lnTo>
                <a:lnTo>
                  <a:pt x="12120998" y="6156469"/>
                </a:lnTo>
                <a:lnTo>
                  <a:pt x="12153240" y="6137640"/>
                </a:lnTo>
                <a:lnTo>
                  <a:pt x="12183945" y="6110993"/>
                </a:lnTo>
                <a:lnTo>
                  <a:pt x="15546143" y="2748262"/>
                </a:lnTo>
                <a:lnTo>
                  <a:pt x="15566761" y="2730440"/>
                </a:lnTo>
                <a:lnTo>
                  <a:pt x="15590311" y="2713899"/>
                </a:lnTo>
                <a:lnTo>
                  <a:pt x="15616627" y="2696820"/>
                </a:lnTo>
                <a:lnTo>
                  <a:pt x="15645546" y="2677383"/>
                </a:lnTo>
                <a:lnTo>
                  <a:pt x="15617183" y="2654144"/>
                </a:lnTo>
                <a:lnTo>
                  <a:pt x="15594873" y="2636172"/>
                </a:lnTo>
                <a:lnTo>
                  <a:pt x="15577002" y="2621305"/>
                </a:lnTo>
                <a:lnTo>
                  <a:pt x="15561955" y="2607381"/>
                </a:lnTo>
                <a:lnTo>
                  <a:pt x="12954792" y="0"/>
                </a:lnTo>
                <a:close/>
              </a:path>
            </a:pathLst>
          </a:custGeom>
          <a:solidFill>
            <a:srgbClr val="004050"/>
          </a:solidFill>
        </p:spPr>
        <p:txBody>
          <a:bodyPr wrap="square" lIns="0" tIns="0" rIns="0" bIns="0" rtlCol="0"/>
          <a:lstStyle/>
          <a:p>
            <a:endParaRPr sz="1029"/>
          </a:p>
        </p:txBody>
      </p:sp>
      <p:sp>
        <p:nvSpPr>
          <p:cNvPr id="11"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376238" y="2779800"/>
            <a:ext cx="5627171" cy="1682133"/>
          </a:xfrm>
        </p:spPr>
        <p:txBody>
          <a:bodyPr anchor="b" anchorCtr="0">
            <a:noAutofit/>
          </a:bodyPr>
          <a:lstStyle>
            <a:lvl1pPr algn="l">
              <a:lnSpc>
                <a:spcPts val="6000"/>
              </a:lnSpc>
              <a:defRPr sz="3600" spc="60" baseline="0">
                <a:solidFill>
                  <a:srgbClr val="004050"/>
                </a:solidFill>
              </a:defRPr>
            </a:lvl1pPr>
          </a:lstStyle>
          <a:p>
            <a:r>
              <a:rPr lang="en-US" noProof="0" dirty="0"/>
              <a:t>CLICK TO EDIT MASTER TITLE STYLE</a:t>
            </a:r>
            <a:endParaRPr lang="en-GB" noProof="0" dirty="0"/>
          </a:p>
        </p:txBody>
      </p:sp>
      <p:pic>
        <p:nvPicPr>
          <p:cNvPr id="6" name="Graphic 29">
            <a:extLst>
              <a:ext uri="{FF2B5EF4-FFF2-40B4-BE49-F238E27FC236}">
                <a16:creationId xmlns:a16="http://schemas.microsoft.com/office/drawing/2014/main" id="{572E6A4A-143B-E94B-A1BF-29C50E635AE7}"/>
              </a:ext>
            </a:extLst>
          </p:cNvPr>
          <p:cNvPicPr>
            <a:picLocks noChangeAspect="1"/>
          </p:cNvPicPr>
          <p:nvPr userDrawn="1"/>
        </p:nvPicPr>
        <p:blipFill>
          <a:blip>
            <a:extLst>
              <a:ext uri="{28A0092B-C50C-407E-A947-70E740481C1C}">
                <a14:useLocalDpi xmlns:a14="http://schemas.microsoft.com/office/drawing/2010/main" val="0"/>
              </a:ext>
            </a:extLst>
          </a:blip>
          <a:stretch>
            <a:fillRect/>
          </a:stretch>
        </p:blipFill>
        <p:spPr>
          <a:xfrm>
            <a:off x="280405" y="399619"/>
            <a:ext cx="857393" cy="522401"/>
          </a:xfrm>
          <a:prstGeom prst="rect">
            <a:avLst/>
          </a:prstGeom>
        </p:spPr>
      </p:pic>
      <p:sp>
        <p:nvSpPr>
          <p:cNvPr id="7" name="Rectangle 6"/>
          <p:cNvSpPr/>
          <p:nvPr userDrawn="1"/>
        </p:nvSpPr>
        <p:spPr>
          <a:xfrm>
            <a:off x="758190" y="769620"/>
            <a:ext cx="379608" cy="110490"/>
          </a:xfrm>
          <a:prstGeom prst="rect">
            <a:avLst/>
          </a:prstGeom>
          <a:solidFill>
            <a:srgbClr val="28CFF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2116144841"/>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preserve="1" userDrawn="1">
  <p:cSld name="7_Text Slide - With side bar C1">
    <p:spTree>
      <p:nvGrpSpPr>
        <p:cNvPr id="1" name=""/>
        <p:cNvGrpSpPr/>
        <p:nvPr/>
      </p:nvGrpSpPr>
      <p:grpSpPr>
        <a:xfrm>
          <a:off x="0" y="0"/>
          <a:ext cx="0" cy="0"/>
          <a:chOff x="0" y="0"/>
          <a:chExt cx="0" cy="0"/>
        </a:xfrm>
      </p:grpSpPr>
      <p:sp>
        <p:nvSpPr>
          <p:cNvPr id="6" name="Rectangle 5"/>
          <p:cNvSpPr/>
          <p:nvPr userDrawn="1"/>
        </p:nvSpPr>
        <p:spPr>
          <a:xfrm>
            <a:off x="-1" y="0"/>
            <a:ext cx="4070352" cy="6858000"/>
          </a:xfrm>
          <a:prstGeom prst="rect">
            <a:avLst/>
          </a:prstGeom>
          <a:solidFill>
            <a:srgbClr val="28CFF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 name="Text Placeholder 2"/>
          <p:cNvSpPr>
            <a:spLocks noGrp="1"/>
          </p:cNvSpPr>
          <p:nvPr>
            <p:ph type="body" sz="quarter" idx="10" hasCustomPrompt="1"/>
          </p:nvPr>
        </p:nvSpPr>
        <p:spPr>
          <a:xfrm>
            <a:off x="384784" y="1349984"/>
            <a:ext cx="3443732" cy="2751998"/>
          </a:xfrm>
        </p:spPr>
        <p:txBody>
          <a:bodyPr/>
          <a:lstStyle>
            <a:lvl1pPr marL="0" indent="0">
              <a:lnSpc>
                <a:spcPct val="90000"/>
              </a:lnSpc>
              <a:spcAft>
                <a:spcPts val="0"/>
              </a:spcAft>
              <a:buFont typeface="Arial" panose="020B0604020202020204" pitchFamily="34" charset="0"/>
              <a:buNone/>
              <a:defRPr sz="3600" cap="all" spc="60" baseline="0">
                <a:solidFill>
                  <a:srgbClr val="004050"/>
                </a:solidFill>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slide title to sit here</a:t>
            </a:r>
          </a:p>
        </p:txBody>
      </p:sp>
      <p:sp>
        <p:nvSpPr>
          <p:cNvPr id="9" name="Text Placeholder 4"/>
          <p:cNvSpPr>
            <a:spLocks noGrp="1"/>
          </p:cNvSpPr>
          <p:nvPr>
            <p:ph type="body" sz="quarter" idx="15" hasCustomPrompt="1"/>
          </p:nvPr>
        </p:nvSpPr>
        <p:spPr>
          <a:xfrm>
            <a:off x="5037138" y="1349984"/>
            <a:ext cx="5803900" cy="4094163"/>
          </a:xfrm>
        </p:spPr>
        <p:txBody>
          <a:bodyPr/>
          <a:lstStyle>
            <a:lvl1pPr marL="0" indent="0">
              <a:lnSpc>
                <a:spcPct val="100000"/>
              </a:lnSpc>
              <a:buFont typeface="Arial" panose="020B0604020202020204" pitchFamily="34" charset="0"/>
              <a:buNone/>
              <a:defRPr sz="2000" b="0"/>
            </a:lvl1pPr>
            <a:lvl2pPr marL="180000" indent="-180000">
              <a:buFont typeface="Arial" panose="020B0604020202020204" pitchFamily="34" charset="0"/>
              <a:buChar char="•"/>
              <a:defRPr sz="2000"/>
            </a:lvl2pPr>
            <a:lvl3pPr marL="180000" indent="-180000">
              <a:buFont typeface="Arial" panose="020B0604020202020204" pitchFamily="34" charset="0"/>
              <a:buChar char="•"/>
              <a:defRPr/>
            </a:lvl3pPr>
            <a:lvl4pPr marL="180000" indent="-180000">
              <a:buFont typeface="Arial" panose="020B0604020202020204" pitchFamily="34" charset="0"/>
              <a:buChar char="•"/>
              <a:defRPr/>
            </a:lvl4pPr>
            <a:lvl5pPr marL="180000" indent="-180000">
              <a:buFont typeface="Arial" panose="020B0604020202020204" pitchFamily="34" charset="0"/>
              <a:buChar cha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t>
            </a:r>
            <a:r>
              <a:rPr lang="en-US" dirty="0" err="1"/>
              <a:t>sed</a:t>
            </a:r>
            <a:r>
              <a:rPr lang="en-US" dirty="0"/>
              <a:t> </a:t>
            </a:r>
            <a:r>
              <a:rPr lang="en-US" dirty="0" err="1"/>
              <a:t>diam</a:t>
            </a:r>
            <a:r>
              <a:rPr lang="en-US" dirty="0"/>
              <a:t> </a:t>
            </a:r>
            <a:r>
              <a:rPr lang="en-US" dirty="0" err="1"/>
              <a:t>nonummy</a:t>
            </a:r>
            <a:r>
              <a:rPr lang="en-US" dirty="0"/>
              <a:t> </a:t>
            </a:r>
            <a:r>
              <a:rPr lang="en-US" dirty="0" err="1"/>
              <a:t>nibh</a:t>
            </a:r>
            <a:r>
              <a:rPr lang="en-US" dirty="0"/>
              <a:t> </a:t>
            </a:r>
            <a:r>
              <a:rPr lang="en-US" dirty="0" err="1"/>
              <a:t>laoreet</a:t>
            </a:r>
            <a:r>
              <a:rPr lang="en-US" dirty="0"/>
              <a:t> </a:t>
            </a:r>
            <a:r>
              <a:rPr lang="en-US" dirty="0" err="1"/>
              <a:t>dolore</a:t>
            </a:r>
            <a:r>
              <a:rPr lang="en-US" dirty="0"/>
              <a:t> magna.</a:t>
            </a:r>
          </a:p>
          <a:p>
            <a:pPr lvl="1"/>
            <a:r>
              <a:rPr lang="en-US" dirty="0"/>
              <a:t>Second level</a:t>
            </a:r>
          </a:p>
        </p:txBody>
      </p:sp>
      <p:sp>
        <p:nvSpPr>
          <p:cNvPr id="11" name="Freeform 10">
            <a:extLst>
              <a:ext uri="{FF2B5EF4-FFF2-40B4-BE49-F238E27FC236}">
                <a16:creationId xmlns:a16="http://schemas.microsoft.com/office/drawing/2014/main" id="{35B5D0DF-4895-DB4F-85D9-C3FFDE55B8C8}"/>
              </a:ext>
            </a:extLst>
          </p:cNvPr>
          <p:cNvSpPr/>
          <p:nvPr userDrawn="1"/>
        </p:nvSpPr>
        <p:spPr>
          <a:xfrm>
            <a:off x="384784" y="4708688"/>
            <a:ext cx="4136901" cy="1728688"/>
          </a:xfrm>
          <a:custGeom>
            <a:avLst/>
            <a:gdLst>
              <a:gd name="connsiteX0" fmla="*/ 1041083 w 1035050"/>
              <a:gd name="connsiteY0" fmla="*/ 232283 h 527050"/>
              <a:gd name="connsiteX1" fmla="*/ 1041083 w 1035050"/>
              <a:gd name="connsiteY1" fmla="*/ 300545 h 527050"/>
              <a:gd name="connsiteX2" fmla="*/ 807403 w 1035050"/>
              <a:gd name="connsiteY2" fmla="*/ 532448 h 527050"/>
              <a:gd name="connsiteX3" fmla="*/ 738569 w 1035050"/>
              <a:gd name="connsiteY3" fmla="*/ 532448 h 527050"/>
              <a:gd name="connsiteX4" fmla="*/ 849249 w 1035050"/>
              <a:gd name="connsiteY4" fmla="*/ 300545 h 527050"/>
              <a:gd name="connsiteX5" fmla="*/ 564071 w 1035050"/>
              <a:gd name="connsiteY5" fmla="*/ 300545 h 527050"/>
              <a:gd name="connsiteX6" fmla="*/ 330454 w 1035050"/>
              <a:gd name="connsiteY6" fmla="*/ 532448 h 527050"/>
              <a:gd name="connsiteX7" fmla="*/ 261430 w 1035050"/>
              <a:gd name="connsiteY7" fmla="*/ 532448 h 527050"/>
              <a:gd name="connsiteX8" fmla="*/ 355854 w 1035050"/>
              <a:gd name="connsiteY8" fmla="*/ 314769 h 527050"/>
              <a:gd name="connsiteX9" fmla="*/ 202819 w 1035050"/>
              <a:gd name="connsiteY9" fmla="*/ 532448 h 527050"/>
              <a:gd name="connsiteX10" fmla="*/ 134049 w 1035050"/>
              <a:gd name="connsiteY10" fmla="*/ 532448 h 527050"/>
              <a:gd name="connsiteX11" fmla="*/ 232220 w 1035050"/>
              <a:gd name="connsiteY11" fmla="*/ 311277 h 527050"/>
              <a:gd name="connsiteX12" fmla="*/ 68771 w 1035050"/>
              <a:gd name="connsiteY12" fmla="*/ 532448 h 527050"/>
              <a:gd name="connsiteX13" fmla="*/ 0 w 1035050"/>
              <a:gd name="connsiteY13" fmla="*/ 532448 h 527050"/>
              <a:gd name="connsiteX14" fmla="*/ 162751 w 1035050"/>
              <a:gd name="connsiteY14" fmla="*/ 266192 h 527050"/>
              <a:gd name="connsiteX15" fmla="*/ 0 w 1035050"/>
              <a:gd name="connsiteY15" fmla="*/ 0 h 527050"/>
              <a:gd name="connsiteX16" fmla="*/ 68771 w 1035050"/>
              <a:gd name="connsiteY16" fmla="*/ 0 h 527050"/>
              <a:gd name="connsiteX17" fmla="*/ 231712 w 1035050"/>
              <a:gd name="connsiteY17" fmla="*/ 221107 h 527050"/>
              <a:gd name="connsiteX18" fmla="*/ 134049 w 1035050"/>
              <a:gd name="connsiteY18" fmla="*/ 381 h 527050"/>
              <a:gd name="connsiteX19" fmla="*/ 202819 w 1035050"/>
              <a:gd name="connsiteY19" fmla="*/ 381 h 527050"/>
              <a:gd name="connsiteX20" fmla="*/ 355918 w 1035050"/>
              <a:gd name="connsiteY20" fmla="*/ 218059 h 527050"/>
              <a:gd name="connsiteX21" fmla="*/ 261430 w 1035050"/>
              <a:gd name="connsiteY21" fmla="*/ 381 h 527050"/>
              <a:gd name="connsiteX22" fmla="*/ 330264 w 1035050"/>
              <a:gd name="connsiteY22" fmla="*/ 381 h 527050"/>
              <a:gd name="connsiteX23" fmla="*/ 564071 w 1035050"/>
              <a:gd name="connsiteY23" fmla="*/ 232283 h 527050"/>
              <a:gd name="connsiteX24" fmla="*/ 849440 w 1035050"/>
              <a:gd name="connsiteY24" fmla="*/ 232283 h 527050"/>
              <a:gd name="connsiteX25" fmla="*/ 738759 w 1035050"/>
              <a:gd name="connsiteY25" fmla="*/ 381 h 527050"/>
              <a:gd name="connsiteX26" fmla="*/ 807593 w 1035050"/>
              <a:gd name="connsiteY26" fmla="*/ 381 h 527050"/>
              <a:gd name="connsiteX27" fmla="*/ 1041083 w 1035050"/>
              <a:gd name="connsiteY27" fmla="*/ 232283 h 5270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1035050" h="527050">
                <a:moveTo>
                  <a:pt x="1041083" y="232283"/>
                </a:moveTo>
                <a:lnTo>
                  <a:pt x="1041083" y="300545"/>
                </a:lnTo>
                <a:cubicBezTo>
                  <a:pt x="912573" y="300194"/>
                  <a:pt x="808032" y="403939"/>
                  <a:pt x="807403" y="532448"/>
                </a:cubicBezTo>
                <a:lnTo>
                  <a:pt x="738569" y="532448"/>
                </a:lnTo>
                <a:cubicBezTo>
                  <a:pt x="738665" y="442426"/>
                  <a:pt x="779322" y="357240"/>
                  <a:pt x="849249" y="300545"/>
                </a:cubicBezTo>
                <a:lnTo>
                  <a:pt x="564071" y="300545"/>
                </a:lnTo>
                <a:cubicBezTo>
                  <a:pt x="435571" y="300194"/>
                  <a:pt x="331049" y="403949"/>
                  <a:pt x="330454" y="532448"/>
                </a:cubicBezTo>
                <a:lnTo>
                  <a:pt x="261430" y="532448"/>
                </a:lnTo>
                <a:cubicBezTo>
                  <a:pt x="261469" y="449957"/>
                  <a:pt x="295649" y="371162"/>
                  <a:pt x="355854" y="314769"/>
                </a:cubicBezTo>
                <a:cubicBezTo>
                  <a:pt x="264255" y="348074"/>
                  <a:pt x="203155" y="434982"/>
                  <a:pt x="202819" y="532448"/>
                </a:cubicBezTo>
                <a:lnTo>
                  <a:pt x="134049" y="532448"/>
                </a:lnTo>
                <a:cubicBezTo>
                  <a:pt x="134077" y="448170"/>
                  <a:pt x="169736" y="367833"/>
                  <a:pt x="232220" y="311277"/>
                </a:cubicBezTo>
                <a:cubicBezTo>
                  <a:pt x="135308" y="341431"/>
                  <a:pt x="69149" y="430954"/>
                  <a:pt x="68771" y="532448"/>
                </a:cubicBezTo>
                <a:lnTo>
                  <a:pt x="0" y="532448"/>
                </a:lnTo>
                <a:cubicBezTo>
                  <a:pt x="242" y="420258"/>
                  <a:pt x="63014" y="317565"/>
                  <a:pt x="162751" y="266192"/>
                </a:cubicBezTo>
                <a:cubicBezTo>
                  <a:pt x="63024" y="214841"/>
                  <a:pt x="251" y="112170"/>
                  <a:pt x="0" y="0"/>
                </a:cubicBezTo>
                <a:lnTo>
                  <a:pt x="68771" y="0"/>
                </a:lnTo>
                <a:cubicBezTo>
                  <a:pt x="69086" y="101339"/>
                  <a:pt x="135011" y="190797"/>
                  <a:pt x="231712" y="221107"/>
                </a:cubicBezTo>
                <a:cubicBezTo>
                  <a:pt x="169531" y="164565"/>
                  <a:pt x="134072" y="84425"/>
                  <a:pt x="134049" y="381"/>
                </a:cubicBezTo>
                <a:lnTo>
                  <a:pt x="202819" y="381"/>
                </a:lnTo>
                <a:cubicBezTo>
                  <a:pt x="203128" y="97875"/>
                  <a:pt x="264269" y="184807"/>
                  <a:pt x="355918" y="218059"/>
                </a:cubicBezTo>
                <a:cubicBezTo>
                  <a:pt x="295689" y="161678"/>
                  <a:pt x="261486" y="82882"/>
                  <a:pt x="261430" y="381"/>
                </a:cubicBezTo>
                <a:lnTo>
                  <a:pt x="330264" y="381"/>
                </a:lnTo>
                <a:cubicBezTo>
                  <a:pt x="330893" y="128940"/>
                  <a:pt x="435511" y="232705"/>
                  <a:pt x="564071" y="232283"/>
                </a:cubicBezTo>
                <a:lnTo>
                  <a:pt x="849440" y="232283"/>
                </a:lnTo>
                <a:cubicBezTo>
                  <a:pt x="779505" y="175595"/>
                  <a:pt x="738847" y="90405"/>
                  <a:pt x="738759" y="381"/>
                </a:cubicBezTo>
                <a:lnTo>
                  <a:pt x="807593" y="381"/>
                </a:lnTo>
                <a:cubicBezTo>
                  <a:pt x="808223" y="128815"/>
                  <a:pt x="912647" y="232530"/>
                  <a:pt x="1041083" y="232283"/>
                </a:cubicBezTo>
                <a:close/>
              </a:path>
            </a:pathLst>
          </a:custGeom>
          <a:solidFill>
            <a:srgbClr val="004050"/>
          </a:solidFill>
          <a:ln w="6350" cap="flat">
            <a:noFill/>
            <a:prstDash val="solid"/>
            <a:miter/>
          </a:ln>
        </p:spPr>
        <p:txBody>
          <a:bodyPr rtlCol="0" anchor="ctr"/>
          <a:lstStyle/>
          <a:p>
            <a:endParaRPr lang="en-GB"/>
          </a:p>
        </p:txBody>
      </p:sp>
    </p:spTree>
    <p:extLst>
      <p:ext uri="{BB962C8B-B14F-4D97-AF65-F5344CB8AC3E}">
        <p14:creationId xmlns:p14="http://schemas.microsoft.com/office/powerpoint/2010/main" val="274887005"/>
      </p:ext>
    </p:extLst>
  </p:cSld>
  <p:clrMapOvr>
    <a:masterClrMapping/>
  </p:clrMapOvr>
  <p:extLst>
    <p:ext uri="{DCECCB84-F9BA-43D5-87BE-67443E8EF086}">
      <p15:sldGuideLst xmlns:p15="http://schemas.microsoft.com/office/powerpoint/2012/main">
        <p15:guide id="1" orient="horz" pos="845">
          <p15:clr>
            <a:srgbClr val="FBAE40"/>
          </p15:clr>
        </p15:guide>
      </p15:sldGuideLst>
    </p:ext>
  </p:extLst>
</p:sldLayout>
</file>

<file path=ppt/slideLayouts/slideLayout14.xml><?xml version="1.0" encoding="utf-8"?>
<p:sldLayout xmlns:a="http://schemas.openxmlformats.org/drawingml/2006/main" xmlns:r="http://schemas.openxmlformats.org/officeDocument/2006/relationships" xmlns:p="http://schemas.openxmlformats.org/presentationml/2006/main" showMasterSp="0" preserve="1" userDrawn="1">
  <p:cSld name="7_Text Slide A">
    <p:spTree>
      <p:nvGrpSpPr>
        <p:cNvPr id="1" name=""/>
        <p:cNvGrpSpPr/>
        <p:nvPr/>
      </p:nvGrpSpPr>
      <p:grpSpPr>
        <a:xfrm>
          <a:off x="0" y="0"/>
          <a:ext cx="0" cy="0"/>
          <a:chOff x="0" y="0"/>
          <a:chExt cx="0" cy="0"/>
        </a:xfrm>
      </p:grpSpPr>
      <p:sp>
        <p:nvSpPr>
          <p:cNvPr id="11" name="Text Placeholder 2"/>
          <p:cNvSpPr>
            <a:spLocks noGrp="1"/>
          </p:cNvSpPr>
          <p:nvPr>
            <p:ph type="body" sz="quarter" idx="10" hasCustomPrompt="1"/>
          </p:nvPr>
        </p:nvSpPr>
        <p:spPr>
          <a:xfrm>
            <a:off x="384784" y="1242034"/>
            <a:ext cx="3694112" cy="2917842"/>
          </a:xfrm>
        </p:spPr>
        <p:txBody>
          <a:bodyPr anchor="b"/>
          <a:lstStyle>
            <a:lvl1pPr marL="0" indent="0">
              <a:lnSpc>
                <a:spcPct val="100000"/>
              </a:lnSpc>
              <a:spcAft>
                <a:spcPts val="0"/>
              </a:spcAft>
              <a:buFont typeface="Arial" panose="020B0604020202020204" pitchFamily="34" charset="0"/>
              <a:buNone/>
              <a:defRPr sz="3600" cap="none" baseline="0">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Click to </a:t>
            </a:r>
            <a:br>
              <a:rPr lang="en-US" dirty="0"/>
            </a:br>
            <a:r>
              <a:rPr lang="en-US" dirty="0"/>
              <a:t>edit slide title</a:t>
            </a:r>
          </a:p>
        </p:txBody>
      </p:sp>
      <p:sp>
        <p:nvSpPr>
          <p:cNvPr id="18" name="Text Placeholder 4"/>
          <p:cNvSpPr>
            <a:spLocks noGrp="1"/>
          </p:cNvSpPr>
          <p:nvPr>
            <p:ph type="body" sz="quarter" idx="11" hasCustomPrompt="1"/>
          </p:nvPr>
        </p:nvSpPr>
        <p:spPr>
          <a:xfrm>
            <a:off x="6098146" y="579549"/>
            <a:ext cx="5718225" cy="5899039"/>
          </a:xfrm>
        </p:spPr>
        <p:txBody>
          <a:bodyPr/>
          <a:lstStyle>
            <a:lvl1pPr marL="0" indent="0">
              <a:buFont typeface="Arial" panose="020B0604020202020204" pitchFamily="34" charset="0"/>
              <a:buNone/>
              <a:defRPr sz="2000" b="0"/>
            </a:lvl1pPr>
            <a:lvl2pPr marL="180000" marR="0" indent="-180000" algn="l" defTabSz="914400" rtl="0" eaLnBrk="1" fontAlgn="auto" latinLnBrk="0" hangingPunct="1">
              <a:lnSpc>
                <a:spcPct val="100000"/>
              </a:lnSpc>
              <a:spcBef>
                <a:spcPts val="0"/>
              </a:spcBef>
              <a:spcAft>
                <a:spcPts val="1200"/>
              </a:spcAft>
              <a:buClrTx/>
              <a:buSzPct val="125000"/>
              <a:buFont typeface="Arial" panose="020B0604020202020204" pitchFamily="34" charset="0"/>
              <a:buChar char="•"/>
              <a:tabLst/>
              <a:defRPr sz="2000"/>
            </a:lvl2pPr>
            <a:lvl3pPr marL="180000" indent="-180000">
              <a:buFont typeface="Arial" panose="020B0604020202020204" pitchFamily="34" charset="0"/>
              <a:buChar char="•"/>
              <a:defRPr sz="2000"/>
            </a:lvl3pPr>
            <a:lvl4pPr marL="180000" indent="-180000">
              <a:buFont typeface="Arial" panose="020B0604020202020204" pitchFamily="34" charset="0"/>
              <a:buChar char="•"/>
              <a:defRPr/>
            </a:lvl4pPr>
            <a:lvl5pPr marL="180000" indent="-180000">
              <a:buFont typeface="Arial" panose="020B0604020202020204" pitchFamily="34" charset="0"/>
              <a:buChar char="•"/>
              <a:defRPr/>
            </a:lvl5pPr>
          </a:lstStyle>
          <a:p>
            <a:pPr lvl="0"/>
            <a:r>
              <a:rPr lang="en-US" dirty="0"/>
              <a:t>Edit text</a:t>
            </a:r>
          </a:p>
          <a:p>
            <a:pPr lvl="1"/>
            <a:r>
              <a:rPr lang="en-US" dirty="0"/>
              <a:t>Second level</a:t>
            </a:r>
          </a:p>
          <a:p>
            <a:pPr lvl="2"/>
            <a:r>
              <a:rPr lang="en-GB" dirty="0"/>
              <a:t>Third level</a:t>
            </a:r>
          </a:p>
          <a:p>
            <a:pPr lvl="2"/>
            <a:r>
              <a:rPr lang="en-GB" dirty="0"/>
              <a:t>Fourth level</a:t>
            </a:r>
          </a:p>
          <a:p>
            <a:pPr lvl="2"/>
            <a:r>
              <a:rPr lang="en-GB" dirty="0"/>
              <a:t>Fifth level</a:t>
            </a:r>
          </a:p>
        </p:txBody>
      </p:sp>
      <p:grpSp>
        <p:nvGrpSpPr>
          <p:cNvPr id="21" name="Group 20"/>
          <p:cNvGrpSpPr/>
          <p:nvPr userDrawn="1"/>
        </p:nvGrpSpPr>
        <p:grpSpPr>
          <a:xfrm>
            <a:off x="-6058" y="3531457"/>
            <a:ext cx="5797612" cy="2365031"/>
            <a:chOff x="-2229" y="2361812"/>
            <a:chExt cx="11067619" cy="4514835"/>
          </a:xfrm>
          <a:solidFill>
            <a:srgbClr val="28CFF9"/>
          </a:solidFill>
        </p:grpSpPr>
        <p:sp>
          <p:nvSpPr>
            <p:cNvPr id="22" name="Freeform 21">
              <a:extLst>
                <a:ext uri="{FF2B5EF4-FFF2-40B4-BE49-F238E27FC236}">
                  <a16:creationId xmlns:a16="http://schemas.microsoft.com/office/drawing/2014/main" id="{2F450B4C-241D-A544-BBEF-175E01D6A139}"/>
                </a:ext>
              </a:extLst>
            </p:cNvPr>
            <p:cNvSpPr/>
            <p:nvPr userDrawn="1"/>
          </p:nvSpPr>
          <p:spPr>
            <a:xfrm>
              <a:off x="-2229" y="2361812"/>
              <a:ext cx="9087449" cy="1912558"/>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806"/>
                <a:gd name="connsiteX1" fmla="*/ 62 w 1182006"/>
                <a:gd name="connsiteY1" fmla="*/ 248806 h 248806"/>
                <a:gd name="connsiteX2" fmla="*/ 0 w 1182006"/>
                <a:gd name="connsiteY2" fmla="*/ 192497 h 248806"/>
                <a:gd name="connsiteX3" fmla="*/ 1036020 w 1182006"/>
                <a:gd name="connsiteY3" fmla="*/ 192497 h 248806"/>
                <a:gd name="connsiteX4" fmla="*/ 889335 w 1182006"/>
                <a:gd name="connsiteY4" fmla="*/ 219 h 248806"/>
                <a:gd name="connsiteX5" fmla="*/ 947374 w 1182006"/>
                <a:gd name="connsiteY5" fmla="*/ 219 h 248806"/>
                <a:gd name="connsiteX6" fmla="*/ 967630 w 1182006"/>
                <a:gd name="connsiteY6" fmla="*/ 12347 h 248806"/>
                <a:gd name="connsiteX7" fmla="*/ 1032146 w 1182006"/>
                <a:gd name="connsiteY7" fmla="*/ 105057 h 248806"/>
                <a:gd name="connsiteX8" fmla="*/ 1176165 w 1182006"/>
                <a:gd name="connsiteY8" fmla="*/ 242090 h 248806"/>
                <a:gd name="connsiteX9" fmla="*/ 1181371 w 1182006"/>
                <a:gd name="connsiteY9" fmla="*/ 246535 h 248806"/>
                <a:gd name="connsiteX10" fmla="*/ 1182006 w 1182006"/>
                <a:gd name="connsiteY10" fmla="*/ 248186 h 2488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182006" h="248806">
                  <a:moveTo>
                    <a:pt x="1182006" y="248186"/>
                  </a:moveTo>
                  <a:lnTo>
                    <a:pt x="62" y="248806"/>
                  </a:lnTo>
                  <a:cubicBezTo>
                    <a:pt x="41" y="230036"/>
                    <a:pt x="21" y="211267"/>
                    <a:pt x="0" y="192497"/>
                  </a:cubicBezTo>
                  <a:lnTo>
                    <a:pt x="1036020" y="192497"/>
                  </a:lnTo>
                  <a:cubicBezTo>
                    <a:pt x="978171" y="134140"/>
                    <a:pt x="924895" y="74768"/>
                    <a:pt x="889335" y="219"/>
                  </a:cubicBezTo>
                  <a:cubicBezTo>
                    <a:pt x="909718" y="219"/>
                    <a:pt x="928578" y="854"/>
                    <a:pt x="947374" y="219"/>
                  </a:cubicBezTo>
                  <a:cubicBezTo>
                    <a:pt x="956166" y="-1141"/>
                    <a:pt x="964678" y="3956"/>
                    <a:pt x="967630" y="12347"/>
                  </a:cubicBezTo>
                  <a:cubicBezTo>
                    <a:pt x="985192" y="45816"/>
                    <a:pt x="1006865" y="76961"/>
                    <a:pt x="1032146" y="105057"/>
                  </a:cubicBezTo>
                  <a:cubicBezTo>
                    <a:pt x="1075774" y="155126"/>
                    <a:pt x="1123990" y="201004"/>
                    <a:pt x="1176165" y="242090"/>
                  </a:cubicBezTo>
                  <a:cubicBezTo>
                    <a:pt x="1177943" y="243551"/>
                    <a:pt x="1179720" y="245011"/>
                    <a:pt x="1181371" y="246535"/>
                  </a:cubicBezTo>
                  <a:cubicBezTo>
                    <a:pt x="1181689" y="246599"/>
                    <a:pt x="1181689" y="247170"/>
                    <a:pt x="1182006" y="248186"/>
                  </a:cubicBezTo>
                  <a:close/>
                </a:path>
              </a:pathLst>
            </a:custGeom>
            <a:grpFill/>
            <a:ln w="6350" cap="flat">
              <a:noFill/>
              <a:prstDash val="solid"/>
              <a:miter/>
            </a:ln>
          </p:spPr>
          <p:txBody>
            <a:bodyPr rtlCol="0" anchor="ctr"/>
            <a:lstStyle/>
            <a:p>
              <a:endParaRPr lang="en-GB"/>
            </a:p>
          </p:txBody>
        </p:sp>
        <p:sp>
          <p:nvSpPr>
            <p:cNvPr id="23" name="Freeform 22">
              <a:extLst>
                <a:ext uri="{FF2B5EF4-FFF2-40B4-BE49-F238E27FC236}">
                  <a16:creationId xmlns:a16="http://schemas.microsoft.com/office/drawing/2014/main" id="{17BA7C41-EA1C-2F4D-90C7-EC472AB85B8A}"/>
                </a:ext>
              </a:extLst>
            </p:cNvPr>
            <p:cNvSpPr/>
            <p:nvPr/>
          </p:nvSpPr>
          <p:spPr>
            <a:xfrm>
              <a:off x="8136202" y="2367285"/>
              <a:ext cx="2929188" cy="4490714"/>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grpFill/>
            <a:ln w="6350" cap="flat">
              <a:noFill/>
              <a:prstDash val="solid"/>
              <a:miter/>
            </a:ln>
          </p:spPr>
          <p:txBody>
            <a:bodyPr rtlCol="0" anchor="ctr"/>
            <a:lstStyle/>
            <a:p>
              <a:endParaRPr lang="en-GB"/>
            </a:p>
          </p:txBody>
        </p:sp>
        <p:sp>
          <p:nvSpPr>
            <p:cNvPr id="24" name="Freeform 23">
              <a:extLst>
                <a:ext uri="{FF2B5EF4-FFF2-40B4-BE49-F238E27FC236}">
                  <a16:creationId xmlns:a16="http://schemas.microsoft.com/office/drawing/2014/main" id="{2F450B4C-241D-A544-BBEF-175E01D6A139}"/>
                </a:ext>
              </a:extLst>
            </p:cNvPr>
            <p:cNvSpPr/>
            <p:nvPr userDrawn="1"/>
          </p:nvSpPr>
          <p:spPr>
            <a:xfrm flipV="1">
              <a:off x="-467" y="4964089"/>
              <a:ext cx="9087449" cy="1912558"/>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806"/>
                <a:gd name="connsiteX1" fmla="*/ 62 w 1182006"/>
                <a:gd name="connsiteY1" fmla="*/ 248806 h 248806"/>
                <a:gd name="connsiteX2" fmla="*/ 0 w 1182006"/>
                <a:gd name="connsiteY2" fmla="*/ 192497 h 248806"/>
                <a:gd name="connsiteX3" fmla="*/ 1036020 w 1182006"/>
                <a:gd name="connsiteY3" fmla="*/ 192497 h 248806"/>
                <a:gd name="connsiteX4" fmla="*/ 889335 w 1182006"/>
                <a:gd name="connsiteY4" fmla="*/ 219 h 248806"/>
                <a:gd name="connsiteX5" fmla="*/ 947374 w 1182006"/>
                <a:gd name="connsiteY5" fmla="*/ 219 h 248806"/>
                <a:gd name="connsiteX6" fmla="*/ 967630 w 1182006"/>
                <a:gd name="connsiteY6" fmla="*/ 12347 h 248806"/>
                <a:gd name="connsiteX7" fmla="*/ 1032146 w 1182006"/>
                <a:gd name="connsiteY7" fmla="*/ 105057 h 248806"/>
                <a:gd name="connsiteX8" fmla="*/ 1176165 w 1182006"/>
                <a:gd name="connsiteY8" fmla="*/ 242090 h 248806"/>
                <a:gd name="connsiteX9" fmla="*/ 1181371 w 1182006"/>
                <a:gd name="connsiteY9" fmla="*/ 246535 h 248806"/>
                <a:gd name="connsiteX10" fmla="*/ 1182006 w 1182006"/>
                <a:gd name="connsiteY10" fmla="*/ 248186 h 2488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182006" h="248806">
                  <a:moveTo>
                    <a:pt x="1182006" y="248186"/>
                  </a:moveTo>
                  <a:lnTo>
                    <a:pt x="62" y="248806"/>
                  </a:lnTo>
                  <a:cubicBezTo>
                    <a:pt x="41" y="230036"/>
                    <a:pt x="21" y="211267"/>
                    <a:pt x="0" y="192497"/>
                  </a:cubicBezTo>
                  <a:lnTo>
                    <a:pt x="1036020" y="192497"/>
                  </a:lnTo>
                  <a:cubicBezTo>
                    <a:pt x="978171" y="134140"/>
                    <a:pt x="924895" y="74768"/>
                    <a:pt x="889335" y="219"/>
                  </a:cubicBezTo>
                  <a:cubicBezTo>
                    <a:pt x="909718" y="219"/>
                    <a:pt x="928578" y="854"/>
                    <a:pt x="947374" y="219"/>
                  </a:cubicBezTo>
                  <a:cubicBezTo>
                    <a:pt x="956166" y="-1141"/>
                    <a:pt x="964678" y="3956"/>
                    <a:pt x="967630" y="12347"/>
                  </a:cubicBezTo>
                  <a:cubicBezTo>
                    <a:pt x="985192" y="45816"/>
                    <a:pt x="1006865" y="76961"/>
                    <a:pt x="1032146" y="105057"/>
                  </a:cubicBezTo>
                  <a:cubicBezTo>
                    <a:pt x="1075774" y="155126"/>
                    <a:pt x="1123990" y="201004"/>
                    <a:pt x="1176165" y="242090"/>
                  </a:cubicBezTo>
                  <a:cubicBezTo>
                    <a:pt x="1177943" y="243551"/>
                    <a:pt x="1179720" y="245011"/>
                    <a:pt x="1181371" y="246535"/>
                  </a:cubicBezTo>
                  <a:cubicBezTo>
                    <a:pt x="1181689" y="246599"/>
                    <a:pt x="1181689" y="247170"/>
                    <a:pt x="1182006" y="248186"/>
                  </a:cubicBezTo>
                  <a:close/>
                </a:path>
              </a:pathLst>
            </a:custGeom>
            <a:grpFill/>
            <a:ln w="6350" cap="flat">
              <a:noFill/>
              <a:prstDash val="solid"/>
              <a:miter/>
            </a:ln>
          </p:spPr>
          <p:txBody>
            <a:bodyPr rtlCol="0" anchor="ctr"/>
            <a:lstStyle/>
            <a:p>
              <a:endParaRPr lang="en-GB"/>
            </a:p>
          </p:txBody>
        </p:sp>
      </p:grpSp>
    </p:spTree>
    <p:extLst>
      <p:ext uri="{BB962C8B-B14F-4D97-AF65-F5344CB8AC3E}">
        <p14:creationId xmlns:p14="http://schemas.microsoft.com/office/powerpoint/2010/main" val="822106750"/>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4_Text and Image (half screen)">
    <p:bg>
      <p:bgPr>
        <a:solidFill>
          <a:schemeClr val="bg1"/>
        </a:solidFill>
        <a:effectLst/>
      </p:bgPr>
    </p:bg>
    <p:spTree>
      <p:nvGrpSpPr>
        <p:cNvPr id="1" name=""/>
        <p:cNvGrpSpPr/>
        <p:nvPr/>
      </p:nvGrpSpPr>
      <p:grpSpPr>
        <a:xfrm>
          <a:off x="0" y="0"/>
          <a:ext cx="0" cy="0"/>
          <a:chOff x="0" y="0"/>
          <a:chExt cx="0" cy="0"/>
        </a:xfrm>
      </p:grpSpPr>
      <p:sp>
        <p:nvSpPr>
          <p:cNvPr id="10" name="Text Placeholder 7"/>
          <p:cNvSpPr>
            <a:spLocks noGrp="1"/>
          </p:cNvSpPr>
          <p:nvPr>
            <p:ph type="body" sz="quarter" idx="11" hasCustomPrompt="1"/>
          </p:nvPr>
        </p:nvSpPr>
        <p:spPr>
          <a:xfrm>
            <a:off x="373063" y="1892635"/>
            <a:ext cx="6143484" cy="4376323"/>
          </a:xfrm>
        </p:spPr>
        <p:txBody>
          <a:bodyPr/>
          <a:lstStyle>
            <a:lvl1pPr marL="0" indent="0">
              <a:lnSpc>
                <a:spcPct val="100000"/>
              </a:lnSpc>
              <a:buFont typeface="Arial" panose="020B0604020202020204" pitchFamily="34" charset="0"/>
              <a:buNone/>
              <a:defRPr sz="2000" b="0"/>
            </a:lvl1pPr>
            <a:lvl2pPr marL="171450" indent="-171450">
              <a:lnSpc>
                <a:spcPct val="100000"/>
              </a:lnSpc>
              <a:buFont typeface="Arial" panose="020B0604020202020204" pitchFamily="34" charset="0"/>
              <a:buChar char="•"/>
              <a:defRPr sz="2000" b="0"/>
            </a:lvl2pPr>
            <a:lvl3pPr>
              <a:lnSpc>
                <a:spcPct val="100000"/>
              </a:lnSpc>
              <a:defRPr sz="1800" b="0"/>
            </a:lvl3pPr>
            <a:lvl4pPr>
              <a:lnSpc>
                <a:spcPct val="100000"/>
              </a:lnSpc>
              <a:defRPr sz="1800" b="0"/>
            </a:lvl4pPr>
            <a:lvl5pPr>
              <a:lnSpc>
                <a:spcPct val="100000"/>
              </a:lnSpc>
              <a:defRPr sz="1800" b="0"/>
            </a:lvl5pPr>
          </a:lstStyle>
          <a:p>
            <a:pPr lvl="0"/>
            <a:r>
              <a:rPr lang="en-US" dirty="0"/>
              <a:t>Edit text</a:t>
            </a:r>
          </a:p>
          <a:p>
            <a:pPr lvl="1"/>
            <a:r>
              <a:rPr lang="en-US" dirty="0"/>
              <a:t>Second level</a:t>
            </a:r>
          </a:p>
          <a:p>
            <a:pPr lvl="1"/>
            <a:r>
              <a:rPr lang="en-US" dirty="0"/>
              <a:t>Third level</a:t>
            </a:r>
          </a:p>
          <a:p>
            <a:pPr lvl="1"/>
            <a:r>
              <a:rPr lang="en-US" dirty="0"/>
              <a:t>Fourth level</a:t>
            </a:r>
          </a:p>
          <a:p>
            <a:pPr lvl="1"/>
            <a:r>
              <a:rPr lang="en-US" dirty="0"/>
              <a:t>Fifth level</a:t>
            </a:r>
          </a:p>
        </p:txBody>
      </p:sp>
      <p:sp>
        <p:nvSpPr>
          <p:cNvPr id="7" name="Picture Placeholder 4">
            <a:extLst>
              <a:ext uri="{FF2B5EF4-FFF2-40B4-BE49-F238E27FC236}">
                <a16:creationId xmlns:a16="http://schemas.microsoft.com/office/drawing/2014/main" id="{749837D3-F6DB-DB49-B987-A2004B0611D5}"/>
              </a:ext>
            </a:extLst>
          </p:cNvPr>
          <p:cNvSpPr>
            <a:spLocks noGrp="1"/>
          </p:cNvSpPr>
          <p:nvPr>
            <p:ph type="pic" sz="quarter" idx="13"/>
          </p:nvPr>
        </p:nvSpPr>
        <p:spPr>
          <a:xfrm>
            <a:off x="6967959" y="0"/>
            <a:ext cx="5224040" cy="6857999"/>
          </a:xfrm>
          <a:prstGeom prst="rect">
            <a:avLst/>
          </a:prstGeom>
        </p:spPr>
        <p:txBody>
          <a:bodyPr/>
          <a:lstStyle>
            <a:lvl1pPr marL="0" indent="0">
              <a:buNone/>
              <a:defRPr/>
            </a:lvl1pPr>
          </a:lstStyle>
          <a:p>
            <a:r>
              <a:rPr lang="en-US" dirty="0"/>
              <a:t>Click icon to add picture</a:t>
            </a:r>
          </a:p>
        </p:txBody>
      </p:sp>
      <p:sp>
        <p:nvSpPr>
          <p:cNvPr id="11" name="Text Placeholder 2"/>
          <p:cNvSpPr>
            <a:spLocks noGrp="1"/>
          </p:cNvSpPr>
          <p:nvPr>
            <p:ph type="body" sz="quarter" idx="12" hasCustomPrompt="1"/>
          </p:nvPr>
        </p:nvSpPr>
        <p:spPr>
          <a:xfrm>
            <a:off x="385650" y="1147572"/>
            <a:ext cx="5123903" cy="520262"/>
          </a:xfrm>
        </p:spPr>
        <p:txBody>
          <a:bodyPr/>
          <a:lstStyle>
            <a:lvl1pPr marL="0" indent="0">
              <a:lnSpc>
                <a:spcPct val="100000"/>
              </a:lnSpc>
              <a:spcAft>
                <a:spcPts val="0"/>
              </a:spcAft>
              <a:buFont typeface="Arial" panose="020B0604020202020204" pitchFamily="34" charset="0"/>
              <a:buNone/>
              <a:defRPr sz="3600" cap="none" baseline="0">
                <a:solidFill>
                  <a:srgbClr val="004050"/>
                </a:solidFill>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Click to edit slide title</a:t>
            </a:r>
          </a:p>
        </p:txBody>
      </p:sp>
      <p:sp>
        <p:nvSpPr>
          <p:cNvPr id="5"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56421" y="6511672"/>
            <a:ext cx="785483" cy="180000"/>
          </a:xfrm>
          <a:prstGeom prst="rect">
            <a:avLst/>
          </a:prstGeom>
        </p:spPr>
        <p:txBody>
          <a:bodyPr vert="horz" lIns="0" tIns="0" rIns="0" bIns="0" rtlCol="0" anchor="b" anchorCtr="0"/>
          <a:lstStyle>
            <a:lvl1pPr algn="r">
              <a:defRPr sz="760" b="1" i="0">
                <a:solidFill>
                  <a:schemeClr val="tx1"/>
                </a:solidFill>
                <a:latin typeface="Montserrat" pitchFamily="2" charset="77"/>
              </a:defRPr>
            </a:lvl1pPr>
          </a:lstStyle>
          <a:p>
            <a:fld id="{EF892D59-8F09-EF4B-AD6D-DA609442F868}" type="slidenum">
              <a:rPr lang="en-GB" smtClean="0"/>
              <a:pPr/>
              <a:t>‹#›</a:t>
            </a:fld>
            <a:endParaRPr lang="en-GB" dirty="0"/>
          </a:p>
        </p:txBody>
      </p:sp>
      <p:sp>
        <p:nvSpPr>
          <p:cNvPr id="16" name="Freeform 15">
            <a:extLst>
              <a:ext uri="{FF2B5EF4-FFF2-40B4-BE49-F238E27FC236}">
                <a16:creationId xmlns:a16="http://schemas.microsoft.com/office/drawing/2014/main" id="{D44E23D4-CD16-B448-8F0A-11F5CE4FAB4C}"/>
              </a:ext>
            </a:extLst>
          </p:cNvPr>
          <p:cNvSpPr/>
          <p:nvPr userDrawn="1"/>
        </p:nvSpPr>
        <p:spPr>
          <a:xfrm>
            <a:off x="3229535" y="4488657"/>
            <a:ext cx="3729957" cy="2369343"/>
          </a:xfrm>
          <a:custGeom>
            <a:avLst/>
            <a:gdLst>
              <a:gd name="connsiteX0" fmla="*/ 117151 w 1009650"/>
              <a:gd name="connsiteY0" fmla="*/ 24275 h 641350"/>
              <a:gd name="connsiteX1" fmla="*/ 692 w 1009650"/>
              <a:gd name="connsiteY1" fmla="*/ 235603 h 641350"/>
              <a:gd name="connsiteX2" fmla="*/ 208781 w 1009650"/>
              <a:gd name="connsiteY2" fmla="*/ 429659 h 641350"/>
              <a:gd name="connsiteX3" fmla="*/ 350450 w 1009650"/>
              <a:gd name="connsiteY3" fmla="*/ 429659 h 641350"/>
              <a:gd name="connsiteX4" fmla="*/ 350450 w 1009650"/>
              <a:gd name="connsiteY4" fmla="*/ 641432 h 641350"/>
              <a:gd name="connsiteX5" fmla="*/ 428301 w 1009650"/>
              <a:gd name="connsiteY5" fmla="*/ 641432 h 641350"/>
              <a:gd name="connsiteX6" fmla="*/ 428301 w 1009650"/>
              <a:gd name="connsiteY6" fmla="*/ 430358 h 641350"/>
              <a:gd name="connsiteX7" fmla="*/ 777551 w 1009650"/>
              <a:gd name="connsiteY7" fmla="*/ 430358 h 641350"/>
              <a:gd name="connsiteX8" fmla="*/ 652519 w 1009650"/>
              <a:gd name="connsiteY8" fmla="*/ 640352 h 641350"/>
              <a:gd name="connsiteX9" fmla="*/ 698747 w 1009650"/>
              <a:gd name="connsiteY9" fmla="*/ 640352 h 641350"/>
              <a:gd name="connsiteX10" fmla="*/ 713225 w 1009650"/>
              <a:gd name="connsiteY10" fmla="*/ 633050 h 641350"/>
              <a:gd name="connsiteX11" fmla="*/ 864800 w 1009650"/>
              <a:gd name="connsiteY11" fmla="*/ 484206 h 641350"/>
              <a:gd name="connsiteX12" fmla="*/ 1004881 w 1009650"/>
              <a:gd name="connsiteY12" fmla="*/ 412641 h 641350"/>
              <a:gd name="connsiteX13" fmla="*/ 1011231 w 1009650"/>
              <a:gd name="connsiteY13" fmla="*/ 402608 h 641350"/>
              <a:gd name="connsiteX14" fmla="*/ 1011231 w 1009650"/>
              <a:gd name="connsiteY14" fmla="*/ 379685 h 641350"/>
              <a:gd name="connsiteX15" fmla="*/ 1003547 w 1009650"/>
              <a:gd name="connsiteY15" fmla="*/ 368826 h 641350"/>
              <a:gd name="connsiteX16" fmla="*/ 710241 w 1009650"/>
              <a:gd name="connsiteY16" fmla="*/ 145624 h 641350"/>
              <a:gd name="connsiteX17" fmla="*/ 705224 w 1009650"/>
              <a:gd name="connsiteY17" fmla="*/ 141687 h 641350"/>
              <a:gd name="connsiteX18" fmla="*/ 652138 w 1009650"/>
              <a:gd name="connsiteY18" fmla="*/ 141687 h 641350"/>
              <a:gd name="connsiteX19" fmla="*/ 777487 w 1009650"/>
              <a:gd name="connsiteY19" fmla="*/ 353078 h 641350"/>
              <a:gd name="connsiteX20" fmla="*/ 428237 w 1009650"/>
              <a:gd name="connsiteY20" fmla="*/ 353078 h 641350"/>
              <a:gd name="connsiteX21" fmla="*/ 428237 w 1009650"/>
              <a:gd name="connsiteY21" fmla="*/ 344887 h 641350"/>
              <a:gd name="connsiteX22" fmla="*/ 428237 w 1009650"/>
              <a:gd name="connsiteY22" fmla="*/ 210013 h 641350"/>
              <a:gd name="connsiteX23" fmla="*/ 422776 w 1009650"/>
              <a:gd name="connsiteY23" fmla="*/ 165563 h 641350"/>
              <a:gd name="connsiteX24" fmla="*/ 278060 w 1009650"/>
              <a:gd name="connsiteY24" fmla="*/ 11385 h 641350"/>
              <a:gd name="connsiteX25" fmla="*/ 117151 w 1009650"/>
              <a:gd name="connsiteY25" fmla="*/ 24275 h 641350"/>
              <a:gd name="connsiteX26" fmla="*/ 331654 w 1009650"/>
              <a:gd name="connsiteY26" fmla="*/ 145370 h 641350"/>
              <a:gd name="connsiteX27" fmla="*/ 350704 w 1009650"/>
              <a:gd name="connsiteY27" fmla="*/ 216045 h 641350"/>
              <a:gd name="connsiteX28" fmla="*/ 350704 w 1009650"/>
              <a:gd name="connsiteY28" fmla="*/ 343045 h 641350"/>
              <a:gd name="connsiteX29" fmla="*/ 350704 w 1009650"/>
              <a:gd name="connsiteY29" fmla="*/ 352634 h 641350"/>
              <a:gd name="connsiteX30" fmla="*/ 346513 w 1009650"/>
              <a:gd name="connsiteY30" fmla="*/ 353142 h 641350"/>
              <a:gd name="connsiteX31" fmla="*/ 208591 w 1009650"/>
              <a:gd name="connsiteY31" fmla="*/ 352697 h 641350"/>
              <a:gd name="connsiteX32" fmla="*/ 104069 w 1009650"/>
              <a:gd name="connsiteY32" fmla="*/ 297579 h 641350"/>
              <a:gd name="connsiteX33" fmla="*/ 190493 w 1009650"/>
              <a:gd name="connsiteY33" fmla="*/ 79457 h 641350"/>
              <a:gd name="connsiteX34" fmla="*/ 331654 w 1009650"/>
              <a:gd name="connsiteY34" fmla="*/ 145370 h 6413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1009650" h="641350">
                <a:moveTo>
                  <a:pt x="117151" y="24275"/>
                </a:moveTo>
                <a:cubicBezTo>
                  <a:pt x="34918" y="69741"/>
                  <a:pt x="-5912" y="140163"/>
                  <a:pt x="692" y="235603"/>
                </a:cubicBezTo>
                <a:cubicBezTo>
                  <a:pt x="7994" y="341013"/>
                  <a:pt x="103117" y="429659"/>
                  <a:pt x="208781" y="429659"/>
                </a:cubicBezTo>
                <a:lnTo>
                  <a:pt x="350450" y="429659"/>
                </a:lnTo>
                <a:lnTo>
                  <a:pt x="350450" y="641432"/>
                </a:lnTo>
                <a:lnTo>
                  <a:pt x="428301" y="641432"/>
                </a:lnTo>
                <a:lnTo>
                  <a:pt x="428301" y="430358"/>
                </a:lnTo>
                <a:lnTo>
                  <a:pt x="777551" y="430358"/>
                </a:lnTo>
                <a:cubicBezTo>
                  <a:pt x="722305" y="492842"/>
                  <a:pt x="679379" y="561231"/>
                  <a:pt x="652519" y="640352"/>
                </a:cubicBezTo>
                <a:cubicBezTo>
                  <a:pt x="668712" y="640352"/>
                  <a:pt x="683761" y="640352"/>
                  <a:pt x="698747" y="640352"/>
                </a:cubicBezTo>
                <a:cubicBezTo>
                  <a:pt x="704581" y="640933"/>
                  <a:pt x="710224" y="638086"/>
                  <a:pt x="713225" y="633050"/>
                </a:cubicBezTo>
                <a:cubicBezTo>
                  <a:pt x="754165" y="574534"/>
                  <a:pt x="805550" y="524075"/>
                  <a:pt x="864800" y="484206"/>
                </a:cubicBezTo>
                <a:cubicBezTo>
                  <a:pt x="908435" y="454786"/>
                  <a:pt x="955471" y="430757"/>
                  <a:pt x="1004881" y="412641"/>
                </a:cubicBezTo>
                <a:cubicBezTo>
                  <a:pt x="1009346" y="411541"/>
                  <a:pt x="1012148" y="407114"/>
                  <a:pt x="1011231" y="402608"/>
                </a:cubicBezTo>
                <a:cubicBezTo>
                  <a:pt x="1010723" y="394975"/>
                  <a:pt x="1010723" y="387317"/>
                  <a:pt x="1011231" y="379685"/>
                </a:cubicBezTo>
                <a:cubicBezTo>
                  <a:pt x="1011802" y="373335"/>
                  <a:pt x="1009135" y="370922"/>
                  <a:pt x="1003547" y="368826"/>
                </a:cubicBezTo>
                <a:cubicBezTo>
                  <a:pt x="883532" y="323741"/>
                  <a:pt x="784154" y="251351"/>
                  <a:pt x="710241" y="145624"/>
                </a:cubicBezTo>
                <a:cubicBezTo>
                  <a:pt x="709034" y="143909"/>
                  <a:pt x="706939" y="141750"/>
                  <a:pt x="705224" y="141687"/>
                </a:cubicBezTo>
                <a:cubicBezTo>
                  <a:pt x="687889" y="141687"/>
                  <a:pt x="670616" y="141687"/>
                  <a:pt x="652138" y="141687"/>
                </a:cubicBezTo>
                <a:cubicBezTo>
                  <a:pt x="678808" y="221506"/>
                  <a:pt x="721988" y="290213"/>
                  <a:pt x="777487" y="353078"/>
                </a:cubicBezTo>
                <a:lnTo>
                  <a:pt x="428237" y="353078"/>
                </a:lnTo>
                <a:lnTo>
                  <a:pt x="428237" y="344887"/>
                </a:lnTo>
                <a:cubicBezTo>
                  <a:pt x="428237" y="299929"/>
                  <a:pt x="428681" y="254971"/>
                  <a:pt x="428237" y="210013"/>
                </a:cubicBezTo>
                <a:cubicBezTo>
                  <a:pt x="428159" y="195034"/>
                  <a:pt x="426326" y="180115"/>
                  <a:pt x="422776" y="165563"/>
                </a:cubicBezTo>
                <a:cubicBezTo>
                  <a:pt x="402392" y="88283"/>
                  <a:pt x="353498" y="36150"/>
                  <a:pt x="278060" y="11385"/>
                </a:cubicBezTo>
                <a:cubicBezTo>
                  <a:pt x="223323" y="-6776"/>
                  <a:pt x="167760" y="-3728"/>
                  <a:pt x="117151" y="24275"/>
                </a:cubicBezTo>
                <a:close/>
                <a:moveTo>
                  <a:pt x="331654" y="145370"/>
                </a:moveTo>
                <a:cubicBezTo>
                  <a:pt x="344472" y="166690"/>
                  <a:pt x="351071" y="191171"/>
                  <a:pt x="350704" y="216045"/>
                </a:cubicBezTo>
                <a:cubicBezTo>
                  <a:pt x="350704" y="258463"/>
                  <a:pt x="350704" y="300818"/>
                  <a:pt x="350704" y="343045"/>
                </a:cubicBezTo>
                <a:lnTo>
                  <a:pt x="350704" y="352634"/>
                </a:lnTo>
                <a:cubicBezTo>
                  <a:pt x="349319" y="352892"/>
                  <a:pt x="347920" y="353061"/>
                  <a:pt x="346513" y="353142"/>
                </a:cubicBezTo>
                <a:cubicBezTo>
                  <a:pt x="300539" y="353142"/>
                  <a:pt x="254564" y="353142"/>
                  <a:pt x="208591" y="352697"/>
                </a:cubicBezTo>
                <a:cubicBezTo>
                  <a:pt x="164649" y="352062"/>
                  <a:pt x="129724" y="332123"/>
                  <a:pt x="104069" y="297579"/>
                </a:cubicBezTo>
                <a:cubicBezTo>
                  <a:pt x="38347" y="209187"/>
                  <a:pt x="96132" y="97173"/>
                  <a:pt x="190493" y="79457"/>
                </a:cubicBezTo>
                <a:cubicBezTo>
                  <a:pt x="246651" y="70112"/>
                  <a:pt x="302766" y="96313"/>
                  <a:pt x="331654" y="145370"/>
                </a:cubicBezTo>
                <a:close/>
              </a:path>
            </a:pathLst>
          </a:custGeom>
          <a:solidFill>
            <a:srgbClr val="28CFF9"/>
          </a:solidFill>
          <a:ln w="6350" cap="flat">
            <a:noFill/>
            <a:prstDash val="solid"/>
            <a:miter/>
          </a:ln>
        </p:spPr>
        <p:txBody>
          <a:bodyPr rtlCol="0" anchor="ctr"/>
          <a:lstStyle/>
          <a:p>
            <a:endParaRPr lang="en-GB"/>
          </a:p>
        </p:txBody>
      </p:sp>
      <p:sp>
        <p:nvSpPr>
          <p:cNvPr id="8" name="Rectangle 7"/>
          <p:cNvSpPr/>
          <p:nvPr userDrawn="1"/>
        </p:nvSpPr>
        <p:spPr>
          <a:xfrm>
            <a:off x="0" y="75715"/>
            <a:ext cx="1089126" cy="8095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2194725214"/>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showMasterSp="0" preserve="1" userDrawn="1">
  <p:cSld name="1_Activity 1">
    <p:bg>
      <p:bgPr>
        <a:solidFill>
          <a:srgbClr val="28CFF9"/>
        </a:solidFill>
        <a:effectLst/>
      </p:bgPr>
    </p:bg>
    <p:spTree>
      <p:nvGrpSpPr>
        <p:cNvPr id="1" name=""/>
        <p:cNvGrpSpPr/>
        <p:nvPr/>
      </p:nvGrpSpPr>
      <p:grpSpPr>
        <a:xfrm>
          <a:off x="0" y="0"/>
          <a:ext cx="0" cy="0"/>
          <a:chOff x="0" y="0"/>
          <a:chExt cx="0" cy="0"/>
        </a:xfrm>
      </p:grpSpPr>
      <p:sp>
        <p:nvSpPr>
          <p:cNvPr id="10" name="Freeform 9">
            <a:extLst>
              <a:ext uri="{FF2B5EF4-FFF2-40B4-BE49-F238E27FC236}">
                <a16:creationId xmlns:a16="http://schemas.microsoft.com/office/drawing/2014/main" id="{56887D20-DCD6-8E49-BF31-8F4C2FCCD421}"/>
              </a:ext>
            </a:extLst>
          </p:cNvPr>
          <p:cNvSpPr/>
          <p:nvPr userDrawn="1"/>
        </p:nvSpPr>
        <p:spPr>
          <a:xfrm>
            <a:off x="487005" y="518307"/>
            <a:ext cx="3525956" cy="4061544"/>
          </a:xfrm>
          <a:custGeom>
            <a:avLst/>
            <a:gdLst>
              <a:gd name="connsiteX0" fmla="*/ 1008895 w 1003300"/>
              <a:gd name="connsiteY0" fmla="*/ 731076 h 1155700"/>
              <a:gd name="connsiteX1" fmla="*/ 581921 w 1003300"/>
              <a:gd name="connsiteY1" fmla="*/ 1157986 h 1155700"/>
              <a:gd name="connsiteX2" fmla="*/ 581921 w 1003300"/>
              <a:gd name="connsiteY2" fmla="*/ 932371 h 1155700"/>
              <a:gd name="connsiteX3" fmla="*/ 565728 w 1003300"/>
              <a:gd name="connsiteY3" fmla="*/ 932371 h 1155700"/>
              <a:gd name="connsiteX4" fmla="*/ 485337 w 1003300"/>
              <a:gd name="connsiteY4" fmla="*/ 923163 h 1155700"/>
              <a:gd name="connsiteX5" fmla="*/ 405454 w 1003300"/>
              <a:gd name="connsiteY5" fmla="*/ 877824 h 1155700"/>
              <a:gd name="connsiteX6" fmla="*/ 306585 w 1003300"/>
              <a:gd name="connsiteY6" fmla="*/ 784035 h 1155700"/>
              <a:gd name="connsiteX7" fmla="*/ 114497 w 1003300"/>
              <a:gd name="connsiteY7" fmla="*/ 591312 h 1155700"/>
              <a:gd name="connsiteX8" fmla="*/ 29534 w 1003300"/>
              <a:gd name="connsiteY8" fmla="*/ 484251 h 1155700"/>
              <a:gd name="connsiteX9" fmla="*/ 7500 w 1003300"/>
              <a:gd name="connsiteY9" fmla="*/ 408051 h 1155700"/>
              <a:gd name="connsiteX10" fmla="*/ 452 w 1003300"/>
              <a:gd name="connsiteY10" fmla="*/ 282766 h 1155700"/>
              <a:gd name="connsiteX11" fmla="*/ 452 w 1003300"/>
              <a:gd name="connsiteY11" fmla="*/ 10668 h 1155700"/>
              <a:gd name="connsiteX12" fmla="*/ 452 w 1003300"/>
              <a:gd name="connsiteY12" fmla="*/ 1333 h 1155700"/>
              <a:gd name="connsiteX13" fmla="*/ 201937 w 1003300"/>
              <a:gd name="connsiteY13" fmla="*/ 203200 h 1155700"/>
              <a:gd name="connsiteX14" fmla="*/ 405137 w 1003300"/>
              <a:gd name="connsiteY14" fmla="*/ 0 h 1155700"/>
              <a:gd name="connsiteX15" fmla="*/ 405137 w 1003300"/>
              <a:gd name="connsiteY15" fmla="*/ 527876 h 1155700"/>
              <a:gd name="connsiteX16" fmla="*/ 573221 w 1003300"/>
              <a:gd name="connsiteY16" fmla="*/ 527876 h 1155700"/>
              <a:gd name="connsiteX17" fmla="*/ 581984 w 1003300"/>
              <a:gd name="connsiteY17" fmla="*/ 518732 h 1155700"/>
              <a:gd name="connsiteX18" fmla="*/ 581984 w 1003300"/>
              <a:gd name="connsiteY18" fmla="*/ 303975 h 1155700"/>
              <a:gd name="connsiteX19" fmla="*/ 1008895 w 1003300"/>
              <a:gd name="connsiteY19" fmla="*/ 731076 h 1155700"/>
              <a:gd name="connsiteX20" fmla="*/ 649929 w 1003300"/>
              <a:gd name="connsiteY20" fmla="*/ 864426 h 1155700"/>
              <a:gd name="connsiteX21" fmla="*/ 649929 w 1003300"/>
              <a:gd name="connsiteY21" fmla="*/ 991807 h 1155700"/>
              <a:gd name="connsiteX22" fmla="*/ 911359 w 1003300"/>
              <a:gd name="connsiteY22" fmla="*/ 730568 h 1155700"/>
              <a:gd name="connsiteX23" fmla="*/ 649231 w 1003300"/>
              <a:gd name="connsiteY23" fmla="*/ 468376 h 1155700"/>
              <a:gd name="connsiteX24" fmla="*/ 649231 w 1003300"/>
              <a:gd name="connsiteY24" fmla="*/ 595693 h 1155700"/>
              <a:gd name="connsiteX25" fmla="*/ 216732 w 1003300"/>
              <a:gd name="connsiteY25" fmla="*/ 595693 h 1155700"/>
              <a:gd name="connsiteX26" fmla="*/ 221558 w 1003300"/>
              <a:gd name="connsiteY26" fmla="*/ 601091 h 1155700"/>
              <a:gd name="connsiteX27" fmla="*/ 427870 w 1003300"/>
              <a:gd name="connsiteY27" fmla="*/ 807720 h 1155700"/>
              <a:gd name="connsiteX28" fmla="*/ 542170 w 1003300"/>
              <a:gd name="connsiteY28" fmla="*/ 862457 h 1155700"/>
              <a:gd name="connsiteX29" fmla="*/ 624720 w 1003300"/>
              <a:gd name="connsiteY29" fmla="*/ 864426 h 1155700"/>
              <a:gd name="connsiteX30" fmla="*/ 649929 w 1003300"/>
              <a:gd name="connsiteY30" fmla="*/ 864426 h 1155700"/>
              <a:gd name="connsiteX31" fmla="*/ 68523 w 1003300"/>
              <a:gd name="connsiteY31" fmla="*/ 162941 h 1155700"/>
              <a:gd name="connsiteX32" fmla="*/ 68142 w 1003300"/>
              <a:gd name="connsiteY32" fmla="*/ 168275 h 1155700"/>
              <a:gd name="connsiteX33" fmla="*/ 68460 w 1003300"/>
              <a:gd name="connsiteY33" fmla="*/ 339725 h 1155700"/>
              <a:gd name="connsiteX34" fmla="*/ 75318 w 1003300"/>
              <a:gd name="connsiteY34" fmla="*/ 411162 h 1155700"/>
              <a:gd name="connsiteX35" fmla="*/ 127325 w 1003300"/>
              <a:gd name="connsiteY35" fmla="*/ 494665 h 1155700"/>
              <a:gd name="connsiteX36" fmla="*/ 203207 w 1003300"/>
              <a:gd name="connsiteY36" fmla="*/ 521780 h 1155700"/>
              <a:gd name="connsiteX37" fmla="*/ 333889 w 1003300"/>
              <a:gd name="connsiteY37" fmla="*/ 527558 h 1155700"/>
              <a:gd name="connsiteX38" fmla="*/ 336937 w 1003300"/>
              <a:gd name="connsiteY38" fmla="*/ 526732 h 1155700"/>
              <a:gd name="connsiteX39" fmla="*/ 336938 w 1003300"/>
              <a:gd name="connsiteY39" fmla="*/ 162243 h 1155700"/>
              <a:gd name="connsiteX40" fmla="*/ 202508 w 1003300"/>
              <a:gd name="connsiteY40" fmla="*/ 295021 h 1155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1003300" h="1155700">
                <a:moveTo>
                  <a:pt x="1008895" y="731076"/>
                </a:moveTo>
                <a:lnTo>
                  <a:pt x="581921" y="1157986"/>
                </a:lnTo>
                <a:lnTo>
                  <a:pt x="581921" y="932371"/>
                </a:lnTo>
                <a:lnTo>
                  <a:pt x="565728" y="932371"/>
                </a:lnTo>
                <a:cubicBezTo>
                  <a:pt x="538636" y="932998"/>
                  <a:pt x="511586" y="929900"/>
                  <a:pt x="485337" y="923163"/>
                </a:cubicBezTo>
                <a:cubicBezTo>
                  <a:pt x="455495" y="914588"/>
                  <a:pt x="428116" y="899048"/>
                  <a:pt x="405454" y="877824"/>
                </a:cubicBezTo>
                <a:cubicBezTo>
                  <a:pt x="371736" y="847407"/>
                  <a:pt x="338843" y="815975"/>
                  <a:pt x="306585" y="784035"/>
                </a:cubicBezTo>
                <a:cubicBezTo>
                  <a:pt x="242111" y="720238"/>
                  <a:pt x="178082" y="655997"/>
                  <a:pt x="114497" y="591312"/>
                </a:cubicBezTo>
                <a:cubicBezTo>
                  <a:pt x="82430" y="558737"/>
                  <a:pt x="52140" y="524510"/>
                  <a:pt x="29534" y="484251"/>
                </a:cubicBezTo>
                <a:cubicBezTo>
                  <a:pt x="16810" y="460725"/>
                  <a:pt x="9295" y="434737"/>
                  <a:pt x="7500" y="408051"/>
                </a:cubicBezTo>
                <a:cubicBezTo>
                  <a:pt x="3944" y="366395"/>
                  <a:pt x="1150" y="324548"/>
                  <a:pt x="452" y="282766"/>
                </a:cubicBezTo>
                <a:cubicBezTo>
                  <a:pt x="-565" y="192087"/>
                  <a:pt x="452" y="101346"/>
                  <a:pt x="452" y="10668"/>
                </a:cubicBezTo>
                <a:lnTo>
                  <a:pt x="452" y="1333"/>
                </a:lnTo>
                <a:cubicBezTo>
                  <a:pt x="67952" y="68961"/>
                  <a:pt x="134817" y="135890"/>
                  <a:pt x="201937" y="203200"/>
                </a:cubicBezTo>
                <a:lnTo>
                  <a:pt x="405137" y="0"/>
                </a:lnTo>
                <a:lnTo>
                  <a:pt x="405137" y="527876"/>
                </a:lnTo>
                <a:cubicBezTo>
                  <a:pt x="408185" y="527876"/>
                  <a:pt x="519818" y="527876"/>
                  <a:pt x="573221" y="527876"/>
                </a:cubicBezTo>
                <a:cubicBezTo>
                  <a:pt x="580524" y="527876"/>
                  <a:pt x="581984" y="525463"/>
                  <a:pt x="581984" y="518732"/>
                </a:cubicBezTo>
                <a:cubicBezTo>
                  <a:pt x="581984" y="449516"/>
                  <a:pt x="581984" y="305435"/>
                  <a:pt x="581984" y="303975"/>
                </a:cubicBezTo>
                <a:cubicBezTo>
                  <a:pt x="580778" y="304292"/>
                  <a:pt x="1010038" y="732028"/>
                  <a:pt x="1008895" y="731076"/>
                </a:cubicBezTo>
                <a:close/>
                <a:moveTo>
                  <a:pt x="649929" y="864426"/>
                </a:moveTo>
                <a:lnTo>
                  <a:pt x="649929" y="991807"/>
                </a:lnTo>
                <a:cubicBezTo>
                  <a:pt x="737601" y="904092"/>
                  <a:pt x="824745" y="817012"/>
                  <a:pt x="911359" y="730568"/>
                </a:cubicBezTo>
                <a:lnTo>
                  <a:pt x="649231" y="468376"/>
                </a:lnTo>
                <a:lnTo>
                  <a:pt x="649231" y="595693"/>
                </a:lnTo>
                <a:lnTo>
                  <a:pt x="216732" y="595693"/>
                </a:lnTo>
                <a:cubicBezTo>
                  <a:pt x="218955" y="598170"/>
                  <a:pt x="220162" y="599757"/>
                  <a:pt x="221558" y="601091"/>
                </a:cubicBezTo>
                <a:cubicBezTo>
                  <a:pt x="290265" y="669967"/>
                  <a:pt x="359036" y="738844"/>
                  <a:pt x="427870" y="807720"/>
                </a:cubicBezTo>
                <a:cubicBezTo>
                  <a:pt x="459620" y="839470"/>
                  <a:pt x="496894" y="859473"/>
                  <a:pt x="542170" y="862457"/>
                </a:cubicBezTo>
                <a:cubicBezTo>
                  <a:pt x="569665" y="864235"/>
                  <a:pt x="597288" y="863854"/>
                  <a:pt x="624720" y="864426"/>
                </a:cubicBezTo>
                <a:cubicBezTo>
                  <a:pt x="632721" y="864553"/>
                  <a:pt x="640404" y="864426"/>
                  <a:pt x="649929" y="864426"/>
                </a:cubicBezTo>
                <a:close/>
                <a:moveTo>
                  <a:pt x="68523" y="162941"/>
                </a:moveTo>
                <a:cubicBezTo>
                  <a:pt x="68523" y="164402"/>
                  <a:pt x="68142" y="166370"/>
                  <a:pt x="68142" y="168275"/>
                </a:cubicBezTo>
                <a:cubicBezTo>
                  <a:pt x="68142" y="225425"/>
                  <a:pt x="67507" y="282575"/>
                  <a:pt x="68460" y="339725"/>
                </a:cubicBezTo>
                <a:cubicBezTo>
                  <a:pt x="68770" y="363686"/>
                  <a:pt x="71064" y="387580"/>
                  <a:pt x="75318" y="411162"/>
                </a:cubicBezTo>
                <a:cubicBezTo>
                  <a:pt x="81668" y="445326"/>
                  <a:pt x="97289" y="474662"/>
                  <a:pt x="127325" y="494665"/>
                </a:cubicBezTo>
                <a:cubicBezTo>
                  <a:pt x="150463" y="508873"/>
                  <a:pt x="176305" y="518107"/>
                  <a:pt x="203207" y="521780"/>
                </a:cubicBezTo>
                <a:cubicBezTo>
                  <a:pt x="246514" y="529273"/>
                  <a:pt x="290265" y="527621"/>
                  <a:pt x="333889" y="527558"/>
                </a:cubicBezTo>
                <a:cubicBezTo>
                  <a:pt x="334936" y="527411"/>
                  <a:pt x="335960" y="527133"/>
                  <a:pt x="336937" y="526732"/>
                </a:cubicBezTo>
                <a:lnTo>
                  <a:pt x="336938" y="162243"/>
                </a:lnTo>
                <a:lnTo>
                  <a:pt x="202508" y="295021"/>
                </a:lnTo>
                <a:close/>
              </a:path>
            </a:pathLst>
          </a:custGeom>
          <a:solidFill>
            <a:schemeClr val="accent1"/>
          </a:solidFill>
          <a:ln w="6350" cap="flat">
            <a:noFill/>
            <a:prstDash val="solid"/>
            <a:miter/>
          </a:ln>
        </p:spPr>
        <p:txBody>
          <a:bodyPr rtlCol="0" anchor="ctr"/>
          <a:lstStyle/>
          <a:p>
            <a:endParaRPr lang="en-GB"/>
          </a:p>
        </p:txBody>
      </p:sp>
      <p:sp>
        <p:nvSpPr>
          <p:cNvPr id="5"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4327302" y="344971"/>
            <a:ext cx="7475232" cy="2858874"/>
          </a:xfrm>
        </p:spPr>
        <p:txBody>
          <a:bodyPr anchor="b" anchorCtr="0">
            <a:noAutofit/>
          </a:bodyPr>
          <a:lstStyle>
            <a:lvl1pPr algn="l">
              <a:lnSpc>
                <a:spcPct val="100000"/>
              </a:lnSpc>
              <a:defRPr sz="3600" baseline="0">
                <a:solidFill>
                  <a:srgbClr val="004050"/>
                </a:solidFill>
              </a:defRPr>
            </a:lvl1pPr>
          </a:lstStyle>
          <a:p>
            <a:br>
              <a:rPr lang="en-US" noProof="0" dirty="0"/>
            </a:br>
            <a:br>
              <a:rPr lang="en-US" noProof="0" dirty="0"/>
            </a:br>
            <a:r>
              <a:rPr lang="en-US" noProof="0" dirty="0"/>
              <a:t>ACTIVITY: </a:t>
            </a:r>
            <a:br>
              <a:rPr lang="en-US" noProof="0" dirty="0"/>
            </a:br>
            <a:r>
              <a:rPr lang="en-US" noProof="0" dirty="0"/>
              <a:t>CLICK TO EDIT TITLE</a:t>
            </a:r>
            <a:endParaRPr lang="en-GB" noProof="0" dirty="0"/>
          </a:p>
        </p:txBody>
      </p:sp>
      <p:sp>
        <p:nvSpPr>
          <p:cNvPr id="6" name="Text Placeholder 3"/>
          <p:cNvSpPr>
            <a:spLocks noGrp="1"/>
          </p:cNvSpPr>
          <p:nvPr>
            <p:ph type="body" sz="quarter" idx="10" hasCustomPrompt="1"/>
          </p:nvPr>
        </p:nvSpPr>
        <p:spPr>
          <a:xfrm>
            <a:off x="4327303" y="3525004"/>
            <a:ext cx="7475230" cy="2791976"/>
          </a:xfrm>
        </p:spPr>
        <p:txBody>
          <a:bodyPr/>
          <a:lstStyle>
            <a:lvl1pPr>
              <a:lnSpc>
                <a:spcPct val="100000"/>
              </a:lnSpc>
              <a:defRPr b="0" baseline="0"/>
            </a:lvl1pPr>
          </a:lstStyle>
          <a:p>
            <a:pPr lvl="0"/>
            <a:r>
              <a:rPr lang="en-US" dirty="0"/>
              <a:t>Click to edit instructions</a:t>
            </a:r>
          </a:p>
        </p:txBody>
      </p:sp>
    </p:spTree>
    <p:extLst>
      <p:ext uri="{BB962C8B-B14F-4D97-AF65-F5344CB8AC3E}">
        <p14:creationId xmlns:p14="http://schemas.microsoft.com/office/powerpoint/2010/main" val="1928947671"/>
      </p:ext>
    </p:extLst>
  </p:cSld>
  <p:clrMapOvr>
    <a:masterClrMapping/>
  </p:clrMapOvr>
  <p:extLst>
    <p:ext uri="{DCECCB84-F9BA-43D5-87BE-67443E8EF086}">
      <p15:sldGuideLst xmlns:p15="http://schemas.microsoft.com/office/powerpoint/2012/main">
        <p15:guide id="1" pos="3840">
          <p15:clr>
            <a:srgbClr val="FBAE40"/>
          </p15:clr>
        </p15:guide>
        <p15:guide id="2" orient="horz" pos="1457">
          <p15:clr>
            <a:srgbClr val="FBAE40"/>
          </p15:clr>
        </p15:guide>
        <p15:guide id="3" orient="horz" pos="3634">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showMasterSp="0" preserve="1" userDrawn="1">
  <p:cSld name="5_03 Section Divider">
    <p:bg>
      <p:bgPr>
        <a:solidFill>
          <a:srgbClr val="F3622C"/>
        </a:solidFill>
        <a:effectLst/>
      </p:bgPr>
    </p:bg>
    <p:spTree>
      <p:nvGrpSpPr>
        <p:cNvPr id="1" name=""/>
        <p:cNvGrpSpPr/>
        <p:nvPr/>
      </p:nvGrpSpPr>
      <p:grpSpPr>
        <a:xfrm>
          <a:off x="0" y="0"/>
          <a:ext cx="0" cy="0"/>
          <a:chOff x="0" y="0"/>
          <a:chExt cx="0" cy="0"/>
        </a:xfrm>
      </p:grpSpPr>
      <p:sp>
        <p:nvSpPr>
          <p:cNvPr id="16" name="Rectangle 15"/>
          <p:cNvSpPr/>
          <p:nvPr userDrawn="1"/>
        </p:nvSpPr>
        <p:spPr>
          <a:xfrm>
            <a:off x="760859" y="768561"/>
            <a:ext cx="379608" cy="110490"/>
          </a:xfrm>
          <a:prstGeom prst="rect">
            <a:avLst/>
          </a:prstGeom>
          <a:solidFill>
            <a:srgbClr val="F3622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8" name="Title 1">
            <a:extLst>
              <a:ext uri="{FF2B5EF4-FFF2-40B4-BE49-F238E27FC236}">
                <a16:creationId xmlns:a16="http://schemas.microsoft.com/office/drawing/2014/main" id="{EBBB6D40-B4C9-8B4A-B2A6-126F64906376}"/>
              </a:ext>
            </a:extLst>
          </p:cNvPr>
          <p:cNvSpPr>
            <a:spLocks noGrp="1"/>
          </p:cNvSpPr>
          <p:nvPr userDrawn="1">
            <p:ph type="ctrTitle" hasCustomPrompt="1"/>
          </p:nvPr>
        </p:nvSpPr>
        <p:spPr>
          <a:xfrm>
            <a:off x="376239" y="1556247"/>
            <a:ext cx="5810250" cy="2277604"/>
          </a:xfrm>
        </p:spPr>
        <p:txBody>
          <a:bodyPr anchor="b" anchorCtr="0">
            <a:noAutofit/>
          </a:bodyPr>
          <a:lstStyle>
            <a:lvl1pPr algn="l">
              <a:lnSpc>
                <a:spcPct val="90000"/>
              </a:lnSpc>
              <a:defRPr sz="3600" spc="60" baseline="0">
                <a:solidFill>
                  <a:schemeClr val="bg1"/>
                </a:solidFill>
              </a:defRPr>
            </a:lvl1pPr>
          </a:lstStyle>
          <a:p>
            <a:r>
              <a:rPr lang="en-US" noProof="0" dirty="0"/>
              <a:t>CLICK TO EDIT </a:t>
            </a:r>
            <a:br>
              <a:rPr lang="en-US" noProof="0" dirty="0"/>
            </a:br>
            <a:r>
              <a:rPr lang="en-US" noProof="0" dirty="0"/>
              <a:t>MASTER TITLE STYLE</a:t>
            </a:r>
            <a:endParaRPr lang="en-GB" noProof="0" dirty="0"/>
          </a:p>
        </p:txBody>
      </p:sp>
      <p:grpSp>
        <p:nvGrpSpPr>
          <p:cNvPr id="6" name="Group 5"/>
          <p:cNvGrpSpPr/>
          <p:nvPr userDrawn="1"/>
        </p:nvGrpSpPr>
        <p:grpSpPr>
          <a:xfrm>
            <a:off x="-2229" y="2361812"/>
            <a:ext cx="11067619" cy="4502135"/>
            <a:chOff x="-2229" y="2361812"/>
            <a:chExt cx="11067619" cy="4502135"/>
          </a:xfrm>
        </p:grpSpPr>
        <p:sp>
          <p:nvSpPr>
            <p:cNvPr id="10" name="Freeform 9">
              <a:extLst>
                <a:ext uri="{FF2B5EF4-FFF2-40B4-BE49-F238E27FC236}">
                  <a16:creationId xmlns:a16="http://schemas.microsoft.com/office/drawing/2014/main" id="{2F450B4C-241D-A544-BBEF-175E01D6A139}"/>
                </a:ext>
              </a:extLst>
            </p:cNvPr>
            <p:cNvSpPr/>
            <p:nvPr userDrawn="1"/>
          </p:nvSpPr>
          <p:spPr>
            <a:xfrm>
              <a:off x="-2229" y="2361812"/>
              <a:ext cx="9087449" cy="1912558"/>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806"/>
                <a:gd name="connsiteX1" fmla="*/ 62 w 1182006"/>
                <a:gd name="connsiteY1" fmla="*/ 248806 h 248806"/>
                <a:gd name="connsiteX2" fmla="*/ 0 w 1182006"/>
                <a:gd name="connsiteY2" fmla="*/ 192497 h 248806"/>
                <a:gd name="connsiteX3" fmla="*/ 1036020 w 1182006"/>
                <a:gd name="connsiteY3" fmla="*/ 192497 h 248806"/>
                <a:gd name="connsiteX4" fmla="*/ 889335 w 1182006"/>
                <a:gd name="connsiteY4" fmla="*/ 219 h 248806"/>
                <a:gd name="connsiteX5" fmla="*/ 947374 w 1182006"/>
                <a:gd name="connsiteY5" fmla="*/ 219 h 248806"/>
                <a:gd name="connsiteX6" fmla="*/ 967630 w 1182006"/>
                <a:gd name="connsiteY6" fmla="*/ 12347 h 248806"/>
                <a:gd name="connsiteX7" fmla="*/ 1032146 w 1182006"/>
                <a:gd name="connsiteY7" fmla="*/ 105057 h 248806"/>
                <a:gd name="connsiteX8" fmla="*/ 1176165 w 1182006"/>
                <a:gd name="connsiteY8" fmla="*/ 242090 h 248806"/>
                <a:gd name="connsiteX9" fmla="*/ 1181371 w 1182006"/>
                <a:gd name="connsiteY9" fmla="*/ 246535 h 248806"/>
                <a:gd name="connsiteX10" fmla="*/ 1182006 w 1182006"/>
                <a:gd name="connsiteY10" fmla="*/ 248186 h 2488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182006" h="248806">
                  <a:moveTo>
                    <a:pt x="1182006" y="248186"/>
                  </a:moveTo>
                  <a:lnTo>
                    <a:pt x="62" y="248806"/>
                  </a:lnTo>
                  <a:cubicBezTo>
                    <a:pt x="41" y="230036"/>
                    <a:pt x="21" y="211267"/>
                    <a:pt x="0" y="192497"/>
                  </a:cubicBezTo>
                  <a:lnTo>
                    <a:pt x="1036020" y="192497"/>
                  </a:lnTo>
                  <a:cubicBezTo>
                    <a:pt x="978171" y="134140"/>
                    <a:pt x="924895" y="74768"/>
                    <a:pt x="889335" y="219"/>
                  </a:cubicBezTo>
                  <a:cubicBezTo>
                    <a:pt x="909718" y="219"/>
                    <a:pt x="928578" y="854"/>
                    <a:pt x="947374" y="219"/>
                  </a:cubicBezTo>
                  <a:cubicBezTo>
                    <a:pt x="956166" y="-1141"/>
                    <a:pt x="964678" y="3956"/>
                    <a:pt x="967630" y="12347"/>
                  </a:cubicBezTo>
                  <a:cubicBezTo>
                    <a:pt x="985192" y="45816"/>
                    <a:pt x="1006865" y="76961"/>
                    <a:pt x="1032146" y="105057"/>
                  </a:cubicBezTo>
                  <a:cubicBezTo>
                    <a:pt x="1075774" y="155126"/>
                    <a:pt x="1123990" y="201004"/>
                    <a:pt x="1176165" y="242090"/>
                  </a:cubicBezTo>
                  <a:cubicBezTo>
                    <a:pt x="1177943" y="243551"/>
                    <a:pt x="1179720" y="245011"/>
                    <a:pt x="1181371" y="246535"/>
                  </a:cubicBezTo>
                  <a:cubicBezTo>
                    <a:pt x="1181689" y="246599"/>
                    <a:pt x="1181689" y="247170"/>
                    <a:pt x="1182006" y="248186"/>
                  </a:cubicBezTo>
                  <a:close/>
                </a:path>
              </a:pathLst>
            </a:custGeom>
            <a:solidFill>
              <a:srgbClr val="F8D237"/>
            </a:solidFill>
            <a:ln w="6350" cap="flat">
              <a:noFill/>
              <a:prstDash val="solid"/>
              <a:miter/>
            </a:ln>
          </p:spPr>
          <p:txBody>
            <a:bodyPr rtlCol="0" anchor="ctr"/>
            <a:lstStyle/>
            <a:p>
              <a:endParaRPr lang="en-GB"/>
            </a:p>
          </p:txBody>
        </p:sp>
        <p:sp>
          <p:nvSpPr>
            <p:cNvPr id="13" name="Freeform 12">
              <a:extLst>
                <a:ext uri="{FF2B5EF4-FFF2-40B4-BE49-F238E27FC236}">
                  <a16:creationId xmlns:a16="http://schemas.microsoft.com/office/drawing/2014/main" id="{17BA7C41-EA1C-2F4D-90C7-EC472AB85B8A}"/>
                </a:ext>
              </a:extLst>
            </p:cNvPr>
            <p:cNvSpPr/>
            <p:nvPr/>
          </p:nvSpPr>
          <p:spPr>
            <a:xfrm>
              <a:off x="8136202" y="2367285"/>
              <a:ext cx="2929188" cy="4490714"/>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solidFill>
              <a:srgbClr val="F8D237"/>
            </a:solidFill>
            <a:ln w="6350" cap="flat">
              <a:noFill/>
              <a:prstDash val="solid"/>
              <a:miter/>
            </a:ln>
          </p:spPr>
          <p:txBody>
            <a:bodyPr rtlCol="0" anchor="ctr"/>
            <a:lstStyle/>
            <a:p>
              <a:endParaRPr lang="en-GB"/>
            </a:p>
          </p:txBody>
        </p:sp>
        <p:sp>
          <p:nvSpPr>
            <p:cNvPr id="15" name="Freeform 14">
              <a:extLst>
                <a:ext uri="{FF2B5EF4-FFF2-40B4-BE49-F238E27FC236}">
                  <a16:creationId xmlns:a16="http://schemas.microsoft.com/office/drawing/2014/main" id="{2F450B4C-241D-A544-BBEF-175E01D6A139}"/>
                </a:ext>
              </a:extLst>
            </p:cNvPr>
            <p:cNvSpPr/>
            <p:nvPr userDrawn="1"/>
          </p:nvSpPr>
          <p:spPr>
            <a:xfrm flipV="1">
              <a:off x="-467" y="4951389"/>
              <a:ext cx="9087449" cy="1912558"/>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806"/>
                <a:gd name="connsiteX1" fmla="*/ 62 w 1182006"/>
                <a:gd name="connsiteY1" fmla="*/ 248806 h 248806"/>
                <a:gd name="connsiteX2" fmla="*/ 0 w 1182006"/>
                <a:gd name="connsiteY2" fmla="*/ 192497 h 248806"/>
                <a:gd name="connsiteX3" fmla="*/ 1036020 w 1182006"/>
                <a:gd name="connsiteY3" fmla="*/ 192497 h 248806"/>
                <a:gd name="connsiteX4" fmla="*/ 889335 w 1182006"/>
                <a:gd name="connsiteY4" fmla="*/ 219 h 248806"/>
                <a:gd name="connsiteX5" fmla="*/ 947374 w 1182006"/>
                <a:gd name="connsiteY5" fmla="*/ 219 h 248806"/>
                <a:gd name="connsiteX6" fmla="*/ 967630 w 1182006"/>
                <a:gd name="connsiteY6" fmla="*/ 12347 h 248806"/>
                <a:gd name="connsiteX7" fmla="*/ 1032146 w 1182006"/>
                <a:gd name="connsiteY7" fmla="*/ 105057 h 248806"/>
                <a:gd name="connsiteX8" fmla="*/ 1176165 w 1182006"/>
                <a:gd name="connsiteY8" fmla="*/ 242090 h 248806"/>
                <a:gd name="connsiteX9" fmla="*/ 1181371 w 1182006"/>
                <a:gd name="connsiteY9" fmla="*/ 246535 h 248806"/>
                <a:gd name="connsiteX10" fmla="*/ 1182006 w 1182006"/>
                <a:gd name="connsiteY10" fmla="*/ 248186 h 2488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182006" h="248806">
                  <a:moveTo>
                    <a:pt x="1182006" y="248186"/>
                  </a:moveTo>
                  <a:lnTo>
                    <a:pt x="62" y="248806"/>
                  </a:lnTo>
                  <a:cubicBezTo>
                    <a:pt x="41" y="230036"/>
                    <a:pt x="21" y="211267"/>
                    <a:pt x="0" y="192497"/>
                  </a:cubicBezTo>
                  <a:lnTo>
                    <a:pt x="1036020" y="192497"/>
                  </a:lnTo>
                  <a:cubicBezTo>
                    <a:pt x="978171" y="134140"/>
                    <a:pt x="924895" y="74768"/>
                    <a:pt x="889335" y="219"/>
                  </a:cubicBezTo>
                  <a:cubicBezTo>
                    <a:pt x="909718" y="219"/>
                    <a:pt x="928578" y="854"/>
                    <a:pt x="947374" y="219"/>
                  </a:cubicBezTo>
                  <a:cubicBezTo>
                    <a:pt x="956166" y="-1141"/>
                    <a:pt x="964678" y="3956"/>
                    <a:pt x="967630" y="12347"/>
                  </a:cubicBezTo>
                  <a:cubicBezTo>
                    <a:pt x="985192" y="45816"/>
                    <a:pt x="1006865" y="76961"/>
                    <a:pt x="1032146" y="105057"/>
                  </a:cubicBezTo>
                  <a:cubicBezTo>
                    <a:pt x="1075774" y="155126"/>
                    <a:pt x="1123990" y="201004"/>
                    <a:pt x="1176165" y="242090"/>
                  </a:cubicBezTo>
                  <a:cubicBezTo>
                    <a:pt x="1177943" y="243551"/>
                    <a:pt x="1179720" y="245011"/>
                    <a:pt x="1181371" y="246535"/>
                  </a:cubicBezTo>
                  <a:cubicBezTo>
                    <a:pt x="1181689" y="246599"/>
                    <a:pt x="1181689" y="247170"/>
                    <a:pt x="1182006" y="248186"/>
                  </a:cubicBezTo>
                  <a:close/>
                </a:path>
              </a:pathLst>
            </a:custGeom>
            <a:solidFill>
              <a:srgbClr val="F8D237"/>
            </a:solidFill>
            <a:ln w="6350" cap="flat">
              <a:noFill/>
              <a:prstDash val="solid"/>
              <a:miter/>
            </a:ln>
          </p:spPr>
          <p:txBody>
            <a:bodyPr rtlCol="0" anchor="ctr"/>
            <a:lstStyle/>
            <a:p>
              <a:endParaRPr lang="en-GB"/>
            </a:p>
          </p:txBody>
        </p:sp>
      </p:grpSp>
    </p:spTree>
    <p:extLst>
      <p:ext uri="{BB962C8B-B14F-4D97-AF65-F5344CB8AC3E}">
        <p14:creationId xmlns:p14="http://schemas.microsoft.com/office/powerpoint/2010/main" val="1223561464"/>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showMasterSp="0" preserve="1" userDrawn="1">
  <p:cSld name="2_Text Slide - With side bar C1">
    <p:spTree>
      <p:nvGrpSpPr>
        <p:cNvPr id="1" name=""/>
        <p:cNvGrpSpPr/>
        <p:nvPr/>
      </p:nvGrpSpPr>
      <p:grpSpPr>
        <a:xfrm>
          <a:off x="0" y="0"/>
          <a:ext cx="0" cy="0"/>
          <a:chOff x="0" y="0"/>
          <a:chExt cx="0" cy="0"/>
        </a:xfrm>
      </p:grpSpPr>
      <p:sp>
        <p:nvSpPr>
          <p:cNvPr id="6" name="Rectangle 5"/>
          <p:cNvSpPr/>
          <p:nvPr userDrawn="1"/>
        </p:nvSpPr>
        <p:spPr>
          <a:xfrm>
            <a:off x="-1" y="0"/>
            <a:ext cx="4070352" cy="6858000"/>
          </a:xfrm>
          <a:prstGeom prst="rect">
            <a:avLst/>
          </a:prstGeom>
          <a:solidFill>
            <a:srgbClr val="F3622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bg1"/>
              </a:solidFill>
            </a:endParaRPr>
          </a:p>
        </p:txBody>
      </p:sp>
      <p:sp>
        <p:nvSpPr>
          <p:cNvPr id="8" name="Text Placeholder 2"/>
          <p:cNvSpPr>
            <a:spLocks noGrp="1"/>
          </p:cNvSpPr>
          <p:nvPr>
            <p:ph type="body" sz="quarter" idx="10" hasCustomPrompt="1"/>
          </p:nvPr>
        </p:nvSpPr>
        <p:spPr>
          <a:xfrm>
            <a:off x="384784" y="1349984"/>
            <a:ext cx="3443732" cy="2751998"/>
          </a:xfrm>
        </p:spPr>
        <p:txBody>
          <a:bodyPr/>
          <a:lstStyle>
            <a:lvl1pPr marL="0" indent="0">
              <a:lnSpc>
                <a:spcPct val="90000"/>
              </a:lnSpc>
              <a:spcAft>
                <a:spcPts val="0"/>
              </a:spcAft>
              <a:buFont typeface="Arial" panose="020B0604020202020204" pitchFamily="34" charset="0"/>
              <a:buNone/>
              <a:defRPr sz="3600" cap="all" spc="60" baseline="0">
                <a:solidFill>
                  <a:schemeClr val="bg1"/>
                </a:solidFill>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slide title to sit here</a:t>
            </a:r>
          </a:p>
        </p:txBody>
      </p:sp>
      <p:sp>
        <p:nvSpPr>
          <p:cNvPr id="9" name="Text Placeholder 4"/>
          <p:cNvSpPr>
            <a:spLocks noGrp="1"/>
          </p:cNvSpPr>
          <p:nvPr>
            <p:ph type="body" sz="quarter" idx="15" hasCustomPrompt="1"/>
          </p:nvPr>
        </p:nvSpPr>
        <p:spPr>
          <a:xfrm>
            <a:off x="5037138" y="1349984"/>
            <a:ext cx="5803900" cy="4094163"/>
          </a:xfrm>
        </p:spPr>
        <p:txBody>
          <a:bodyPr/>
          <a:lstStyle>
            <a:lvl1pPr marL="0" indent="0">
              <a:lnSpc>
                <a:spcPct val="100000"/>
              </a:lnSpc>
              <a:buFont typeface="Arial" panose="020B0604020202020204" pitchFamily="34" charset="0"/>
              <a:buNone/>
              <a:defRPr sz="2000" b="0"/>
            </a:lvl1pPr>
            <a:lvl2pPr marL="180000" indent="-180000">
              <a:buFont typeface="Arial" panose="020B0604020202020204" pitchFamily="34" charset="0"/>
              <a:buChar char="•"/>
              <a:defRPr sz="2000"/>
            </a:lvl2pPr>
            <a:lvl3pPr marL="180000" indent="-180000">
              <a:buFont typeface="Arial" panose="020B0604020202020204" pitchFamily="34" charset="0"/>
              <a:buChar char="•"/>
              <a:defRPr/>
            </a:lvl3pPr>
            <a:lvl4pPr marL="180000" indent="-180000">
              <a:buFont typeface="Arial" panose="020B0604020202020204" pitchFamily="34" charset="0"/>
              <a:buChar char="•"/>
              <a:defRPr/>
            </a:lvl4pPr>
            <a:lvl5pPr marL="180000" indent="-180000">
              <a:buFont typeface="Arial" panose="020B0604020202020204" pitchFamily="34" charset="0"/>
              <a:buChar cha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t>
            </a:r>
            <a:r>
              <a:rPr lang="en-US" dirty="0" err="1"/>
              <a:t>sed</a:t>
            </a:r>
            <a:r>
              <a:rPr lang="en-US" dirty="0"/>
              <a:t> </a:t>
            </a:r>
            <a:r>
              <a:rPr lang="en-US" dirty="0" err="1"/>
              <a:t>diam</a:t>
            </a:r>
            <a:r>
              <a:rPr lang="en-US" dirty="0"/>
              <a:t> </a:t>
            </a:r>
            <a:r>
              <a:rPr lang="en-US" dirty="0" err="1"/>
              <a:t>nonummy</a:t>
            </a:r>
            <a:r>
              <a:rPr lang="en-US" dirty="0"/>
              <a:t> </a:t>
            </a:r>
            <a:r>
              <a:rPr lang="en-US" dirty="0" err="1"/>
              <a:t>nibh</a:t>
            </a:r>
            <a:r>
              <a:rPr lang="en-US" dirty="0"/>
              <a:t> </a:t>
            </a:r>
            <a:r>
              <a:rPr lang="en-US" dirty="0" err="1"/>
              <a:t>laoreet</a:t>
            </a:r>
            <a:r>
              <a:rPr lang="en-US" dirty="0"/>
              <a:t> </a:t>
            </a:r>
            <a:r>
              <a:rPr lang="en-US" dirty="0" err="1"/>
              <a:t>dolore</a:t>
            </a:r>
            <a:r>
              <a:rPr lang="en-US" dirty="0"/>
              <a:t> magna.</a:t>
            </a:r>
          </a:p>
          <a:p>
            <a:pPr lvl="1"/>
            <a:r>
              <a:rPr lang="en-US" dirty="0"/>
              <a:t>Second level</a:t>
            </a:r>
          </a:p>
        </p:txBody>
      </p:sp>
      <p:grpSp>
        <p:nvGrpSpPr>
          <p:cNvPr id="4" name="Group 3"/>
          <p:cNvGrpSpPr/>
          <p:nvPr userDrawn="1"/>
        </p:nvGrpSpPr>
        <p:grpSpPr>
          <a:xfrm>
            <a:off x="-1717" y="4568506"/>
            <a:ext cx="4628886" cy="1406446"/>
            <a:chOff x="-1717" y="4568506"/>
            <a:chExt cx="4628886" cy="1406446"/>
          </a:xfrm>
        </p:grpSpPr>
        <p:sp>
          <p:nvSpPr>
            <p:cNvPr id="11" name="Freeform 10">
              <a:extLst>
                <a:ext uri="{FF2B5EF4-FFF2-40B4-BE49-F238E27FC236}">
                  <a16:creationId xmlns:a16="http://schemas.microsoft.com/office/drawing/2014/main" id="{2F450B4C-241D-A544-BBEF-175E01D6A139}"/>
                </a:ext>
              </a:extLst>
            </p:cNvPr>
            <p:cNvSpPr/>
            <p:nvPr userDrawn="1"/>
          </p:nvSpPr>
          <p:spPr>
            <a:xfrm>
              <a:off x="-1717" y="4568506"/>
              <a:ext cx="4004222" cy="595385"/>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670881 w 1670881"/>
                <a:gd name="connsiteY0" fmla="*/ 248186 h 248186"/>
                <a:gd name="connsiteX1" fmla="*/ 921010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70881 w 1670881"/>
                <a:gd name="connsiteY0" fmla="*/ 248186 h 248186"/>
                <a:gd name="connsiteX1" fmla="*/ 1324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69638 w 1669638"/>
                <a:gd name="connsiteY0" fmla="*/ 248186 h 248186"/>
                <a:gd name="connsiteX1" fmla="*/ 81 w 1669638"/>
                <a:gd name="connsiteY1" fmla="*/ 248186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7193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9638 w 1669638"/>
                <a:gd name="connsiteY0" fmla="*/ 248186 h 248186"/>
                <a:gd name="connsiteX1" fmla="*/ 80 w 1669638"/>
                <a:gd name="connsiteY1" fmla="*/ 247193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668896" h="248186">
                  <a:moveTo>
                    <a:pt x="1668896" y="248186"/>
                  </a:moveTo>
                  <a:lnTo>
                    <a:pt x="331" y="248186"/>
                  </a:lnTo>
                  <a:cubicBezTo>
                    <a:pt x="-110" y="229623"/>
                    <a:pt x="441" y="211060"/>
                    <a:pt x="0" y="192497"/>
                  </a:cubicBezTo>
                  <a:lnTo>
                    <a:pt x="1522910" y="192497"/>
                  </a:lnTo>
                  <a:cubicBezTo>
                    <a:pt x="1465061" y="134140"/>
                    <a:pt x="1411785" y="74768"/>
                    <a:pt x="1376225" y="219"/>
                  </a:cubicBezTo>
                  <a:cubicBezTo>
                    <a:pt x="1396608" y="219"/>
                    <a:pt x="1415468" y="854"/>
                    <a:pt x="1434264" y="219"/>
                  </a:cubicBezTo>
                  <a:cubicBezTo>
                    <a:pt x="1443056" y="-1141"/>
                    <a:pt x="1451568" y="3956"/>
                    <a:pt x="1454520" y="12347"/>
                  </a:cubicBezTo>
                  <a:cubicBezTo>
                    <a:pt x="1472082" y="45816"/>
                    <a:pt x="1493755" y="76961"/>
                    <a:pt x="1519036" y="105057"/>
                  </a:cubicBezTo>
                  <a:cubicBezTo>
                    <a:pt x="1562664" y="155126"/>
                    <a:pt x="1610880" y="201004"/>
                    <a:pt x="1663055" y="242090"/>
                  </a:cubicBezTo>
                  <a:cubicBezTo>
                    <a:pt x="1664833" y="243551"/>
                    <a:pt x="1666610" y="245011"/>
                    <a:pt x="1668261" y="246535"/>
                  </a:cubicBezTo>
                  <a:cubicBezTo>
                    <a:pt x="1668579" y="246599"/>
                    <a:pt x="1668579" y="247170"/>
                    <a:pt x="1668896" y="248186"/>
                  </a:cubicBezTo>
                  <a:close/>
                </a:path>
              </a:pathLst>
            </a:custGeom>
            <a:solidFill>
              <a:srgbClr val="F8D237"/>
            </a:solidFill>
            <a:ln w="6350" cap="flat">
              <a:noFill/>
              <a:prstDash val="solid"/>
              <a:miter/>
            </a:ln>
          </p:spPr>
          <p:txBody>
            <a:bodyPr rtlCol="0" anchor="ctr"/>
            <a:lstStyle/>
            <a:p>
              <a:endParaRPr lang="en-GB"/>
            </a:p>
          </p:txBody>
        </p:sp>
        <p:sp>
          <p:nvSpPr>
            <p:cNvPr id="13" name="Freeform 12">
              <a:extLst>
                <a:ext uri="{FF2B5EF4-FFF2-40B4-BE49-F238E27FC236}">
                  <a16:creationId xmlns:a16="http://schemas.microsoft.com/office/drawing/2014/main" id="{17BA7C41-EA1C-2F4D-90C7-EC472AB85B8A}"/>
                </a:ext>
              </a:extLst>
            </p:cNvPr>
            <p:cNvSpPr/>
            <p:nvPr/>
          </p:nvSpPr>
          <p:spPr>
            <a:xfrm>
              <a:off x="3713028" y="4568727"/>
              <a:ext cx="914141" cy="1401463"/>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solidFill>
              <a:srgbClr val="F8D237"/>
            </a:solidFill>
            <a:ln w="6350" cap="flat">
              <a:noFill/>
              <a:prstDash val="solid"/>
              <a:miter/>
            </a:ln>
          </p:spPr>
          <p:txBody>
            <a:bodyPr rtlCol="0" anchor="ctr"/>
            <a:lstStyle/>
            <a:p>
              <a:endParaRPr lang="en-GB"/>
            </a:p>
          </p:txBody>
        </p:sp>
        <p:sp>
          <p:nvSpPr>
            <p:cNvPr id="20" name="Freeform 19">
              <a:extLst>
                <a:ext uri="{FF2B5EF4-FFF2-40B4-BE49-F238E27FC236}">
                  <a16:creationId xmlns:a16="http://schemas.microsoft.com/office/drawing/2014/main" id="{2F450B4C-241D-A544-BBEF-175E01D6A139}"/>
                </a:ext>
              </a:extLst>
            </p:cNvPr>
            <p:cNvSpPr/>
            <p:nvPr userDrawn="1"/>
          </p:nvSpPr>
          <p:spPr>
            <a:xfrm flipV="1">
              <a:off x="-1717" y="5379567"/>
              <a:ext cx="4004222" cy="595385"/>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670881 w 1670881"/>
                <a:gd name="connsiteY0" fmla="*/ 248186 h 248186"/>
                <a:gd name="connsiteX1" fmla="*/ 921010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70881 w 1670881"/>
                <a:gd name="connsiteY0" fmla="*/ 248186 h 248186"/>
                <a:gd name="connsiteX1" fmla="*/ 1324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69638 w 1669638"/>
                <a:gd name="connsiteY0" fmla="*/ 248186 h 248186"/>
                <a:gd name="connsiteX1" fmla="*/ 81 w 1669638"/>
                <a:gd name="connsiteY1" fmla="*/ 248186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7193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9638 w 1669638"/>
                <a:gd name="connsiteY0" fmla="*/ 248186 h 248186"/>
                <a:gd name="connsiteX1" fmla="*/ 80 w 1669638"/>
                <a:gd name="connsiteY1" fmla="*/ 247193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668896" h="248186">
                  <a:moveTo>
                    <a:pt x="1668896" y="248186"/>
                  </a:moveTo>
                  <a:lnTo>
                    <a:pt x="331" y="248186"/>
                  </a:lnTo>
                  <a:cubicBezTo>
                    <a:pt x="-110" y="229623"/>
                    <a:pt x="441" y="211060"/>
                    <a:pt x="0" y="192497"/>
                  </a:cubicBezTo>
                  <a:lnTo>
                    <a:pt x="1522910" y="192497"/>
                  </a:lnTo>
                  <a:cubicBezTo>
                    <a:pt x="1465061" y="134140"/>
                    <a:pt x="1411785" y="74768"/>
                    <a:pt x="1376225" y="219"/>
                  </a:cubicBezTo>
                  <a:cubicBezTo>
                    <a:pt x="1396608" y="219"/>
                    <a:pt x="1415468" y="854"/>
                    <a:pt x="1434264" y="219"/>
                  </a:cubicBezTo>
                  <a:cubicBezTo>
                    <a:pt x="1443056" y="-1141"/>
                    <a:pt x="1451568" y="3956"/>
                    <a:pt x="1454520" y="12347"/>
                  </a:cubicBezTo>
                  <a:cubicBezTo>
                    <a:pt x="1472082" y="45816"/>
                    <a:pt x="1493755" y="76961"/>
                    <a:pt x="1519036" y="105057"/>
                  </a:cubicBezTo>
                  <a:cubicBezTo>
                    <a:pt x="1562664" y="155126"/>
                    <a:pt x="1610880" y="201004"/>
                    <a:pt x="1663055" y="242090"/>
                  </a:cubicBezTo>
                  <a:cubicBezTo>
                    <a:pt x="1664833" y="243551"/>
                    <a:pt x="1666610" y="245011"/>
                    <a:pt x="1668261" y="246535"/>
                  </a:cubicBezTo>
                  <a:cubicBezTo>
                    <a:pt x="1668579" y="246599"/>
                    <a:pt x="1668579" y="247170"/>
                    <a:pt x="1668896" y="248186"/>
                  </a:cubicBezTo>
                  <a:close/>
                </a:path>
              </a:pathLst>
            </a:custGeom>
            <a:solidFill>
              <a:srgbClr val="F8D237"/>
            </a:solidFill>
            <a:ln w="6350" cap="flat">
              <a:noFill/>
              <a:prstDash val="solid"/>
              <a:miter/>
            </a:ln>
          </p:spPr>
          <p:txBody>
            <a:bodyPr rtlCol="0" anchor="ctr"/>
            <a:lstStyle/>
            <a:p>
              <a:endParaRPr lang="en-GB"/>
            </a:p>
          </p:txBody>
        </p:sp>
      </p:grpSp>
    </p:spTree>
    <p:extLst>
      <p:ext uri="{BB962C8B-B14F-4D97-AF65-F5344CB8AC3E}">
        <p14:creationId xmlns:p14="http://schemas.microsoft.com/office/powerpoint/2010/main" val="998918914"/>
      </p:ext>
    </p:extLst>
  </p:cSld>
  <p:clrMapOvr>
    <a:masterClrMapping/>
  </p:clrMapOvr>
  <p:extLst>
    <p:ext uri="{DCECCB84-F9BA-43D5-87BE-67443E8EF086}">
      <p15:sldGuideLst xmlns:p15="http://schemas.microsoft.com/office/powerpoint/2012/main">
        <p15:guide id="1" orient="horz" pos="845">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showMasterSp="0" preserve="1" userDrawn="1">
  <p:cSld name="1_Text Slide A">
    <p:spTree>
      <p:nvGrpSpPr>
        <p:cNvPr id="1" name=""/>
        <p:cNvGrpSpPr/>
        <p:nvPr/>
      </p:nvGrpSpPr>
      <p:grpSpPr>
        <a:xfrm>
          <a:off x="0" y="0"/>
          <a:ext cx="0" cy="0"/>
          <a:chOff x="0" y="0"/>
          <a:chExt cx="0" cy="0"/>
        </a:xfrm>
      </p:grpSpPr>
      <p:sp>
        <p:nvSpPr>
          <p:cNvPr id="15" name="Text Placeholder 2"/>
          <p:cNvSpPr>
            <a:spLocks noGrp="1"/>
          </p:cNvSpPr>
          <p:nvPr>
            <p:ph type="body" sz="quarter" idx="10" hasCustomPrompt="1"/>
          </p:nvPr>
        </p:nvSpPr>
        <p:spPr>
          <a:xfrm>
            <a:off x="384784" y="1242034"/>
            <a:ext cx="3694112" cy="2917842"/>
          </a:xfrm>
        </p:spPr>
        <p:txBody>
          <a:bodyPr anchor="b"/>
          <a:lstStyle>
            <a:lvl1pPr marL="0" indent="0">
              <a:lnSpc>
                <a:spcPct val="100000"/>
              </a:lnSpc>
              <a:spcAft>
                <a:spcPts val="0"/>
              </a:spcAft>
              <a:buFont typeface="Arial" panose="020B0604020202020204" pitchFamily="34" charset="0"/>
              <a:buNone/>
              <a:defRPr sz="3600" cap="none" baseline="0">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Click to </a:t>
            </a:r>
            <a:br>
              <a:rPr lang="en-US" dirty="0"/>
            </a:br>
            <a:r>
              <a:rPr lang="en-US" dirty="0"/>
              <a:t>edit slide title</a:t>
            </a:r>
          </a:p>
        </p:txBody>
      </p:sp>
      <p:sp>
        <p:nvSpPr>
          <p:cNvPr id="16" name="Text Placeholder 4"/>
          <p:cNvSpPr>
            <a:spLocks noGrp="1"/>
          </p:cNvSpPr>
          <p:nvPr>
            <p:ph type="body" sz="quarter" idx="11" hasCustomPrompt="1"/>
          </p:nvPr>
        </p:nvSpPr>
        <p:spPr>
          <a:xfrm>
            <a:off x="6098146" y="579549"/>
            <a:ext cx="5718225" cy="5899039"/>
          </a:xfrm>
        </p:spPr>
        <p:txBody>
          <a:bodyPr/>
          <a:lstStyle>
            <a:lvl1pPr marL="0" indent="0">
              <a:buFont typeface="Arial" panose="020B0604020202020204" pitchFamily="34" charset="0"/>
              <a:buNone/>
              <a:defRPr sz="2000" b="0"/>
            </a:lvl1pPr>
            <a:lvl2pPr marL="180000" marR="0" indent="-180000" algn="l" defTabSz="914400" rtl="0" eaLnBrk="1" fontAlgn="auto" latinLnBrk="0" hangingPunct="1">
              <a:lnSpc>
                <a:spcPct val="100000"/>
              </a:lnSpc>
              <a:spcBef>
                <a:spcPts val="0"/>
              </a:spcBef>
              <a:spcAft>
                <a:spcPts val="1200"/>
              </a:spcAft>
              <a:buClrTx/>
              <a:buSzPct val="125000"/>
              <a:buFont typeface="Arial" panose="020B0604020202020204" pitchFamily="34" charset="0"/>
              <a:buChar char="•"/>
              <a:tabLst/>
              <a:defRPr sz="2000"/>
            </a:lvl2pPr>
            <a:lvl3pPr marL="180000" indent="-180000">
              <a:buFont typeface="Arial" panose="020B0604020202020204" pitchFamily="34" charset="0"/>
              <a:buChar char="•"/>
              <a:defRPr sz="2000"/>
            </a:lvl3pPr>
            <a:lvl4pPr marL="180000" indent="-180000">
              <a:buFont typeface="Arial" panose="020B0604020202020204" pitchFamily="34" charset="0"/>
              <a:buChar char="•"/>
              <a:defRPr/>
            </a:lvl4pPr>
            <a:lvl5pPr marL="180000" indent="-180000">
              <a:buFont typeface="Arial" panose="020B0604020202020204" pitchFamily="34" charset="0"/>
              <a:buChar char="•"/>
              <a:defRPr/>
            </a:lvl5pPr>
          </a:lstStyle>
          <a:p>
            <a:pPr lvl="0"/>
            <a:r>
              <a:rPr lang="en-US" dirty="0"/>
              <a:t>Edit text</a:t>
            </a:r>
          </a:p>
          <a:p>
            <a:pPr lvl="1"/>
            <a:r>
              <a:rPr lang="en-US" dirty="0"/>
              <a:t>Second level</a:t>
            </a:r>
          </a:p>
          <a:p>
            <a:pPr lvl="2"/>
            <a:r>
              <a:rPr lang="en-GB" dirty="0"/>
              <a:t>Third level</a:t>
            </a:r>
          </a:p>
          <a:p>
            <a:pPr lvl="2"/>
            <a:r>
              <a:rPr lang="en-GB" dirty="0"/>
              <a:t>Fourth level</a:t>
            </a:r>
          </a:p>
          <a:p>
            <a:pPr lvl="2"/>
            <a:r>
              <a:rPr lang="en-GB" dirty="0"/>
              <a:t>Fifth level</a:t>
            </a:r>
          </a:p>
        </p:txBody>
      </p:sp>
      <p:grpSp>
        <p:nvGrpSpPr>
          <p:cNvPr id="28" name="Group 27"/>
          <p:cNvGrpSpPr/>
          <p:nvPr userDrawn="1"/>
        </p:nvGrpSpPr>
        <p:grpSpPr>
          <a:xfrm>
            <a:off x="-6058" y="3531457"/>
            <a:ext cx="5797612" cy="2365031"/>
            <a:chOff x="-2229" y="2361812"/>
            <a:chExt cx="11067619" cy="4514835"/>
          </a:xfrm>
        </p:grpSpPr>
        <p:sp>
          <p:nvSpPr>
            <p:cNvPr id="29" name="Freeform 28">
              <a:extLst>
                <a:ext uri="{FF2B5EF4-FFF2-40B4-BE49-F238E27FC236}">
                  <a16:creationId xmlns:a16="http://schemas.microsoft.com/office/drawing/2014/main" id="{2F450B4C-241D-A544-BBEF-175E01D6A139}"/>
                </a:ext>
              </a:extLst>
            </p:cNvPr>
            <p:cNvSpPr/>
            <p:nvPr userDrawn="1"/>
          </p:nvSpPr>
          <p:spPr>
            <a:xfrm>
              <a:off x="-2229" y="2361812"/>
              <a:ext cx="9087449" cy="1912558"/>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806"/>
                <a:gd name="connsiteX1" fmla="*/ 62 w 1182006"/>
                <a:gd name="connsiteY1" fmla="*/ 248806 h 248806"/>
                <a:gd name="connsiteX2" fmla="*/ 0 w 1182006"/>
                <a:gd name="connsiteY2" fmla="*/ 192497 h 248806"/>
                <a:gd name="connsiteX3" fmla="*/ 1036020 w 1182006"/>
                <a:gd name="connsiteY3" fmla="*/ 192497 h 248806"/>
                <a:gd name="connsiteX4" fmla="*/ 889335 w 1182006"/>
                <a:gd name="connsiteY4" fmla="*/ 219 h 248806"/>
                <a:gd name="connsiteX5" fmla="*/ 947374 w 1182006"/>
                <a:gd name="connsiteY5" fmla="*/ 219 h 248806"/>
                <a:gd name="connsiteX6" fmla="*/ 967630 w 1182006"/>
                <a:gd name="connsiteY6" fmla="*/ 12347 h 248806"/>
                <a:gd name="connsiteX7" fmla="*/ 1032146 w 1182006"/>
                <a:gd name="connsiteY7" fmla="*/ 105057 h 248806"/>
                <a:gd name="connsiteX8" fmla="*/ 1176165 w 1182006"/>
                <a:gd name="connsiteY8" fmla="*/ 242090 h 248806"/>
                <a:gd name="connsiteX9" fmla="*/ 1181371 w 1182006"/>
                <a:gd name="connsiteY9" fmla="*/ 246535 h 248806"/>
                <a:gd name="connsiteX10" fmla="*/ 1182006 w 1182006"/>
                <a:gd name="connsiteY10" fmla="*/ 248186 h 2488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182006" h="248806">
                  <a:moveTo>
                    <a:pt x="1182006" y="248186"/>
                  </a:moveTo>
                  <a:lnTo>
                    <a:pt x="62" y="248806"/>
                  </a:lnTo>
                  <a:cubicBezTo>
                    <a:pt x="41" y="230036"/>
                    <a:pt x="21" y="211267"/>
                    <a:pt x="0" y="192497"/>
                  </a:cubicBezTo>
                  <a:lnTo>
                    <a:pt x="1036020" y="192497"/>
                  </a:lnTo>
                  <a:cubicBezTo>
                    <a:pt x="978171" y="134140"/>
                    <a:pt x="924895" y="74768"/>
                    <a:pt x="889335" y="219"/>
                  </a:cubicBezTo>
                  <a:cubicBezTo>
                    <a:pt x="909718" y="219"/>
                    <a:pt x="928578" y="854"/>
                    <a:pt x="947374" y="219"/>
                  </a:cubicBezTo>
                  <a:cubicBezTo>
                    <a:pt x="956166" y="-1141"/>
                    <a:pt x="964678" y="3956"/>
                    <a:pt x="967630" y="12347"/>
                  </a:cubicBezTo>
                  <a:cubicBezTo>
                    <a:pt x="985192" y="45816"/>
                    <a:pt x="1006865" y="76961"/>
                    <a:pt x="1032146" y="105057"/>
                  </a:cubicBezTo>
                  <a:cubicBezTo>
                    <a:pt x="1075774" y="155126"/>
                    <a:pt x="1123990" y="201004"/>
                    <a:pt x="1176165" y="242090"/>
                  </a:cubicBezTo>
                  <a:cubicBezTo>
                    <a:pt x="1177943" y="243551"/>
                    <a:pt x="1179720" y="245011"/>
                    <a:pt x="1181371" y="246535"/>
                  </a:cubicBezTo>
                  <a:cubicBezTo>
                    <a:pt x="1181689" y="246599"/>
                    <a:pt x="1181689" y="247170"/>
                    <a:pt x="1182006" y="248186"/>
                  </a:cubicBezTo>
                  <a:close/>
                </a:path>
              </a:pathLst>
            </a:custGeom>
            <a:solidFill>
              <a:srgbClr val="F3622C"/>
            </a:solidFill>
            <a:ln w="6350" cap="flat">
              <a:noFill/>
              <a:prstDash val="solid"/>
              <a:miter/>
            </a:ln>
          </p:spPr>
          <p:txBody>
            <a:bodyPr rtlCol="0" anchor="ctr"/>
            <a:lstStyle/>
            <a:p>
              <a:endParaRPr lang="en-GB"/>
            </a:p>
          </p:txBody>
        </p:sp>
        <p:sp>
          <p:nvSpPr>
            <p:cNvPr id="30" name="Freeform 29">
              <a:extLst>
                <a:ext uri="{FF2B5EF4-FFF2-40B4-BE49-F238E27FC236}">
                  <a16:creationId xmlns:a16="http://schemas.microsoft.com/office/drawing/2014/main" id="{17BA7C41-EA1C-2F4D-90C7-EC472AB85B8A}"/>
                </a:ext>
              </a:extLst>
            </p:cNvPr>
            <p:cNvSpPr/>
            <p:nvPr/>
          </p:nvSpPr>
          <p:spPr>
            <a:xfrm>
              <a:off x="8136202" y="2367285"/>
              <a:ext cx="2929188" cy="4490714"/>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solidFill>
              <a:srgbClr val="F3622C"/>
            </a:solidFill>
            <a:ln w="6350" cap="flat">
              <a:noFill/>
              <a:prstDash val="solid"/>
              <a:miter/>
            </a:ln>
          </p:spPr>
          <p:txBody>
            <a:bodyPr rtlCol="0" anchor="ctr"/>
            <a:lstStyle/>
            <a:p>
              <a:endParaRPr lang="en-GB"/>
            </a:p>
          </p:txBody>
        </p:sp>
        <p:sp>
          <p:nvSpPr>
            <p:cNvPr id="31" name="Freeform 30">
              <a:extLst>
                <a:ext uri="{FF2B5EF4-FFF2-40B4-BE49-F238E27FC236}">
                  <a16:creationId xmlns:a16="http://schemas.microsoft.com/office/drawing/2014/main" id="{2F450B4C-241D-A544-BBEF-175E01D6A139}"/>
                </a:ext>
              </a:extLst>
            </p:cNvPr>
            <p:cNvSpPr/>
            <p:nvPr userDrawn="1"/>
          </p:nvSpPr>
          <p:spPr>
            <a:xfrm flipV="1">
              <a:off x="-467" y="4964089"/>
              <a:ext cx="9087449" cy="1912558"/>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806"/>
                <a:gd name="connsiteX1" fmla="*/ 62 w 1182006"/>
                <a:gd name="connsiteY1" fmla="*/ 248806 h 248806"/>
                <a:gd name="connsiteX2" fmla="*/ 0 w 1182006"/>
                <a:gd name="connsiteY2" fmla="*/ 192497 h 248806"/>
                <a:gd name="connsiteX3" fmla="*/ 1036020 w 1182006"/>
                <a:gd name="connsiteY3" fmla="*/ 192497 h 248806"/>
                <a:gd name="connsiteX4" fmla="*/ 889335 w 1182006"/>
                <a:gd name="connsiteY4" fmla="*/ 219 h 248806"/>
                <a:gd name="connsiteX5" fmla="*/ 947374 w 1182006"/>
                <a:gd name="connsiteY5" fmla="*/ 219 h 248806"/>
                <a:gd name="connsiteX6" fmla="*/ 967630 w 1182006"/>
                <a:gd name="connsiteY6" fmla="*/ 12347 h 248806"/>
                <a:gd name="connsiteX7" fmla="*/ 1032146 w 1182006"/>
                <a:gd name="connsiteY7" fmla="*/ 105057 h 248806"/>
                <a:gd name="connsiteX8" fmla="*/ 1176165 w 1182006"/>
                <a:gd name="connsiteY8" fmla="*/ 242090 h 248806"/>
                <a:gd name="connsiteX9" fmla="*/ 1181371 w 1182006"/>
                <a:gd name="connsiteY9" fmla="*/ 246535 h 248806"/>
                <a:gd name="connsiteX10" fmla="*/ 1182006 w 1182006"/>
                <a:gd name="connsiteY10" fmla="*/ 248186 h 2488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182006" h="248806">
                  <a:moveTo>
                    <a:pt x="1182006" y="248186"/>
                  </a:moveTo>
                  <a:lnTo>
                    <a:pt x="62" y="248806"/>
                  </a:lnTo>
                  <a:cubicBezTo>
                    <a:pt x="41" y="230036"/>
                    <a:pt x="21" y="211267"/>
                    <a:pt x="0" y="192497"/>
                  </a:cubicBezTo>
                  <a:lnTo>
                    <a:pt x="1036020" y="192497"/>
                  </a:lnTo>
                  <a:cubicBezTo>
                    <a:pt x="978171" y="134140"/>
                    <a:pt x="924895" y="74768"/>
                    <a:pt x="889335" y="219"/>
                  </a:cubicBezTo>
                  <a:cubicBezTo>
                    <a:pt x="909718" y="219"/>
                    <a:pt x="928578" y="854"/>
                    <a:pt x="947374" y="219"/>
                  </a:cubicBezTo>
                  <a:cubicBezTo>
                    <a:pt x="956166" y="-1141"/>
                    <a:pt x="964678" y="3956"/>
                    <a:pt x="967630" y="12347"/>
                  </a:cubicBezTo>
                  <a:cubicBezTo>
                    <a:pt x="985192" y="45816"/>
                    <a:pt x="1006865" y="76961"/>
                    <a:pt x="1032146" y="105057"/>
                  </a:cubicBezTo>
                  <a:cubicBezTo>
                    <a:pt x="1075774" y="155126"/>
                    <a:pt x="1123990" y="201004"/>
                    <a:pt x="1176165" y="242090"/>
                  </a:cubicBezTo>
                  <a:cubicBezTo>
                    <a:pt x="1177943" y="243551"/>
                    <a:pt x="1179720" y="245011"/>
                    <a:pt x="1181371" y="246535"/>
                  </a:cubicBezTo>
                  <a:cubicBezTo>
                    <a:pt x="1181689" y="246599"/>
                    <a:pt x="1181689" y="247170"/>
                    <a:pt x="1182006" y="248186"/>
                  </a:cubicBezTo>
                  <a:close/>
                </a:path>
              </a:pathLst>
            </a:custGeom>
            <a:solidFill>
              <a:srgbClr val="F3622C"/>
            </a:solidFill>
            <a:ln w="6350" cap="flat">
              <a:noFill/>
              <a:prstDash val="solid"/>
              <a:miter/>
            </a:ln>
          </p:spPr>
          <p:txBody>
            <a:bodyPr rtlCol="0" anchor="ctr"/>
            <a:lstStyle/>
            <a:p>
              <a:endParaRPr lang="en-GB"/>
            </a:p>
          </p:txBody>
        </p:sp>
      </p:grpSp>
    </p:spTree>
    <p:extLst>
      <p:ext uri="{BB962C8B-B14F-4D97-AF65-F5344CB8AC3E}">
        <p14:creationId xmlns:p14="http://schemas.microsoft.com/office/powerpoint/2010/main" val="1416148498"/>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3_Text and Image (half screen)">
    <p:bg>
      <p:bgPr>
        <a:solidFill>
          <a:schemeClr val="bg1"/>
        </a:solidFill>
        <a:effectLst/>
      </p:bgPr>
    </p:bg>
    <p:spTree>
      <p:nvGrpSpPr>
        <p:cNvPr id="1" name=""/>
        <p:cNvGrpSpPr/>
        <p:nvPr/>
      </p:nvGrpSpPr>
      <p:grpSpPr>
        <a:xfrm>
          <a:off x="0" y="0"/>
          <a:ext cx="0" cy="0"/>
          <a:chOff x="0" y="0"/>
          <a:chExt cx="0" cy="0"/>
        </a:xfrm>
      </p:grpSpPr>
      <p:sp>
        <p:nvSpPr>
          <p:cNvPr id="10" name="Text Placeholder 7"/>
          <p:cNvSpPr>
            <a:spLocks noGrp="1"/>
          </p:cNvSpPr>
          <p:nvPr>
            <p:ph type="body" sz="quarter" idx="11" hasCustomPrompt="1"/>
          </p:nvPr>
        </p:nvSpPr>
        <p:spPr>
          <a:xfrm>
            <a:off x="373063" y="1892635"/>
            <a:ext cx="6143484" cy="4376323"/>
          </a:xfrm>
        </p:spPr>
        <p:txBody>
          <a:bodyPr/>
          <a:lstStyle>
            <a:lvl1pPr marL="0" indent="0">
              <a:lnSpc>
                <a:spcPct val="100000"/>
              </a:lnSpc>
              <a:buFont typeface="Arial" panose="020B0604020202020204" pitchFamily="34" charset="0"/>
              <a:buNone/>
              <a:defRPr sz="2000" b="0"/>
            </a:lvl1pPr>
            <a:lvl2pPr marL="171450" indent="-171450">
              <a:lnSpc>
                <a:spcPct val="100000"/>
              </a:lnSpc>
              <a:buFont typeface="Arial" panose="020B0604020202020204" pitchFamily="34" charset="0"/>
              <a:buChar char="•"/>
              <a:defRPr sz="2000" b="0"/>
            </a:lvl2pPr>
            <a:lvl3pPr>
              <a:lnSpc>
                <a:spcPct val="100000"/>
              </a:lnSpc>
              <a:defRPr sz="1800" b="0"/>
            </a:lvl3pPr>
            <a:lvl4pPr>
              <a:lnSpc>
                <a:spcPct val="100000"/>
              </a:lnSpc>
              <a:defRPr sz="1800" b="0"/>
            </a:lvl4pPr>
            <a:lvl5pPr>
              <a:lnSpc>
                <a:spcPct val="100000"/>
              </a:lnSpc>
              <a:defRPr sz="1800" b="0"/>
            </a:lvl5pPr>
          </a:lstStyle>
          <a:p>
            <a:pPr lvl="0"/>
            <a:r>
              <a:rPr lang="en-US" dirty="0"/>
              <a:t>Edit text</a:t>
            </a:r>
          </a:p>
          <a:p>
            <a:pPr lvl="1"/>
            <a:r>
              <a:rPr lang="en-US" dirty="0"/>
              <a:t>Second level</a:t>
            </a:r>
          </a:p>
          <a:p>
            <a:pPr lvl="1"/>
            <a:r>
              <a:rPr lang="en-US" dirty="0"/>
              <a:t>Third level</a:t>
            </a:r>
          </a:p>
          <a:p>
            <a:pPr lvl="1"/>
            <a:r>
              <a:rPr lang="en-US" dirty="0"/>
              <a:t>Fourth level</a:t>
            </a:r>
          </a:p>
          <a:p>
            <a:pPr lvl="1"/>
            <a:r>
              <a:rPr lang="en-US" dirty="0"/>
              <a:t>Fifth level</a:t>
            </a:r>
          </a:p>
        </p:txBody>
      </p:sp>
      <p:sp>
        <p:nvSpPr>
          <p:cNvPr id="7" name="Picture Placeholder 4">
            <a:extLst>
              <a:ext uri="{FF2B5EF4-FFF2-40B4-BE49-F238E27FC236}">
                <a16:creationId xmlns:a16="http://schemas.microsoft.com/office/drawing/2014/main" id="{749837D3-F6DB-DB49-B987-A2004B0611D5}"/>
              </a:ext>
            </a:extLst>
          </p:cNvPr>
          <p:cNvSpPr>
            <a:spLocks noGrp="1"/>
          </p:cNvSpPr>
          <p:nvPr>
            <p:ph type="pic" sz="quarter" idx="13"/>
          </p:nvPr>
        </p:nvSpPr>
        <p:spPr>
          <a:xfrm>
            <a:off x="6967959" y="0"/>
            <a:ext cx="5224040" cy="6857999"/>
          </a:xfrm>
          <a:prstGeom prst="rect">
            <a:avLst/>
          </a:prstGeom>
        </p:spPr>
        <p:txBody>
          <a:bodyPr/>
          <a:lstStyle>
            <a:lvl1pPr marL="0" indent="0">
              <a:buNone/>
              <a:defRPr/>
            </a:lvl1pPr>
          </a:lstStyle>
          <a:p>
            <a:r>
              <a:rPr lang="en-US" dirty="0"/>
              <a:t>Click icon to add picture</a:t>
            </a:r>
          </a:p>
        </p:txBody>
      </p:sp>
      <p:sp>
        <p:nvSpPr>
          <p:cNvPr id="11" name="Text Placeholder 2"/>
          <p:cNvSpPr>
            <a:spLocks noGrp="1"/>
          </p:cNvSpPr>
          <p:nvPr>
            <p:ph type="body" sz="quarter" idx="12" hasCustomPrompt="1"/>
          </p:nvPr>
        </p:nvSpPr>
        <p:spPr>
          <a:xfrm>
            <a:off x="385650" y="1147572"/>
            <a:ext cx="5123903" cy="520262"/>
          </a:xfrm>
        </p:spPr>
        <p:txBody>
          <a:bodyPr/>
          <a:lstStyle>
            <a:lvl1pPr marL="0" indent="0">
              <a:lnSpc>
                <a:spcPct val="100000"/>
              </a:lnSpc>
              <a:spcAft>
                <a:spcPts val="0"/>
              </a:spcAft>
              <a:buFont typeface="Arial" panose="020B0604020202020204" pitchFamily="34" charset="0"/>
              <a:buNone/>
              <a:defRPr sz="3600" cap="none" baseline="0">
                <a:solidFill>
                  <a:srgbClr val="004050"/>
                </a:solidFill>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Click to edit slide title</a:t>
            </a:r>
          </a:p>
        </p:txBody>
      </p:sp>
      <p:sp>
        <p:nvSpPr>
          <p:cNvPr id="5"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56421" y="6511672"/>
            <a:ext cx="785483" cy="180000"/>
          </a:xfrm>
          <a:prstGeom prst="rect">
            <a:avLst/>
          </a:prstGeom>
        </p:spPr>
        <p:txBody>
          <a:bodyPr vert="horz" lIns="0" tIns="0" rIns="0" bIns="0" rtlCol="0" anchor="b" anchorCtr="0"/>
          <a:lstStyle>
            <a:lvl1pPr algn="r">
              <a:defRPr sz="760" b="1" i="0">
                <a:solidFill>
                  <a:schemeClr val="tx1"/>
                </a:solidFill>
                <a:latin typeface="Montserrat" pitchFamily="2" charset="77"/>
              </a:defRPr>
            </a:lvl1pPr>
          </a:lstStyle>
          <a:p>
            <a:fld id="{EF892D59-8F09-EF4B-AD6D-DA609442F868}" type="slidenum">
              <a:rPr lang="en-GB" smtClean="0"/>
              <a:pPr/>
              <a:t>‹#›</a:t>
            </a:fld>
            <a:endParaRPr lang="en-GB" dirty="0"/>
          </a:p>
        </p:txBody>
      </p:sp>
      <p:sp>
        <p:nvSpPr>
          <p:cNvPr id="16" name="Freeform 15">
            <a:extLst>
              <a:ext uri="{FF2B5EF4-FFF2-40B4-BE49-F238E27FC236}">
                <a16:creationId xmlns:a16="http://schemas.microsoft.com/office/drawing/2014/main" id="{D44E23D4-CD16-B448-8F0A-11F5CE4FAB4C}"/>
              </a:ext>
            </a:extLst>
          </p:cNvPr>
          <p:cNvSpPr/>
          <p:nvPr userDrawn="1"/>
        </p:nvSpPr>
        <p:spPr>
          <a:xfrm>
            <a:off x="3229535" y="4488657"/>
            <a:ext cx="3729957" cy="2369343"/>
          </a:xfrm>
          <a:custGeom>
            <a:avLst/>
            <a:gdLst>
              <a:gd name="connsiteX0" fmla="*/ 117151 w 1009650"/>
              <a:gd name="connsiteY0" fmla="*/ 24275 h 641350"/>
              <a:gd name="connsiteX1" fmla="*/ 692 w 1009650"/>
              <a:gd name="connsiteY1" fmla="*/ 235603 h 641350"/>
              <a:gd name="connsiteX2" fmla="*/ 208781 w 1009650"/>
              <a:gd name="connsiteY2" fmla="*/ 429659 h 641350"/>
              <a:gd name="connsiteX3" fmla="*/ 350450 w 1009650"/>
              <a:gd name="connsiteY3" fmla="*/ 429659 h 641350"/>
              <a:gd name="connsiteX4" fmla="*/ 350450 w 1009650"/>
              <a:gd name="connsiteY4" fmla="*/ 641432 h 641350"/>
              <a:gd name="connsiteX5" fmla="*/ 428301 w 1009650"/>
              <a:gd name="connsiteY5" fmla="*/ 641432 h 641350"/>
              <a:gd name="connsiteX6" fmla="*/ 428301 w 1009650"/>
              <a:gd name="connsiteY6" fmla="*/ 430358 h 641350"/>
              <a:gd name="connsiteX7" fmla="*/ 777551 w 1009650"/>
              <a:gd name="connsiteY7" fmla="*/ 430358 h 641350"/>
              <a:gd name="connsiteX8" fmla="*/ 652519 w 1009650"/>
              <a:gd name="connsiteY8" fmla="*/ 640352 h 641350"/>
              <a:gd name="connsiteX9" fmla="*/ 698747 w 1009650"/>
              <a:gd name="connsiteY9" fmla="*/ 640352 h 641350"/>
              <a:gd name="connsiteX10" fmla="*/ 713225 w 1009650"/>
              <a:gd name="connsiteY10" fmla="*/ 633050 h 641350"/>
              <a:gd name="connsiteX11" fmla="*/ 864800 w 1009650"/>
              <a:gd name="connsiteY11" fmla="*/ 484206 h 641350"/>
              <a:gd name="connsiteX12" fmla="*/ 1004881 w 1009650"/>
              <a:gd name="connsiteY12" fmla="*/ 412641 h 641350"/>
              <a:gd name="connsiteX13" fmla="*/ 1011231 w 1009650"/>
              <a:gd name="connsiteY13" fmla="*/ 402608 h 641350"/>
              <a:gd name="connsiteX14" fmla="*/ 1011231 w 1009650"/>
              <a:gd name="connsiteY14" fmla="*/ 379685 h 641350"/>
              <a:gd name="connsiteX15" fmla="*/ 1003547 w 1009650"/>
              <a:gd name="connsiteY15" fmla="*/ 368826 h 641350"/>
              <a:gd name="connsiteX16" fmla="*/ 710241 w 1009650"/>
              <a:gd name="connsiteY16" fmla="*/ 145624 h 641350"/>
              <a:gd name="connsiteX17" fmla="*/ 705224 w 1009650"/>
              <a:gd name="connsiteY17" fmla="*/ 141687 h 641350"/>
              <a:gd name="connsiteX18" fmla="*/ 652138 w 1009650"/>
              <a:gd name="connsiteY18" fmla="*/ 141687 h 641350"/>
              <a:gd name="connsiteX19" fmla="*/ 777487 w 1009650"/>
              <a:gd name="connsiteY19" fmla="*/ 353078 h 641350"/>
              <a:gd name="connsiteX20" fmla="*/ 428237 w 1009650"/>
              <a:gd name="connsiteY20" fmla="*/ 353078 h 641350"/>
              <a:gd name="connsiteX21" fmla="*/ 428237 w 1009650"/>
              <a:gd name="connsiteY21" fmla="*/ 344887 h 641350"/>
              <a:gd name="connsiteX22" fmla="*/ 428237 w 1009650"/>
              <a:gd name="connsiteY22" fmla="*/ 210013 h 641350"/>
              <a:gd name="connsiteX23" fmla="*/ 422776 w 1009650"/>
              <a:gd name="connsiteY23" fmla="*/ 165563 h 641350"/>
              <a:gd name="connsiteX24" fmla="*/ 278060 w 1009650"/>
              <a:gd name="connsiteY24" fmla="*/ 11385 h 641350"/>
              <a:gd name="connsiteX25" fmla="*/ 117151 w 1009650"/>
              <a:gd name="connsiteY25" fmla="*/ 24275 h 641350"/>
              <a:gd name="connsiteX26" fmla="*/ 331654 w 1009650"/>
              <a:gd name="connsiteY26" fmla="*/ 145370 h 641350"/>
              <a:gd name="connsiteX27" fmla="*/ 350704 w 1009650"/>
              <a:gd name="connsiteY27" fmla="*/ 216045 h 641350"/>
              <a:gd name="connsiteX28" fmla="*/ 350704 w 1009650"/>
              <a:gd name="connsiteY28" fmla="*/ 343045 h 641350"/>
              <a:gd name="connsiteX29" fmla="*/ 350704 w 1009650"/>
              <a:gd name="connsiteY29" fmla="*/ 352634 h 641350"/>
              <a:gd name="connsiteX30" fmla="*/ 346513 w 1009650"/>
              <a:gd name="connsiteY30" fmla="*/ 353142 h 641350"/>
              <a:gd name="connsiteX31" fmla="*/ 208591 w 1009650"/>
              <a:gd name="connsiteY31" fmla="*/ 352697 h 641350"/>
              <a:gd name="connsiteX32" fmla="*/ 104069 w 1009650"/>
              <a:gd name="connsiteY32" fmla="*/ 297579 h 641350"/>
              <a:gd name="connsiteX33" fmla="*/ 190493 w 1009650"/>
              <a:gd name="connsiteY33" fmla="*/ 79457 h 641350"/>
              <a:gd name="connsiteX34" fmla="*/ 331654 w 1009650"/>
              <a:gd name="connsiteY34" fmla="*/ 145370 h 6413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1009650" h="641350">
                <a:moveTo>
                  <a:pt x="117151" y="24275"/>
                </a:moveTo>
                <a:cubicBezTo>
                  <a:pt x="34918" y="69741"/>
                  <a:pt x="-5912" y="140163"/>
                  <a:pt x="692" y="235603"/>
                </a:cubicBezTo>
                <a:cubicBezTo>
                  <a:pt x="7994" y="341013"/>
                  <a:pt x="103117" y="429659"/>
                  <a:pt x="208781" y="429659"/>
                </a:cubicBezTo>
                <a:lnTo>
                  <a:pt x="350450" y="429659"/>
                </a:lnTo>
                <a:lnTo>
                  <a:pt x="350450" y="641432"/>
                </a:lnTo>
                <a:lnTo>
                  <a:pt x="428301" y="641432"/>
                </a:lnTo>
                <a:lnTo>
                  <a:pt x="428301" y="430358"/>
                </a:lnTo>
                <a:lnTo>
                  <a:pt x="777551" y="430358"/>
                </a:lnTo>
                <a:cubicBezTo>
                  <a:pt x="722305" y="492842"/>
                  <a:pt x="679379" y="561231"/>
                  <a:pt x="652519" y="640352"/>
                </a:cubicBezTo>
                <a:cubicBezTo>
                  <a:pt x="668712" y="640352"/>
                  <a:pt x="683761" y="640352"/>
                  <a:pt x="698747" y="640352"/>
                </a:cubicBezTo>
                <a:cubicBezTo>
                  <a:pt x="704581" y="640933"/>
                  <a:pt x="710224" y="638086"/>
                  <a:pt x="713225" y="633050"/>
                </a:cubicBezTo>
                <a:cubicBezTo>
                  <a:pt x="754165" y="574534"/>
                  <a:pt x="805550" y="524075"/>
                  <a:pt x="864800" y="484206"/>
                </a:cubicBezTo>
                <a:cubicBezTo>
                  <a:pt x="908435" y="454786"/>
                  <a:pt x="955471" y="430757"/>
                  <a:pt x="1004881" y="412641"/>
                </a:cubicBezTo>
                <a:cubicBezTo>
                  <a:pt x="1009346" y="411541"/>
                  <a:pt x="1012148" y="407114"/>
                  <a:pt x="1011231" y="402608"/>
                </a:cubicBezTo>
                <a:cubicBezTo>
                  <a:pt x="1010723" y="394975"/>
                  <a:pt x="1010723" y="387317"/>
                  <a:pt x="1011231" y="379685"/>
                </a:cubicBezTo>
                <a:cubicBezTo>
                  <a:pt x="1011802" y="373335"/>
                  <a:pt x="1009135" y="370922"/>
                  <a:pt x="1003547" y="368826"/>
                </a:cubicBezTo>
                <a:cubicBezTo>
                  <a:pt x="883532" y="323741"/>
                  <a:pt x="784154" y="251351"/>
                  <a:pt x="710241" y="145624"/>
                </a:cubicBezTo>
                <a:cubicBezTo>
                  <a:pt x="709034" y="143909"/>
                  <a:pt x="706939" y="141750"/>
                  <a:pt x="705224" y="141687"/>
                </a:cubicBezTo>
                <a:cubicBezTo>
                  <a:pt x="687889" y="141687"/>
                  <a:pt x="670616" y="141687"/>
                  <a:pt x="652138" y="141687"/>
                </a:cubicBezTo>
                <a:cubicBezTo>
                  <a:pt x="678808" y="221506"/>
                  <a:pt x="721988" y="290213"/>
                  <a:pt x="777487" y="353078"/>
                </a:cubicBezTo>
                <a:lnTo>
                  <a:pt x="428237" y="353078"/>
                </a:lnTo>
                <a:lnTo>
                  <a:pt x="428237" y="344887"/>
                </a:lnTo>
                <a:cubicBezTo>
                  <a:pt x="428237" y="299929"/>
                  <a:pt x="428681" y="254971"/>
                  <a:pt x="428237" y="210013"/>
                </a:cubicBezTo>
                <a:cubicBezTo>
                  <a:pt x="428159" y="195034"/>
                  <a:pt x="426326" y="180115"/>
                  <a:pt x="422776" y="165563"/>
                </a:cubicBezTo>
                <a:cubicBezTo>
                  <a:pt x="402392" y="88283"/>
                  <a:pt x="353498" y="36150"/>
                  <a:pt x="278060" y="11385"/>
                </a:cubicBezTo>
                <a:cubicBezTo>
                  <a:pt x="223323" y="-6776"/>
                  <a:pt x="167760" y="-3728"/>
                  <a:pt x="117151" y="24275"/>
                </a:cubicBezTo>
                <a:close/>
                <a:moveTo>
                  <a:pt x="331654" y="145370"/>
                </a:moveTo>
                <a:cubicBezTo>
                  <a:pt x="344472" y="166690"/>
                  <a:pt x="351071" y="191171"/>
                  <a:pt x="350704" y="216045"/>
                </a:cubicBezTo>
                <a:cubicBezTo>
                  <a:pt x="350704" y="258463"/>
                  <a:pt x="350704" y="300818"/>
                  <a:pt x="350704" y="343045"/>
                </a:cubicBezTo>
                <a:lnTo>
                  <a:pt x="350704" y="352634"/>
                </a:lnTo>
                <a:cubicBezTo>
                  <a:pt x="349319" y="352892"/>
                  <a:pt x="347920" y="353061"/>
                  <a:pt x="346513" y="353142"/>
                </a:cubicBezTo>
                <a:cubicBezTo>
                  <a:pt x="300539" y="353142"/>
                  <a:pt x="254564" y="353142"/>
                  <a:pt x="208591" y="352697"/>
                </a:cubicBezTo>
                <a:cubicBezTo>
                  <a:pt x="164649" y="352062"/>
                  <a:pt x="129724" y="332123"/>
                  <a:pt x="104069" y="297579"/>
                </a:cubicBezTo>
                <a:cubicBezTo>
                  <a:pt x="38347" y="209187"/>
                  <a:pt x="96132" y="97173"/>
                  <a:pt x="190493" y="79457"/>
                </a:cubicBezTo>
                <a:cubicBezTo>
                  <a:pt x="246651" y="70112"/>
                  <a:pt x="302766" y="96313"/>
                  <a:pt x="331654" y="145370"/>
                </a:cubicBezTo>
                <a:close/>
              </a:path>
            </a:pathLst>
          </a:custGeom>
          <a:solidFill>
            <a:srgbClr val="F1612C"/>
          </a:solidFill>
          <a:ln w="6350" cap="flat">
            <a:noFill/>
            <a:prstDash val="solid"/>
            <a:miter/>
          </a:ln>
        </p:spPr>
        <p:txBody>
          <a:bodyPr rtlCol="0" anchor="ctr"/>
          <a:lstStyle/>
          <a:p>
            <a:endParaRPr lang="en-GB"/>
          </a:p>
        </p:txBody>
      </p:sp>
      <p:sp>
        <p:nvSpPr>
          <p:cNvPr id="8" name="Rectangle 7"/>
          <p:cNvSpPr/>
          <p:nvPr userDrawn="1"/>
        </p:nvSpPr>
        <p:spPr>
          <a:xfrm>
            <a:off x="0" y="75715"/>
            <a:ext cx="1089126" cy="8095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1100865721"/>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showMasterSp="0" preserve="1" userDrawn="1">
  <p:cSld name="2_Activity 1">
    <p:bg>
      <p:bgPr>
        <a:solidFill>
          <a:srgbClr val="F3622C"/>
        </a:solidFill>
        <a:effectLst/>
      </p:bgPr>
    </p:bg>
    <p:spTree>
      <p:nvGrpSpPr>
        <p:cNvPr id="1" name=""/>
        <p:cNvGrpSpPr/>
        <p:nvPr/>
      </p:nvGrpSpPr>
      <p:grpSpPr>
        <a:xfrm>
          <a:off x="0" y="0"/>
          <a:ext cx="0" cy="0"/>
          <a:chOff x="0" y="0"/>
          <a:chExt cx="0" cy="0"/>
        </a:xfrm>
      </p:grpSpPr>
      <p:sp>
        <p:nvSpPr>
          <p:cNvPr id="10" name="Freeform 9">
            <a:extLst>
              <a:ext uri="{FF2B5EF4-FFF2-40B4-BE49-F238E27FC236}">
                <a16:creationId xmlns:a16="http://schemas.microsoft.com/office/drawing/2014/main" id="{56887D20-DCD6-8E49-BF31-8F4C2FCCD421}"/>
              </a:ext>
            </a:extLst>
          </p:cNvPr>
          <p:cNvSpPr/>
          <p:nvPr userDrawn="1"/>
        </p:nvSpPr>
        <p:spPr>
          <a:xfrm>
            <a:off x="487005" y="518307"/>
            <a:ext cx="3525956" cy="4061544"/>
          </a:xfrm>
          <a:custGeom>
            <a:avLst/>
            <a:gdLst>
              <a:gd name="connsiteX0" fmla="*/ 1008895 w 1003300"/>
              <a:gd name="connsiteY0" fmla="*/ 731076 h 1155700"/>
              <a:gd name="connsiteX1" fmla="*/ 581921 w 1003300"/>
              <a:gd name="connsiteY1" fmla="*/ 1157986 h 1155700"/>
              <a:gd name="connsiteX2" fmla="*/ 581921 w 1003300"/>
              <a:gd name="connsiteY2" fmla="*/ 932371 h 1155700"/>
              <a:gd name="connsiteX3" fmla="*/ 565728 w 1003300"/>
              <a:gd name="connsiteY3" fmla="*/ 932371 h 1155700"/>
              <a:gd name="connsiteX4" fmla="*/ 485337 w 1003300"/>
              <a:gd name="connsiteY4" fmla="*/ 923163 h 1155700"/>
              <a:gd name="connsiteX5" fmla="*/ 405454 w 1003300"/>
              <a:gd name="connsiteY5" fmla="*/ 877824 h 1155700"/>
              <a:gd name="connsiteX6" fmla="*/ 306585 w 1003300"/>
              <a:gd name="connsiteY6" fmla="*/ 784035 h 1155700"/>
              <a:gd name="connsiteX7" fmla="*/ 114497 w 1003300"/>
              <a:gd name="connsiteY7" fmla="*/ 591312 h 1155700"/>
              <a:gd name="connsiteX8" fmla="*/ 29534 w 1003300"/>
              <a:gd name="connsiteY8" fmla="*/ 484251 h 1155700"/>
              <a:gd name="connsiteX9" fmla="*/ 7500 w 1003300"/>
              <a:gd name="connsiteY9" fmla="*/ 408051 h 1155700"/>
              <a:gd name="connsiteX10" fmla="*/ 452 w 1003300"/>
              <a:gd name="connsiteY10" fmla="*/ 282766 h 1155700"/>
              <a:gd name="connsiteX11" fmla="*/ 452 w 1003300"/>
              <a:gd name="connsiteY11" fmla="*/ 10668 h 1155700"/>
              <a:gd name="connsiteX12" fmla="*/ 452 w 1003300"/>
              <a:gd name="connsiteY12" fmla="*/ 1333 h 1155700"/>
              <a:gd name="connsiteX13" fmla="*/ 201937 w 1003300"/>
              <a:gd name="connsiteY13" fmla="*/ 203200 h 1155700"/>
              <a:gd name="connsiteX14" fmla="*/ 405137 w 1003300"/>
              <a:gd name="connsiteY14" fmla="*/ 0 h 1155700"/>
              <a:gd name="connsiteX15" fmla="*/ 405137 w 1003300"/>
              <a:gd name="connsiteY15" fmla="*/ 527876 h 1155700"/>
              <a:gd name="connsiteX16" fmla="*/ 573221 w 1003300"/>
              <a:gd name="connsiteY16" fmla="*/ 527876 h 1155700"/>
              <a:gd name="connsiteX17" fmla="*/ 581984 w 1003300"/>
              <a:gd name="connsiteY17" fmla="*/ 518732 h 1155700"/>
              <a:gd name="connsiteX18" fmla="*/ 581984 w 1003300"/>
              <a:gd name="connsiteY18" fmla="*/ 303975 h 1155700"/>
              <a:gd name="connsiteX19" fmla="*/ 1008895 w 1003300"/>
              <a:gd name="connsiteY19" fmla="*/ 731076 h 1155700"/>
              <a:gd name="connsiteX20" fmla="*/ 649929 w 1003300"/>
              <a:gd name="connsiteY20" fmla="*/ 864426 h 1155700"/>
              <a:gd name="connsiteX21" fmla="*/ 649929 w 1003300"/>
              <a:gd name="connsiteY21" fmla="*/ 991807 h 1155700"/>
              <a:gd name="connsiteX22" fmla="*/ 911359 w 1003300"/>
              <a:gd name="connsiteY22" fmla="*/ 730568 h 1155700"/>
              <a:gd name="connsiteX23" fmla="*/ 649231 w 1003300"/>
              <a:gd name="connsiteY23" fmla="*/ 468376 h 1155700"/>
              <a:gd name="connsiteX24" fmla="*/ 649231 w 1003300"/>
              <a:gd name="connsiteY24" fmla="*/ 595693 h 1155700"/>
              <a:gd name="connsiteX25" fmla="*/ 216732 w 1003300"/>
              <a:gd name="connsiteY25" fmla="*/ 595693 h 1155700"/>
              <a:gd name="connsiteX26" fmla="*/ 221558 w 1003300"/>
              <a:gd name="connsiteY26" fmla="*/ 601091 h 1155700"/>
              <a:gd name="connsiteX27" fmla="*/ 427870 w 1003300"/>
              <a:gd name="connsiteY27" fmla="*/ 807720 h 1155700"/>
              <a:gd name="connsiteX28" fmla="*/ 542170 w 1003300"/>
              <a:gd name="connsiteY28" fmla="*/ 862457 h 1155700"/>
              <a:gd name="connsiteX29" fmla="*/ 624720 w 1003300"/>
              <a:gd name="connsiteY29" fmla="*/ 864426 h 1155700"/>
              <a:gd name="connsiteX30" fmla="*/ 649929 w 1003300"/>
              <a:gd name="connsiteY30" fmla="*/ 864426 h 1155700"/>
              <a:gd name="connsiteX31" fmla="*/ 68523 w 1003300"/>
              <a:gd name="connsiteY31" fmla="*/ 162941 h 1155700"/>
              <a:gd name="connsiteX32" fmla="*/ 68142 w 1003300"/>
              <a:gd name="connsiteY32" fmla="*/ 168275 h 1155700"/>
              <a:gd name="connsiteX33" fmla="*/ 68460 w 1003300"/>
              <a:gd name="connsiteY33" fmla="*/ 339725 h 1155700"/>
              <a:gd name="connsiteX34" fmla="*/ 75318 w 1003300"/>
              <a:gd name="connsiteY34" fmla="*/ 411162 h 1155700"/>
              <a:gd name="connsiteX35" fmla="*/ 127325 w 1003300"/>
              <a:gd name="connsiteY35" fmla="*/ 494665 h 1155700"/>
              <a:gd name="connsiteX36" fmla="*/ 203207 w 1003300"/>
              <a:gd name="connsiteY36" fmla="*/ 521780 h 1155700"/>
              <a:gd name="connsiteX37" fmla="*/ 333889 w 1003300"/>
              <a:gd name="connsiteY37" fmla="*/ 527558 h 1155700"/>
              <a:gd name="connsiteX38" fmla="*/ 336937 w 1003300"/>
              <a:gd name="connsiteY38" fmla="*/ 526732 h 1155700"/>
              <a:gd name="connsiteX39" fmla="*/ 336938 w 1003300"/>
              <a:gd name="connsiteY39" fmla="*/ 162243 h 1155700"/>
              <a:gd name="connsiteX40" fmla="*/ 202508 w 1003300"/>
              <a:gd name="connsiteY40" fmla="*/ 295021 h 1155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1003300" h="1155700">
                <a:moveTo>
                  <a:pt x="1008895" y="731076"/>
                </a:moveTo>
                <a:lnTo>
                  <a:pt x="581921" y="1157986"/>
                </a:lnTo>
                <a:lnTo>
                  <a:pt x="581921" y="932371"/>
                </a:lnTo>
                <a:lnTo>
                  <a:pt x="565728" y="932371"/>
                </a:lnTo>
                <a:cubicBezTo>
                  <a:pt x="538636" y="932998"/>
                  <a:pt x="511586" y="929900"/>
                  <a:pt x="485337" y="923163"/>
                </a:cubicBezTo>
                <a:cubicBezTo>
                  <a:pt x="455495" y="914588"/>
                  <a:pt x="428116" y="899048"/>
                  <a:pt x="405454" y="877824"/>
                </a:cubicBezTo>
                <a:cubicBezTo>
                  <a:pt x="371736" y="847407"/>
                  <a:pt x="338843" y="815975"/>
                  <a:pt x="306585" y="784035"/>
                </a:cubicBezTo>
                <a:cubicBezTo>
                  <a:pt x="242111" y="720238"/>
                  <a:pt x="178082" y="655997"/>
                  <a:pt x="114497" y="591312"/>
                </a:cubicBezTo>
                <a:cubicBezTo>
                  <a:pt x="82430" y="558737"/>
                  <a:pt x="52140" y="524510"/>
                  <a:pt x="29534" y="484251"/>
                </a:cubicBezTo>
                <a:cubicBezTo>
                  <a:pt x="16810" y="460725"/>
                  <a:pt x="9295" y="434737"/>
                  <a:pt x="7500" y="408051"/>
                </a:cubicBezTo>
                <a:cubicBezTo>
                  <a:pt x="3944" y="366395"/>
                  <a:pt x="1150" y="324548"/>
                  <a:pt x="452" y="282766"/>
                </a:cubicBezTo>
                <a:cubicBezTo>
                  <a:pt x="-565" y="192087"/>
                  <a:pt x="452" y="101346"/>
                  <a:pt x="452" y="10668"/>
                </a:cubicBezTo>
                <a:lnTo>
                  <a:pt x="452" y="1333"/>
                </a:lnTo>
                <a:cubicBezTo>
                  <a:pt x="67952" y="68961"/>
                  <a:pt x="134817" y="135890"/>
                  <a:pt x="201937" y="203200"/>
                </a:cubicBezTo>
                <a:lnTo>
                  <a:pt x="405137" y="0"/>
                </a:lnTo>
                <a:lnTo>
                  <a:pt x="405137" y="527876"/>
                </a:lnTo>
                <a:cubicBezTo>
                  <a:pt x="408185" y="527876"/>
                  <a:pt x="519818" y="527876"/>
                  <a:pt x="573221" y="527876"/>
                </a:cubicBezTo>
                <a:cubicBezTo>
                  <a:pt x="580524" y="527876"/>
                  <a:pt x="581984" y="525463"/>
                  <a:pt x="581984" y="518732"/>
                </a:cubicBezTo>
                <a:cubicBezTo>
                  <a:pt x="581984" y="449516"/>
                  <a:pt x="581984" y="305435"/>
                  <a:pt x="581984" y="303975"/>
                </a:cubicBezTo>
                <a:cubicBezTo>
                  <a:pt x="580778" y="304292"/>
                  <a:pt x="1010038" y="732028"/>
                  <a:pt x="1008895" y="731076"/>
                </a:cubicBezTo>
                <a:close/>
                <a:moveTo>
                  <a:pt x="649929" y="864426"/>
                </a:moveTo>
                <a:lnTo>
                  <a:pt x="649929" y="991807"/>
                </a:lnTo>
                <a:cubicBezTo>
                  <a:pt x="737601" y="904092"/>
                  <a:pt x="824745" y="817012"/>
                  <a:pt x="911359" y="730568"/>
                </a:cubicBezTo>
                <a:lnTo>
                  <a:pt x="649231" y="468376"/>
                </a:lnTo>
                <a:lnTo>
                  <a:pt x="649231" y="595693"/>
                </a:lnTo>
                <a:lnTo>
                  <a:pt x="216732" y="595693"/>
                </a:lnTo>
                <a:cubicBezTo>
                  <a:pt x="218955" y="598170"/>
                  <a:pt x="220162" y="599757"/>
                  <a:pt x="221558" y="601091"/>
                </a:cubicBezTo>
                <a:cubicBezTo>
                  <a:pt x="290265" y="669967"/>
                  <a:pt x="359036" y="738844"/>
                  <a:pt x="427870" y="807720"/>
                </a:cubicBezTo>
                <a:cubicBezTo>
                  <a:pt x="459620" y="839470"/>
                  <a:pt x="496894" y="859473"/>
                  <a:pt x="542170" y="862457"/>
                </a:cubicBezTo>
                <a:cubicBezTo>
                  <a:pt x="569665" y="864235"/>
                  <a:pt x="597288" y="863854"/>
                  <a:pt x="624720" y="864426"/>
                </a:cubicBezTo>
                <a:cubicBezTo>
                  <a:pt x="632721" y="864553"/>
                  <a:pt x="640404" y="864426"/>
                  <a:pt x="649929" y="864426"/>
                </a:cubicBezTo>
                <a:close/>
                <a:moveTo>
                  <a:pt x="68523" y="162941"/>
                </a:moveTo>
                <a:cubicBezTo>
                  <a:pt x="68523" y="164402"/>
                  <a:pt x="68142" y="166370"/>
                  <a:pt x="68142" y="168275"/>
                </a:cubicBezTo>
                <a:cubicBezTo>
                  <a:pt x="68142" y="225425"/>
                  <a:pt x="67507" y="282575"/>
                  <a:pt x="68460" y="339725"/>
                </a:cubicBezTo>
                <a:cubicBezTo>
                  <a:pt x="68770" y="363686"/>
                  <a:pt x="71064" y="387580"/>
                  <a:pt x="75318" y="411162"/>
                </a:cubicBezTo>
                <a:cubicBezTo>
                  <a:pt x="81668" y="445326"/>
                  <a:pt x="97289" y="474662"/>
                  <a:pt x="127325" y="494665"/>
                </a:cubicBezTo>
                <a:cubicBezTo>
                  <a:pt x="150463" y="508873"/>
                  <a:pt x="176305" y="518107"/>
                  <a:pt x="203207" y="521780"/>
                </a:cubicBezTo>
                <a:cubicBezTo>
                  <a:pt x="246514" y="529273"/>
                  <a:pt x="290265" y="527621"/>
                  <a:pt x="333889" y="527558"/>
                </a:cubicBezTo>
                <a:cubicBezTo>
                  <a:pt x="334936" y="527411"/>
                  <a:pt x="335960" y="527133"/>
                  <a:pt x="336937" y="526732"/>
                </a:cubicBezTo>
                <a:lnTo>
                  <a:pt x="336938" y="162243"/>
                </a:lnTo>
                <a:lnTo>
                  <a:pt x="202508" y="295021"/>
                </a:lnTo>
                <a:close/>
              </a:path>
            </a:pathLst>
          </a:custGeom>
          <a:solidFill>
            <a:schemeClr val="accent1"/>
          </a:solidFill>
          <a:ln w="6350" cap="flat">
            <a:noFill/>
            <a:prstDash val="solid"/>
            <a:miter/>
          </a:ln>
        </p:spPr>
        <p:txBody>
          <a:bodyPr rtlCol="0" anchor="ctr"/>
          <a:lstStyle/>
          <a:p>
            <a:endParaRPr lang="en-GB">
              <a:solidFill>
                <a:schemeClr val="bg1"/>
              </a:solidFill>
            </a:endParaRPr>
          </a:p>
        </p:txBody>
      </p:sp>
      <p:sp>
        <p:nvSpPr>
          <p:cNvPr id="5"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4327302" y="344971"/>
            <a:ext cx="7475232" cy="2858874"/>
          </a:xfrm>
        </p:spPr>
        <p:txBody>
          <a:bodyPr anchor="b" anchorCtr="0">
            <a:noAutofit/>
          </a:bodyPr>
          <a:lstStyle>
            <a:lvl1pPr algn="l">
              <a:lnSpc>
                <a:spcPct val="100000"/>
              </a:lnSpc>
              <a:defRPr sz="3600" baseline="0">
                <a:solidFill>
                  <a:srgbClr val="004050"/>
                </a:solidFill>
              </a:defRPr>
            </a:lvl1pPr>
          </a:lstStyle>
          <a:p>
            <a:br>
              <a:rPr lang="en-US" noProof="0" dirty="0"/>
            </a:br>
            <a:br>
              <a:rPr lang="en-US" noProof="0" dirty="0"/>
            </a:br>
            <a:r>
              <a:rPr lang="en-US" noProof="0" dirty="0"/>
              <a:t>ACTIVITY: </a:t>
            </a:r>
            <a:br>
              <a:rPr lang="en-US" noProof="0" dirty="0"/>
            </a:br>
            <a:r>
              <a:rPr lang="en-US" noProof="0" dirty="0"/>
              <a:t>CLICK TO EDIT TITLE</a:t>
            </a:r>
            <a:endParaRPr lang="en-GB" noProof="0" dirty="0"/>
          </a:p>
        </p:txBody>
      </p:sp>
      <p:sp>
        <p:nvSpPr>
          <p:cNvPr id="6" name="Text Placeholder 3"/>
          <p:cNvSpPr>
            <a:spLocks noGrp="1"/>
          </p:cNvSpPr>
          <p:nvPr>
            <p:ph type="body" sz="quarter" idx="10" hasCustomPrompt="1"/>
          </p:nvPr>
        </p:nvSpPr>
        <p:spPr>
          <a:xfrm>
            <a:off x="4327303" y="3525004"/>
            <a:ext cx="7475230" cy="2791976"/>
          </a:xfrm>
        </p:spPr>
        <p:txBody>
          <a:bodyPr/>
          <a:lstStyle>
            <a:lvl1pPr>
              <a:lnSpc>
                <a:spcPct val="100000"/>
              </a:lnSpc>
              <a:defRPr b="0" baseline="0"/>
            </a:lvl1pPr>
          </a:lstStyle>
          <a:p>
            <a:pPr lvl="0"/>
            <a:r>
              <a:rPr lang="en-US" dirty="0"/>
              <a:t>Click to edit instructions</a:t>
            </a:r>
          </a:p>
        </p:txBody>
      </p:sp>
    </p:spTree>
    <p:extLst>
      <p:ext uri="{BB962C8B-B14F-4D97-AF65-F5344CB8AC3E}">
        <p14:creationId xmlns:p14="http://schemas.microsoft.com/office/powerpoint/2010/main" val="1937711222"/>
      </p:ext>
    </p:extLst>
  </p:cSld>
  <p:clrMapOvr>
    <a:masterClrMapping/>
  </p:clrMapOvr>
  <p:extLst>
    <p:ext uri="{DCECCB84-F9BA-43D5-87BE-67443E8EF086}">
      <p15:sldGuideLst xmlns:p15="http://schemas.microsoft.com/office/powerpoint/2012/main">
        <p15:guide id="1" pos="3840">
          <p15:clr>
            <a:srgbClr val="FBAE40"/>
          </p15:clr>
        </p15:guide>
        <p15:guide id="2" orient="horz" pos="1457">
          <p15:clr>
            <a:srgbClr val="FBAE40"/>
          </p15:clr>
        </p15:guide>
        <p15:guide id="3" orient="horz" pos="3634">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showMasterSp="0" preserve="1" userDrawn="1">
  <p:cSld name="3_02 Section Divider">
    <p:bg>
      <p:bgPr>
        <a:solidFill>
          <a:srgbClr val="7E007C"/>
        </a:solidFill>
        <a:effectLst/>
      </p:bgPr>
    </p:bg>
    <p:spTree>
      <p:nvGrpSpPr>
        <p:cNvPr id="1" name=""/>
        <p:cNvGrpSpPr/>
        <p:nvPr/>
      </p:nvGrpSpPr>
      <p:grpSpPr>
        <a:xfrm>
          <a:off x="0" y="0"/>
          <a:ext cx="0" cy="0"/>
          <a:chOff x="0" y="0"/>
          <a:chExt cx="0" cy="0"/>
        </a:xfrm>
      </p:grpSpPr>
      <p:sp>
        <p:nvSpPr>
          <p:cNvPr id="5" name="Freeform 4">
            <a:extLst>
              <a:ext uri="{FF2B5EF4-FFF2-40B4-BE49-F238E27FC236}">
                <a16:creationId xmlns:a16="http://schemas.microsoft.com/office/drawing/2014/main" id="{A0DD6AED-2202-DD48-A2D6-60CCC5F07320}"/>
              </a:ext>
            </a:extLst>
          </p:cNvPr>
          <p:cNvSpPr/>
          <p:nvPr userDrawn="1"/>
        </p:nvSpPr>
        <p:spPr>
          <a:xfrm>
            <a:off x="-609" y="2116538"/>
            <a:ext cx="11411496" cy="5526322"/>
          </a:xfrm>
          <a:custGeom>
            <a:avLst/>
            <a:gdLst>
              <a:gd name="connsiteX0" fmla="*/ 676275 w 1009650"/>
              <a:gd name="connsiteY0" fmla="*/ 287331 h 488950"/>
              <a:gd name="connsiteX1" fmla="*/ 7684 w 1009650"/>
              <a:gd name="connsiteY1" fmla="*/ 287331 h 488950"/>
              <a:gd name="connsiteX2" fmla="*/ 0 w 1009650"/>
              <a:gd name="connsiteY2" fmla="*/ 279838 h 488950"/>
              <a:gd name="connsiteX3" fmla="*/ 0 w 1009650"/>
              <a:gd name="connsiteY3" fmla="*/ 210877 h 488950"/>
              <a:gd name="connsiteX4" fmla="*/ 6350 w 1009650"/>
              <a:gd name="connsiteY4" fmla="*/ 204527 h 488950"/>
              <a:gd name="connsiteX5" fmla="*/ 666750 w 1009650"/>
              <a:gd name="connsiteY5" fmla="*/ 204527 h 488950"/>
              <a:gd name="connsiteX6" fmla="*/ 676212 w 1009650"/>
              <a:gd name="connsiteY6" fmla="*/ 195002 h 488950"/>
              <a:gd name="connsiteX7" fmla="*/ 676212 w 1009650"/>
              <a:gd name="connsiteY7" fmla="*/ 10852 h 488950"/>
              <a:gd name="connsiteX8" fmla="*/ 681800 w 1009650"/>
              <a:gd name="connsiteY8" fmla="*/ 2661 h 488950"/>
              <a:gd name="connsiteX9" fmla="*/ 684975 w 1009650"/>
              <a:gd name="connsiteY9" fmla="*/ 1137 h 488950"/>
              <a:gd name="connsiteX10" fmla="*/ 690245 w 1009650"/>
              <a:gd name="connsiteY10" fmla="*/ 1835 h 488950"/>
              <a:gd name="connsiteX11" fmla="*/ 729552 w 1009650"/>
              <a:gd name="connsiteY11" fmla="*/ 43428 h 488950"/>
              <a:gd name="connsiteX12" fmla="*/ 770319 w 1009650"/>
              <a:gd name="connsiteY12" fmla="*/ 82036 h 488950"/>
              <a:gd name="connsiteX13" fmla="*/ 827469 w 1009650"/>
              <a:gd name="connsiteY13" fmla="*/ 129788 h 488950"/>
              <a:gd name="connsiteX14" fmla="*/ 873506 w 1009650"/>
              <a:gd name="connsiteY14" fmla="*/ 162681 h 488950"/>
              <a:gd name="connsiteX15" fmla="*/ 907415 w 1009650"/>
              <a:gd name="connsiteY15" fmla="*/ 185350 h 488950"/>
              <a:gd name="connsiteX16" fmla="*/ 935673 w 1009650"/>
              <a:gd name="connsiteY16" fmla="*/ 201670 h 488950"/>
              <a:gd name="connsiteX17" fmla="*/ 967804 w 1009650"/>
              <a:gd name="connsiteY17" fmla="*/ 218942 h 488950"/>
              <a:gd name="connsiteX18" fmla="*/ 997903 w 1009650"/>
              <a:gd name="connsiteY18" fmla="*/ 232848 h 488950"/>
              <a:gd name="connsiteX19" fmla="*/ 1010031 w 1009650"/>
              <a:gd name="connsiteY19" fmla="*/ 238436 h 488950"/>
              <a:gd name="connsiteX20" fmla="*/ 1011428 w 1009650"/>
              <a:gd name="connsiteY20" fmla="*/ 241294 h 488950"/>
              <a:gd name="connsiteX21" fmla="*/ 1011428 w 1009650"/>
              <a:gd name="connsiteY21" fmla="*/ 248914 h 488950"/>
              <a:gd name="connsiteX22" fmla="*/ 1008189 w 1009650"/>
              <a:gd name="connsiteY22" fmla="*/ 253422 h 488950"/>
              <a:gd name="connsiteX23" fmla="*/ 952183 w 1009650"/>
              <a:gd name="connsiteY23" fmla="*/ 281045 h 488950"/>
              <a:gd name="connsiteX24" fmla="*/ 906145 w 1009650"/>
              <a:gd name="connsiteY24" fmla="*/ 306953 h 488950"/>
              <a:gd name="connsiteX25" fmla="*/ 872236 w 1009650"/>
              <a:gd name="connsiteY25" fmla="*/ 329622 h 488950"/>
              <a:gd name="connsiteX26" fmla="*/ 835406 w 1009650"/>
              <a:gd name="connsiteY26" fmla="*/ 355467 h 488950"/>
              <a:gd name="connsiteX27" fmla="*/ 796100 w 1009650"/>
              <a:gd name="connsiteY27" fmla="*/ 386455 h 488950"/>
              <a:gd name="connsiteX28" fmla="*/ 760730 w 1009650"/>
              <a:gd name="connsiteY28" fmla="*/ 416998 h 488950"/>
              <a:gd name="connsiteX29" fmla="*/ 716280 w 1009650"/>
              <a:gd name="connsiteY29" fmla="*/ 460686 h 488950"/>
              <a:gd name="connsiteX30" fmla="*/ 690880 w 1009650"/>
              <a:gd name="connsiteY30" fmla="*/ 488563 h 488950"/>
              <a:gd name="connsiteX31" fmla="*/ 685292 w 1009650"/>
              <a:gd name="connsiteY31" fmla="*/ 489642 h 488950"/>
              <a:gd name="connsiteX32" fmla="*/ 678942 w 1009650"/>
              <a:gd name="connsiteY32" fmla="*/ 486404 h 488950"/>
              <a:gd name="connsiteX33" fmla="*/ 676402 w 1009650"/>
              <a:gd name="connsiteY33" fmla="*/ 480054 h 488950"/>
              <a:gd name="connsiteX34" fmla="*/ 676402 w 1009650"/>
              <a:gd name="connsiteY34" fmla="*/ 378454 h 488950"/>
              <a:gd name="connsiteX35" fmla="*/ 676402 w 1009650"/>
              <a:gd name="connsiteY35" fmla="*/ 287331 h 488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1009650" h="488950">
                <a:moveTo>
                  <a:pt x="676275" y="287331"/>
                </a:moveTo>
                <a:lnTo>
                  <a:pt x="7684" y="287331"/>
                </a:lnTo>
                <a:cubicBezTo>
                  <a:pt x="0" y="287331"/>
                  <a:pt x="0" y="287331"/>
                  <a:pt x="0" y="279838"/>
                </a:cubicBezTo>
                <a:cubicBezTo>
                  <a:pt x="0" y="256851"/>
                  <a:pt x="0" y="233864"/>
                  <a:pt x="0" y="210877"/>
                </a:cubicBezTo>
                <a:cubicBezTo>
                  <a:pt x="0" y="205543"/>
                  <a:pt x="1524" y="204527"/>
                  <a:pt x="6350" y="204527"/>
                </a:cubicBezTo>
                <a:cubicBezTo>
                  <a:pt x="226483" y="204527"/>
                  <a:pt x="446617" y="204527"/>
                  <a:pt x="666750" y="204527"/>
                </a:cubicBezTo>
                <a:cubicBezTo>
                  <a:pt x="677228" y="204527"/>
                  <a:pt x="676212" y="205988"/>
                  <a:pt x="676212" y="195002"/>
                </a:cubicBezTo>
                <a:cubicBezTo>
                  <a:pt x="676212" y="133661"/>
                  <a:pt x="676212" y="72278"/>
                  <a:pt x="676212" y="10852"/>
                </a:cubicBezTo>
                <a:cubicBezTo>
                  <a:pt x="675743" y="7103"/>
                  <a:pt x="678138" y="3592"/>
                  <a:pt x="681800" y="2661"/>
                </a:cubicBezTo>
                <a:cubicBezTo>
                  <a:pt x="682942" y="2349"/>
                  <a:pt x="684018" y="1833"/>
                  <a:pt x="684975" y="1137"/>
                </a:cubicBezTo>
                <a:cubicBezTo>
                  <a:pt x="687070" y="-451"/>
                  <a:pt x="688150" y="-514"/>
                  <a:pt x="690245" y="1835"/>
                </a:cubicBezTo>
                <a:cubicBezTo>
                  <a:pt x="702945" y="15932"/>
                  <a:pt x="716090" y="29966"/>
                  <a:pt x="729552" y="43428"/>
                </a:cubicBezTo>
                <a:cubicBezTo>
                  <a:pt x="743014" y="56890"/>
                  <a:pt x="756222" y="69780"/>
                  <a:pt x="770319" y="82036"/>
                </a:cubicBezTo>
                <a:cubicBezTo>
                  <a:pt x="789051" y="98419"/>
                  <a:pt x="808419" y="114421"/>
                  <a:pt x="827469" y="129788"/>
                </a:cubicBezTo>
                <a:cubicBezTo>
                  <a:pt x="842328" y="141408"/>
                  <a:pt x="858012" y="151886"/>
                  <a:pt x="873506" y="162681"/>
                </a:cubicBezTo>
                <a:cubicBezTo>
                  <a:pt x="884682" y="170428"/>
                  <a:pt x="895922" y="178111"/>
                  <a:pt x="907415" y="185350"/>
                </a:cubicBezTo>
                <a:cubicBezTo>
                  <a:pt x="916623" y="191192"/>
                  <a:pt x="926148" y="196399"/>
                  <a:pt x="935673" y="201670"/>
                </a:cubicBezTo>
                <a:cubicBezTo>
                  <a:pt x="946277" y="207575"/>
                  <a:pt x="956945" y="213481"/>
                  <a:pt x="967804" y="218942"/>
                </a:cubicBezTo>
                <a:cubicBezTo>
                  <a:pt x="977710" y="223895"/>
                  <a:pt x="987870" y="228213"/>
                  <a:pt x="997903" y="232848"/>
                </a:cubicBezTo>
                <a:cubicBezTo>
                  <a:pt x="1001967" y="234690"/>
                  <a:pt x="1006094" y="236404"/>
                  <a:pt x="1010031" y="238436"/>
                </a:cubicBezTo>
                <a:cubicBezTo>
                  <a:pt x="1010884" y="239145"/>
                  <a:pt x="1011393" y="240185"/>
                  <a:pt x="1011428" y="241294"/>
                </a:cubicBezTo>
                <a:cubicBezTo>
                  <a:pt x="1011811" y="243819"/>
                  <a:pt x="1011811" y="246388"/>
                  <a:pt x="1011428" y="248914"/>
                </a:cubicBezTo>
                <a:cubicBezTo>
                  <a:pt x="1010997" y="250790"/>
                  <a:pt x="1009830" y="252415"/>
                  <a:pt x="1008189" y="253422"/>
                </a:cubicBezTo>
                <a:cubicBezTo>
                  <a:pt x="989584" y="262693"/>
                  <a:pt x="970661" y="271456"/>
                  <a:pt x="952183" y="281045"/>
                </a:cubicBezTo>
                <a:cubicBezTo>
                  <a:pt x="936562" y="289173"/>
                  <a:pt x="921195" y="297872"/>
                  <a:pt x="906145" y="306953"/>
                </a:cubicBezTo>
                <a:cubicBezTo>
                  <a:pt x="894525" y="313938"/>
                  <a:pt x="883412" y="321939"/>
                  <a:pt x="872236" y="329622"/>
                </a:cubicBezTo>
                <a:cubicBezTo>
                  <a:pt x="859854" y="338131"/>
                  <a:pt x="847408" y="346513"/>
                  <a:pt x="835406" y="355467"/>
                </a:cubicBezTo>
                <a:cubicBezTo>
                  <a:pt x="822071" y="365500"/>
                  <a:pt x="808969" y="375829"/>
                  <a:pt x="796100" y="386455"/>
                </a:cubicBezTo>
                <a:cubicBezTo>
                  <a:pt x="784035" y="396297"/>
                  <a:pt x="772097" y="406330"/>
                  <a:pt x="760730" y="416998"/>
                </a:cubicBezTo>
                <a:cubicBezTo>
                  <a:pt x="745554" y="431159"/>
                  <a:pt x="730822" y="445827"/>
                  <a:pt x="716280" y="460686"/>
                </a:cubicBezTo>
                <a:cubicBezTo>
                  <a:pt x="707454" y="469640"/>
                  <a:pt x="699516" y="479419"/>
                  <a:pt x="690880" y="488563"/>
                </a:cubicBezTo>
                <a:cubicBezTo>
                  <a:pt x="689269" y="489731"/>
                  <a:pt x="687223" y="490126"/>
                  <a:pt x="685292" y="489642"/>
                </a:cubicBezTo>
                <a:cubicBezTo>
                  <a:pt x="682920" y="489162"/>
                  <a:pt x="680724" y="488042"/>
                  <a:pt x="678942" y="486404"/>
                </a:cubicBezTo>
                <a:cubicBezTo>
                  <a:pt x="677383" y="484647"/>
                  <a:pt x="676484" y="482402"/>
                  <a:pt x="676402" y="480054"/>
                </a:cubicBezTo>
                <a:cubicBezTo>
                  <a:pt x="676402" y="446208"/>
                  <a:pt x="676402" y="412299"/>
                  <a:pt x="676402" y="378454"/>
                </a:cubicBezTo>
                <a:lnTo>
                  <a:pt x="676402" y="287331"/>
                </a:lnTo>
                <a:close/>
              </a:path>
            </a:pathLst>
          </a:custGeom>
          <a:solidFill>
            <a:srgbClr val="F91258"/>
          </a:solidFill>
          <a:ln w="6350" cap="flat">
            <a:noFill/>
            <a:prstDash val="solid"/>
            <a:miter/>
          </a:ln>
        </p:spPr>
        <p:txBody>
          <a:bodyPr rtlCol="0" anchor="ctr"/>
          <a:lstStyle/>
          <a:p>
            <a:endParaRPr lang="en-GB"/>
          </a:p>
        </p:txBody>
      </p:sp>
      <p:sp>
        <p:nvSpPr>
          <p:cNvPr id="13"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376238" y="2067007"/>
            <a:ext cx="5627171" cy="2353439"/>
          </a:xfrm>
        </p:spPr>
        <p:txBody>
          <a:bodyPr anchor="b" anchorCtr="0">
            <a:noAutofit/>
          </a:bodyPr>
          <a:lstStyle>
            <a:lvl1pPr algn="l">
              <a:lnSpc>
                <a:spcPts val="6000"/>
              </a:lnSpc>
              <a:defRPr sz="3600" spc="60" baseline="0">
                <a:solidFill>
                  <a:schemeClr val="bg1"/>
                </a:solidFill>
              </a:defRPr>
            </a:lvl1pPr>
          </a:lstStyle>
          <a:p>
            <a:r>
              <a:rPr lang="en-US" noProof="0" dirty="0"/>
              <a:t>CLICK TO EDIT MASTER TITLE STYLE</a:t>
            </a:r>
            <a:endParaRPr lang="en-GB" noProof="0" dirty="0"/>
          </a:p>
        </p:txBody>
      </p:sp>
    </p:spTree>
    <p:extLst>
      <p:ext uri="{BB962C8B-B14F-4D97-AF65-F5344CB8AC3E}">
        <p14:creationId xmlns:p14="http://schemas.microsoft.com/office/powerpoint/2010/main" val="399674577"/>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showMasterSp="0" preserve="1" userDrawn="1">
  <p:cSld name="4_Text Slide - With side bar C1">
    <p:spTree>
      <p:nvGrpSpPr>
        <p:cNvPr id="1" name=""/>
        <p:cNvGrpSpPr/>
        <p:nvPr/>
      </p:nvGrpSpPr>
      <p:grpSpPr>
        <a:xfrm>
          <a:off x="0" y="0"/>
          <a:ext cx="0" cy="0"/>
          <a:chOff x="0" y="0"/>
          <a:chExt cx="0" cy="0"/>
        </a:xfrm>
      </p:grpSpPr>
      <p:sp>
        <p:nvSpPr>
          <p:cNvPr id="6" name="Rectangle 5"/>
          <p:cNvSpPr/>
          <p:nvPr userDrawn="1"/>
        </p:nvSpPr>
        <p:spPr>
          <a:xfrm>
            <a:off x="-1" y="0"/>
            <a:ext cx="4070352" cy="6858000"/>
          </a:xfrm>
          <a:prstGeom prst="rect">
            <a:avLst/>
          </a:prstGeom>
          <a:solidFill>
            <a:srgbClr val="7E007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 name="Text Placeholder 2"/>
          <p:cNvSpPr>
            <a:spLocks noGrp="1"/>
          </p:cNvSpPr>
          <p:nvPr>
            <p:ph type="body" sz="quarter" idx="10" hasCustomPrompt="1"/>
          </p:nvPr>
        </p:nvSpPr>
        <p:spPr>
          <a:xfrm>
            <a:off x="384784" y="1349984"/>
            <a:ext cx="3443732" cy="2751998"/>
          </a:xfrm>
        </p:spPr>
        <p:txBody>
          <a:bodyPr/>
          <a:lstStyle>
            <a:lvl1pPr marL="0" indent="0">
              <a:lnSpc>
                <a:spcPct val="90000"/>
              </a:lnSpc>
              <a:spcAft>
                <a:spcPts val="0"/>
              </a:spcAft>
              <a:buFont typeface="Arial" panose="020B0604020202020204" pitchFamily="34" charset="0"/>
              <a:buNone/>
              <a:defRPr sz="3600" cap="all" spc="60" baseline="0">
                <a:solidFill>
                  <a:schemeClr val="bg1"/>
                </a:solidFill>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slide title to sit here</a:t>
            </a:r>
          </a:p>
        </p:txBody>
      </p:sp>
      <p:sp>
        <p:nvSpPr>
          <p:cNvPr id="9" name="Text Placeholder 4"/>
          <p:cNvSpPr>
            <a:spLocks noGrp="1"/>
          </p:cNvSpPr>
          <p:nvPr>
            <p:ph type="body" sz="quarter" idx="15" hasCustomPrompt="1"/>
          </p:nvPr>
        </p:nvSpPr>
        <p:spPr>
          <a:xfrm>
            <a:off x="5037138" y="1349984"/>
            <a:ext cx="5803900" cy="4094163"/>
          </a:xfrm>
        </p:spPr>
        <p:txBody>
          <a:bodyPr/>
          <a:lstStyle>
            <a:lvl1pPr marL="0" indent="0">
              <a:lnSpc>
                <a:spcPct val="100000"/>
              </a:lnSpc>
              <a:buFont typeface="Arial" panose="020B0604020202020204" pitchFamily="34" charset="0"/>
              <a:buNone/>
              <a:defRPr sz="2000" b="0"/>
            </a:lvl1pPr>
            <a:lvl2pPr marL="180000" indent="-180000">
              <a:buFont typeface="Arial" panose="020B0604020202020204" pitchFamily="34" charset="0"/>
              <a:buChar char="•"/>
              <a:defRPr sz="2000"/>
            </a:lvl2pPr>
            <a:lvl3pPr marL="180000" indent="-180000">
              <a:buFont typeface="Arial" panose="020B0604020202020204" pitchFamily="34" charset="0"/>
              <a:buChar char="•"/>
              <a:defRPr/>
            </a:lvl3pPr>
            <a:lvl4pPr marL="180000" indent="-180000">
              <a:buFont typeface="Arial" panose="020B0604020202020204" pitchFamily="34" charset="0"/>
              <a:buChar char="•"/>
              <a:defRPr/>
            </a:lvl4pPr>
            <a:lvl5pPr marL="180000" indent="-180000">
              <a:buFont typeface="Arial" panose="020B0604020202020204" pitchFamily="34" charset="0"/>
              <a:buChar cha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t>
            </a:r>
            <a:r>
              <a:rPr lang="en-US" dirty="0" err="1"/>
              <a:t>sed</a:t>
            </a:r>
            <a:r>
              <a:rPr lang="en-US" dirty="0"/>
              <a:t> </a:t>
            </a:r>
            <a:r>
              <a:rPr lang="en-US" dirty="0" err="1"/>
              <a:t>diam</a:t>
            </a:r>
            <a:r>
              <a:rPr lang="en-US" dirty="0"/>
              <a:t> </a:t>
            </a:r>
            <a:r>
              <a:rPr lang="en-US" dirty="0" err="1"/>
              <a:t>nonummy</a:t>
            </a:r>
            <a:r>
              <a:rPr lang="en-US" dirty="0"/>
              <a:t> </a:t>
            </a:r>
            <a:r>
              <a:rPr lang="en-US" dirty="0" err="1"/>
              <a:t>nibh</a:t>
            </a:r>
            <a:r>
              <a:rPr lang="en-US" dirty="0"/>
              <a:t> </a:t>
            </a:r>
            <a:r>
              <a:rPr lang="en-US" dirty="0" err="1"/>
              <a:t>laoreet</a:t>
            </a:r>
            <a:r>
              <a:rPr lang="en-US" dirty="0"/>
              <a:t> </a:t>
            </a:r>
            <a:r>
              <a:rPr lang="en-US" dirty="0" err="1"/>
              <a:t>dolore</a:t>
            </a:r>
            <a:r>
              <a:rPr lang="en-US" dirty="0"/>
              <a:t> magna.</a:t>
            </a:r>
          </a:p>
          <a:p>
            <a:pPr lvl="1"/>
            <a:r>
              <a:rPr lang="en-US" dirty="0"/>
              <a:t>Second level</a:t>
            </a:r>
          </a:p>
        </p:txBody>
      </p:sp>
      <p:grpSp>
        <p:nvGrpSpPr>
          <p:cNvPr id="33" name="Group 32"/>
          <p:cNvGrpSpPr/>
          <p:nvPr userDrawn="1"/>
        </p:nvGrpSpPr>
        <p:grpSpPr>
          <a:xfrm>
            <a:off x="-1717" y="4568506"/>
            <a:ext cx="4628886" cy="1406446"/>
            <a:chOff x="-1717" y="4568506"/>
            <a:chExt cx="4628886" cy="1406446"/>
          </a:xfrm>
          <a:solidFill>
            <a:srgbClr val="F91258"/>
          </a:solidFill>
        </p:grpSpPr>
        <p:sp>
          <p:nvSpPr>
            <p:cNvPr id="34" name="Freeform 33">
              <a:extLst>
                <a:ext uri="{FF2B5EF4-FFF2-40B4-BE49-F238E27FC236}">
                  <a16:creationId xmlns:a16="http://schemas.microsoft.com/office/drawing/2014/main" id="{2F450B4C-241D-A544-BBEF-175E01D6A139}"/>
                </a:ext>
              </a:extLst>
            </p:cNvPr>
            <p:cNvSpPr/>
            <p:nvPr userDrawn="1"/>
          </p:nvSpPr>
          <p:spPr>
            <a:xfrm>
              <a:off x="-1717" y="4568506"/>
              <a:ext cx="4004222" cy="595385"/>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670881 w 1670881"/>
                <a:gd name="connsiteY0" fmla="*/ 248186 h 248186"/>
                <a:gd name="connsiteX1" fmla="*/ 921010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70881 w 1670881"/>
                <a:gd name="connsiteY0" fmla="*/ 248186 h 248186"/>
                <a:gd name="connsiteX1" fmla="*/ 1324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69638 w 1669638"/>
                <a:gd name="connsiteY0" fmla="*/ 248186 h 248186"/>
                <a:gd name="connsiteX1" fmla="*/ 81 w 1669638"/>
                <a:gd name="connsiteY1" fmla="*/ 248186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7193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9638 w 1669638"/>
                <a:gd name="connsiteY0" fmla="*/ 248186 h 248186"/>
                <a:gd name="connsiteX1" fmla="*/ 80 w 1669638"/>
                <a:gd name="connsiteY1" fmla="*/ 247193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668896" h="248186">
                  <a:moveTo>
                    <a:pt x="1668896" y="248186"/>
                  </a:moveTo>
                  <a:lnTo>
                    <a:pt x="331" y="248186"/>
                  </a:lnTo>
                  <a:cubicBezTo>
                    <a:pt x="-110" y="229623"/>
                    <a:pt x="441" y="211060"/>
                    <a:pt x="0" y="192497"/>
                  </a:cubicBezTo>
                  <a:lnTo>
                    <a:pt x="1522910" y="192497"/>
                  </a:lnTo>
                  <a:cubicBezTo>
                    <a:pt x="1465061" y="134140"/>
                    <a:pt x="1411785" y="74768"/>
                    <a:pt x="1376225" y="219"/>
                  </a:cubicBezTo>
                  <a:cubicBezTo>
                    <a:pt x="1396608" y="219"/>
                    <a:pt x="1415468" y="854"/>
                    <a:pt x="1434264" y="219"/>
                  </a:cubicBezTo>
                  <a:cubicBezTo>
                    <a:pt x="1443056" y="-1141"/>
                    <a:pt x="1451568" y="3956"/>
                    <a:pt x="1454520" y="12347"/>
                  </a:cubicBezTo>
                  <a:cubicBezTo>
                    <a:pt x="1472082" y="45816"/>
                    <a:pt x="1493755" y="76961"/>
                    <a:pt x="1519036" y="105057"/>
                  </a:cubicBezTo>
                  <a:cubicBezTo>
                    <a:pt x="1562664" y="155126"/>
                    <a:pt x="1610880" y="201004"/>
                    <a:pt x="1663055" y="242090"/>
                  </a:cubicBezTo>
                  <a:cubicBezTo>
                    <a:pt x="1664833" y="243551"/>
                    <a:pt x="1666610" y="245011"/>
                    <a:pt x="1668261" y="246535"/>
                  </a:cubicBezTo>
                  <a:cubicBezTo>
                    <a:pt x="1668579" y="246599"/>
                    <a:pt x="1668579" y="247170"/>
                    <a:pt x="1668896" y="248186"/>
                  </a:cubicBezTo>
                  <a:close/>
                </a:path>
              </a:pathLst>
            </a:custGeom>
            <a:grpFill/>
            <a:ln w="6350" cap="flat">
              <a:noFill/>
              <a:prstDash val="solid"/>
              <a:miter/>
            </a:ln>
          </p:spPr>
          <p:txBody>
            <a:bodyPr rtlCol="0" anchor="ctr"/>
            <a:lstStyle/>
            <a:p>
              <a:endParaRPr lang="en-GB"/>
            </a:p>
          </p:txBody>
        </p:sp>
        <p:sp>
          <p:nvSpPr>
            <p:cNvPr id="35" name="Freeform 34">
              <a:extLst>
                <a:ext uri="{FF2B5EF4-FFF2-40B4-BE49-F238E27FC236}">
                  <a16:creationId xmlns:a16="http://schemas.microsoft.com/office/drawing/2014/main" id="{17BA7C41-EA1C-2F4D-90C7-EC472AB85B8A}"/>
                </a:ext>
              </a:extLst>
            </p:cNvPr>
            <p:cNvSpPr/>
            <p:nvPr/>
          </p:nvSpPr>
          <p:spPr>
            <a:xfrm>
              <a:off x="3713028" y="4568727"/>
              <a:ext cx="914141" cy="1401463"/>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grpFill/>
            <a:ln w="6350" cap="flat">
              <a:noFill/>
              <a:prstDash val="solid"/>
              <a:miter/>
            </a:ln>
          </p:spPr>
          <p:txBody>
            <a:bodyPr rtlCol="0" anchor="ctr"/>
            <a:lstStyle/>
            <a:p>
              <a:endParaRPr lang="en-GB"/>
            </a:p>
          </p:txBody>
        </p:sp>
        <p:sp>
          <p:nvSpPr>
            <p:cNvPr id="36" name="Freeform 35">
              <a:extLst>
                <a:ext uri="{FF2B5EF4-FFF2-40B4-BE49-F238E27FC236}">
                  <a16:creationId xmlns:a16="http://schemas.microsoft.com/office/drawing/2014/main" id="{2F450B4C-241D-A544-BBEF-175E01D6A139}"/>
                </a:ext>
              </a:extLst>
            </p:cNvPr>
            <p:cNvSpPr/>
            <p:nvPr userDrawn="1"/>
          </p:nvSpPr>
          <p:spPr>
            <a:xfrm flipV="1">
              <a:off x="-1717" y="5379567"/>
              <a:ext cx="4004222" cy="595385"/>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670881 w 1670881"/>
                <a:gd name="connsiteY0" fmla="*/ 248186 h 248186"/>
                <a:gd name="connsiteX1" fmla="*/ 921010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70881 w 1670881"/>
                <a:gd name="connsiteY0" fmla="*/ 248186 h 248186"/>
                <a:gd name="connsiteX1" fmla="*/ 1324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69638 w 1669638"/>
                <a:gd name="connsiteY0" fmla="*/ 248186 h 248186"/>
                <a:gd name="connsiteX1" fmla="*/ 81 w 1669638"/>
                <a:gd name="connsiteY1" fmla="*/ 248186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7193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9638 w 1669638"/>
                <a:gd name="connsiteY0" fmla="*/ 248186 h 248186"/>
                <a:gd name="connsiteX1" fmla="*/ 80 w 1669638"/>
                <a:gd name="connsiteY1" fmla="*/ 247193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668896" h="248186">
                  <a:moveTo>
                    <a:pt x="1668896" y="248186"/>
                  </a:moveTo>
                  <a:lnTo>
                    <a:pt x="331" y="248186"/>
                  </a:lnTo>
                  <a:cubicBezTo>
                    <a:pt x="-110" y="229623"/>
                    <a:pt x="441" y="211060"/>
                    <a:pt x="0" y="192497"/>
                  </a:cubicBezTo>
                  <a:lnTo>
                    <a:pt x="1522910" y="192497"/>
                  </a:lnTo>
                  <a:cubicBezTo>
                    <a:pt x="1465061" y="134140"/>
                    <a:pt x="1411785" y="74768"/>
                    <a:pt x="1376225" y="219"/>
                  </a:cubicBezTo>
                  <a:cubicBezTo>
                    <a:pt x="1396608" y="219"/>
                    <a:pt x="1415468" y="854"/>
                    <a:pt x="1434264" y="219"/>
                  </a:cubicBezTo>
                  <a:cubicBezTo>
                    <a:pt x="1443056" y="-1141"/>
                    <a:pt x="1451568" y="3956"/>
                    <a:pt x="1454520" y="12347"/>
                  </a:cubicBezTo>
                  <a:cubicBezTo>
                    <a:pt x="1472082" y="45816"/>
                    <a:pt x="1493755" y="76961"/>
                    <a:pt x="1519036" y="105057"/>
                  </a:cubicBezTo>
                  <a:cubicBezTo>
                    <a:pt x="1562664" y="155126"/>
                    <a:pt x="1610880" y="201004"/>
                    <a:pt x="1663055" y="242090"/>
                  </a:cubicBezTo>
                  <a:cubicBezTo>
                    <a:pt x="1664833" y="243551"/>
                    <a:pt x="1666610" y="245011"/>
                    <a:pt x="1668261" y="246535"/>
                  </a:cubicBezTo>
                  <a:cubicBezTo>
                    <a:pt x="1668579" y="246599"/>
                    <a:pt x="1668579" y="247170"/>
                    <a:pt x="1668896" y="248186"/>
                  </a:cubicBezTo>
                  <a:close/>
                </a:path>
              </a:pathLst>
            </a:custGeom>
            <a:grpFill/>
            <a:ln w="6350" cap="flat">
              <a:noFill/>
              <a:prstDash val="solid"/>
              <a:miter/>
            </a:ln>
          </p:spPr>
          <p:txBody>
            <a:bodyPr rtlCol="0" anchor="ctr"/>
            <a:lstStyle/>
            <a:p>
              <a:endParaRPr lang="en-GB"/>
            </a:p>
          </p:txBody>
        </p:sp>
      </p:grpSp>
    </p:spTree>
    <p:extLst>
      <p:ext uri="{BB962C8B-B14F-4D97-AF65-F5344CB8AC3E}">
        <p14:creationId xmlns:p14="http://schemas.microsoft.com/office/powerpoint/2010/main" val="3345788051"/>
      </p:ext>
    </p:extLst>
  </p:cSld>
  <p:clrMapOvr>
    <a:masterClrMapping/>
  </p:clrMapOvr>
  <p:extLst>
    <p:ext uri="{DCECCB84-F9BA-43D5-87BE-67443E8EF086}">
      <p15:sldGuideLst xmlns:p15="http://schemas.microsoft.com/office/powerpoint/2012/main">
        <p15:guide id="1" orient="horz" pos="845">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showMasterSp="0" preserve="1" userDrawn="1">
  <p:cSld name="5_Text Slide A">
    <p:spTree>
      <p:nvGrpSpPr>
        <p:cNvPr id="1" name=""/>
        <p:cNvGrpSpPr/>
        <p:nvPr/>
      </p:nvGrpSpPr>
      <p:grpSpPr>
        <a:xfrm>
          <a:off x="0" y="0"/>
          <a:ext cx="0" cy="0"/>
          <a:chOff x="0" y="0"/>
          <a:chExt cx="0" cy="0"/>
        </a:xfrm>
      </p:grpSpPr>
      <p:sp>
        <p:nvSpPr>
          <p:cNvPr id="11" name="Text Placeholder 2"/>
          <p:cNvSpPr>
            <a:spLocks noGrp="1"/>
          </p:cNvSpPr>
          <p:nvPr>
            <p:ph type="body" sz="quarter" idx="10" hasCustomPrompt="1"/>
          </p:nvPr>
        </p:nvSpPr>
        <p:spPr>
          <a:xfrm>
            <a:off x="384784" y="1242034"/>
            <a:ext cx="3694112" cy="2917842"/>
          </a:xfrm>
        </p:spPr>
        <p:txBody>
          <a:bodyPr anchor="b"/>
          <a:lstStyle>
            <a:lvl1pPr marL="0" indent="0">
              <a:lnSpc>
                <a:spcPct val="100000"/>
              </a:lnSpc>
              <a:spcAft>
                <a:spcPts val="0"/>
              </a:spcAft>
              <a:buFont typeface="Arial" panose="020B0604020202020204" pitchFamily="34" charset="0"/>
              <a:buNone/>
              <a:defRPr sz="3600" cap="none" baseline="0">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Click to </a:t>
            </a:r>
            <a:br>
              <a:rPr lang="en-US" dirty="0"/>
            </a:br>
            <a:r>
              <a:rPr lang="en-US" dirty="0"/>
              <a:t>edit slide title</a:t>
            </a:r>
          </a:p>
        </p:txBody>
      </p:sp>
      <p:sp>
        <p:nvSpPr>
          <p:cNvPr id="12" name="Text Placeholder 4"/>
          <p:cNvSpPr>
            <a:spLocks noGrp="1"/>
          </p:cNvSpPr>
          <p:nvPr>
            <p:ph type="body" sz="quarter" idx="11" hasCustomPrompt="1"/>
          </p:nvPr>
        </p:nvSpPr>
        <p:spPr>
          <a:xfrm>
            <a:off x="6098146" y="579549"/>
            <a:ext cx="5718225" cy="5899039"/>
          </a:xfrm>
        </p:spPr>
        <p:txBody>
          <a:bodyPr/>
          <a:lstStyle>
            <a:lvl1pPr marL="0" indent="0">
              <a:buFont typeface="Arial" panose="020B0604020202020204" pitchFamily="34" charset="0"/>
              <a:buNone/>
              <a:defRPr sz="2000" b="0"/>
            </a:lvl1pPr>
            <a:lvl2pPr marL="180000" marR="0" indent="-180000" algn="l" defTabSz="914400" rtl="0" eaLnBrk="1" fontAlgn="auto" latinLnBrk="0" hangingPunct="1">
              <a:lnSpc>
                <a:spcPct val="100000"/>
              </a:lnSpc>
              <a:spcBef>
                <a:spcPts val="0"/>
              </a:spcBef>
              <a:spcAft>
                <a:spcPts val="1200"/>
              </a:spcAft>
              <a:buClrTx/>
              <a:buSzPct val="125000"/>
              <a:buFont typeface="Arial" panose="020B0604020202020204" pitchFamily="34" charset="0"/>
              <a:buChar char="•"/>
              <a:tabLst/>
              <a:defRPr sz="2000"/>
            </a:lvl2pPr>
            <a:lvl3pPr marL="180000" indent="-180000">
              <a:buFont typeface="Arial" panose="020B0604020202020204" pitchFamily="34" charset="0"/>
              <a:buChar char="•"/>
              <a:defRPr sz="2000"/>
            </a:lvl3pPr>
            <a:lvl4pPr marL="180000" indent="-180000">
              <a:buFont typeface="Arial" panose="020B0604020202020204" pitchFamily="34" charset="0"/>
              <a:buChar char="•"/>
              <a:defRPr/>
            </a:lvl4pPr>
            <a:lvl5pPr marL="180000" indent="-180000">
              <a:buFont typeface="Arial" panose="020B0604020202020204" pitchFamily="34" charset="0"/>
              <a:buChar char="•"/>
              <a:defRPr/>
            </a:lvl5pPr>
          </a:lstStyle>
          <a:p>
            <a:pPr lvl="0"/>
            <a:r>
              <a:rPr lang="en-US" dirty="0"/>
              <a:t>Edit text</a:t>
            </a:r>
          </a:p>
          <a:p>
            <a:pPr lvl="1"/>
            <a:r>
              <a:rPr lang="en-US" dirty="0"/>
              <a:t>Second level</a:t>
            </a:r>
          </a:p>
          <a:p>
            <a:pPr lvl="2"/>
            <a:r>
              <a:rPr lang="en-GB" dirty="0"/>
              <a:t>Third level</a:t>
            </a:r>
          </a:p>
          <a:p>
            <a:pPr lvl="2"/>
            <a:r>
              <a:rPr lang="en-GB" dirty="0"/>
              <a:t>Fourth level</a:t>
            </a:r>
          </a:p>
          <a:p>
            <a:pPr lvl="2"/>
            <a:r>
              <a:rPr lang="en-GB" dirty="0"/>
              <a:t>Fifth level</a:t>
            </a:r>
          </a:p>
        </p:txBody>
      </p:sp>
      <p:grpSp>
        <p:nvGrpSpPr>
          <p:cNvPr id="24" name="Group 23"/>
          <p:cNvGrpSpPr/>
          <p:nvPr userDrawn="1"/>
        </p:nvGrpSpPr>
        <p:grpSpPr>
          <a:xfrm>
            <a:off x="-6058" y="3531457"/>
            <a:ext cx="5797612" cy="2365031"/>
            <a:chOff x="-2229" y="2361812"/>
            <a:chExt cx="11067619" cy="4514835"/>
          </a:xfrm>
          <a:solidFill>
            <a:srgbClr val="7E007C"/>
          </a:solidFill>
        </p:grpSpPr>
        <p:sp>
          <p:nvSpPr>
            <p:cNvPr id="25" name="Freeform 24">
              <a:extLst>
                <a:ext uri="{FF2B5EF4-FFF2-40B4-BE49-F238E27FC236}">
                  <a16:creationId xmlns:a16="http://schemas.microsoft.com/office/drawing/2014/main" id="{2F450B4C-241D-A544-BBEF-175E01D6A139}"/>
                </a:ext>
              </a:extLst>
            </p:cNvPr>
            <p:cNvSpPr/>
            <p:nvPr userDrawn="1"/>
          </p:nvSpPr>
          <p:spPr>
            <a:xfrm>
              <a:off x="-2229" y="2361812"/>
              <a:ext cx="9087449" cy="1912558"/>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806"/>
                <a:gd name="connsiteX1" fmla="*/ 62 w 1182006"/>
                <a:gd name="connsiteY1" fmla="*/ 248806 h 248806"/>
                <a:gd name="connsiteX2" fmla="*/ 0 w 1182006"/>
                <a:gd name="connsiteY2" fmla="*/ 192497 h 248806"/>
                <a:gd name="connsiteX3" fmla="*/ 1036020 w 1182006"/>
                <a:gd name="connsiteY3" fmla="*/ 192497 h 248806"/>
                <a:gd name="connsiteX4" fmla="*/ 889335 w 1182006"/>
                <a:gd name="connsiteY4" fmla="*/ 219 h 248806"/>
                <a:gd name="connsiteX5" fmla="*/ 947374 w 1182006"/>
                <a:gd name="connsiteY5" fmla="*/ 219 h 248806"/>
                <a:gd name="connsiteX6" fmla="*/ 967630 w 1182006"/>
                <a:gd name="connsiteY6" fmla="*/ 12347 h 248806"/>
                <a:gd name="connsiteX7" fmla="*/ 1032146 w 1182006"/>
                <a:gd name="connsiteY7" fmla="*/ 105057 h 248806"/>
                <a:gd name="connsiteX8" fmla="*/ 1176165 w 1182006"/>
                <a:gd name="connsiteY8" fmla="*/ 242090 h 248806"/>
                <a:gd name="connsiteX9" fmla="*/ 1181371 w 1182006"/>
                <a:gd name="connsiteY9" fmla="*/ 246535 h 248806"/>
                <a:gd name="connsiteX10" fmla="*/ 1182006 w 1182006"/>
                <a:gd name="connsiteY10" fmla="*/ 248186 h 2488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182006" h="248806">
                  <a:moveTo>
                    <a:pt x="1182006" y="248186"/>
                  </a:moveTo>
                  <a:lnTo>
                    <a:pt x="62" y="248806"/>
                  </a:lnTo>
                  <a:cubicBezTo>
                    <a:pt x="41" y="230036"/>
                    <a:pt x="21" y="211267"/>
                    <a:pt x="0" y="192497"/>
                  </a:cubicBezTo>
                  <a:lnTo>
                    <a:pt x="1036020" y="192497"/>
                  </a:lnTo>
                  <a:cubicBezTo>
                    <a:pt x="978171" y="134140"/>
                    <a:pt x="924895" y="74768"/>
                    <a:pt x="889335" y="219"/>
                  </a:cubicBezTo>
                  <a:cubicBezTo>
                    <a:pt x="909718" y="219"/>
                    <a:pt x="928578" y="854"/>
                    <a:pt x="947374" y="219"/>
                  </a:cubicBezTo>
                  <a:cubicBezTo>
                    <a:pt x="956166" y="-1141"/>
                    <a:pt x="964678" y="3956"/>
                    <a:pt x="967630" y="12347"/>
                  </a:cubicBezTo>
                  <a:cubicBezTo>
                    <a:pt x="985192" y="45816"/>
                    <a:pt x="1006865" y="76961"/>
                    <a:pt x="1032146" y="105057"/>
                  </a:cubicBezTo>
                  <a:cubicBezTo>
                    <a:pt x="1075774" y="155126"/>
                    <a:pt x="1123990" y="201004"/>
                    <a:pt x="1176165" y="242090"/>
                  </a:cubicBezTo>
                  <a:cubicBezTo>
                    <a:pt x="1177943" y="243551"/>
                    <a:pt x="1179720" y="245011"/>
                    <a:pt x="1181371" y="246535"/>
                  </a:cubicBezTo>
                  <a:cubicBezTo>
                    <a:pt x="1181689" y="246599"/>
                    <a:pt x="1181689" y="247170"/>
                    <a:pt x="1182006" y="248186"/>
                  </a:cubicBezTo>
                  <a:close/>
                </a:path>
              </a:pathLst>
            </a:custGeom>
            <a:grpFill/>
            <a:ln w="6350" cap="flat">
              <a:noFill/>
              <a:prstDash val="solid"/>
              <a:miter/>
            </a:ln>
          </p:spPr>
          <p:txBody>
            <a:bodyPr rtlCol="0" anchor="ctr"/>
            <a:lstStyle/>
            <a:p>
              <a:endParaRPr lang="en-GB"/>
            </a:p>
          </p:txBody>
        </p:sp>
        <p:sp>
          <p:nvSpPr>
            <p:cNvPr id="26" name="Freeform 25">
              <a:extLst>
                <a:ext uri="{FF2B5EF4-FFF2-40B4-BE49-F238E27FC236}">
                  <a16:creationId xmlns:a16="http://schemas.microsoft.com/office/drawing/2014/main" id="{17BA7C41-EA1C-2F4D-90C7-EC472AB85B8A}"/>
                </a:ext>
              </a:extLst>
            </p:cNvPr>
            <p:cNvSpPr/>
            <p:nvPr/>
          </p:nvSpPr>
          <p:spPr>
            <a:xfrm>
              <a:off x="8136202" y="2367285"/>
              <a:ext cx="2929188" cy="4490714"/>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grpFill/>
            <a:ln w="6350" cap="flat">
              <a:noFill/>
              <a:prstDash val="solid"/>
              <a:miter/>
            </a:ln>
          </p:spPr>
          <p:txBody>
            <a:bodyPr rtlCol="0" anchor="ctr"/>
            <a:lstStyle/>
            <a:p>
              <a:endParaRPr lang="en-GB"/>
            </a:p>
          </p:txBody>
        </p:sp>
        <p:sp>
          <p:nvSpPr>
            <p:cNvPr id="27" name="Freeform 26">
              <a:extLst>
                <a:ext uri="{FF2B5EF4-FFF2-40B4-BE49-F238E27FC236}">
                  <a16:creationId xmlns:a16="http://schemas.microsoft.com/office/drawing/2014/main" id="{2F450B4C-241D-A544-BBEF-175E01D6A139}"/>
                </a:ext>
              </a:extLst>
            </p:cNvPr>
            <p:cNvSpPr/>
            <p:nvPr userDrawn="1"/>
          </p:nvSpPr>
          <p:spPr>
            <a:xfrm flipV="1">
              <a:off x="-467" y="4964089"/>
              <a:ext cx="9087449" cy="1912558"/>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806"/>
                <a:gd name="connsiteX1" fmla="*/ 62 w 1182006"/>
                <a:gd name="connsiteY1" fmla="*/ 248806 h 248806"/>
                <a:gd name="connsiteX2" fmla="*/ 0 w 1182006"/>
                <a:gd name="connsiteY2" fmla="*/ 192497 h 248806"/>
                <a:gd name="connsiteX3" fmla="*/ 1036020 w 1182006"/>
                <a:gd name="connsiteY3" fmla="*/ 192497 h 248806"/>
                <a:gd name="connsiteX4" fmla="*/ 889335 w 1182006"/>
                <a:gd name="connsiteY4" fmla="*/ 219 h 248806"/>
                <a:gd name="connsiteX5" fmla="*/ 947374 w 1182006"/>
                <a:gd name="connsiteY5" fmla="*/ 219 h 248806"/>
                <a:gd name="connsiteX6" fmla="*/ 967630 w 1182006"/>
                <a:gd name="connsiteY6" fmla="*/ 12347 h 248806"/>
                <a:gd name="connsiteX7" fmla="*/ 1032146 w 1182006"/>
                <a:gd name="connsiteY7" fmla="*/ 105057 h 248806"/>
                <a:gd name="connsiteX8" fmla="*/ 1176165 w 1182006"/>
                <a:gd name="connsiteY8" fmla="*/ 242090 h 248806"/>
                <a:gd name="connsiteX9" fmla="*/ 1181371 w 1182006"/>
                <a:gd name="connsiteY9" fmla="*/ 246535 h 248806"/>
                <a:gd name="connsiteX10" fmla="*/ 1182006 w 1182006"/>
                <a:gd name="connsiteY10" fmla="*/ 248186 h 2488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182006" h="248806">
                  <a:moveTo>
                    <a:pt x="1182006" y="248186"/>
                  </a:moveTo>
                  <a:lnTo>
                    <a:pt x="62" y="248806"/>
                  </a:lnTo>
                  <a:cubicBezTo>
                    <a:pt x="41" y="230036"/>
                    <a:pt x="21" y="211267"/>
                    <a:pt x="0" y="192497"/>
                  </a:cubicBezTo>
                  <a:lnTo>
                    <a:pt x="1036020" y="192497"/>
                  </a:lnTo>
                  <a:cubicBezTo>
                    <a:pt x="978171" y="134140"/>
                    <a:pt x="924895" y="74768"/>
                    <a:pt x="889335" y="219"/>
                  </a:cubicBezTo>
                  <a:cubicBezTo>
                    <a:pt x="909718" y="219"/>
                    <a:pt x="928578" y="854"/>
                    <a:pt x="947374" y="219"/>
                  </a:cubicBezTo>
                  <a:cubicBezTo>
                    <a:pt x="956166" y="-1141"/>
                    <a:pt x="964678" y="3956"/>
                    <a:pt x="967630" y="12347"/>
                  </a:cubicBezTo>
                  <a:cubicBezTo>
                    <a:pt x="985192" y="45816"/>
                    <a:pt x="1006865" y="76961"/>
                    <a:pt x="1032146" y="105057"/>
                  </a:cubicBezTo>
                  <a:cubicBezTo>
                    <a:pt x="1075774" y="155126"/>
                    <a:pt x="1123990" y="201004"/>
                    <a:pt x="1176165" y="242090"/>
                  </a:cubicBezTo>
                  <a:cubicBezTo>
                    <a:pt x="1177943" y="243551"/>
                    <a:pt x="1179720" y="245011"/>
                    <a:pt x="1181371" y="246535"/>
                  </a:cubicBezTo>
                  <a:cubicBezTo>
                    <a:pt x="1181689" y="246599"/>
                    <a:pt x="1181689" y="247170"/>
                    <a:pt x="1182006" y="248186"/>
                  </a:cubicBezTo>
                  <a:close/>
                </a:path>
              </a:pathLst>
            </a:custGeom>
            <a:grpFill/>
            <a:ln w="6350" cap="flat">
              <a:noFill/>
              <a:prstDash val="solid"/>
              <a:miter/>
            </a:ln>
          </p:spPr>
          <p:txBody>
            <a:bodyPr rtlCol="0" anchor="ctr"/>
            <a:lstStyle/>
            <a:p>
              <a:endParaRPr lang="en-GB"/>
            </a:p>
          </p:txBody>
        </p:sp>
      </p:grpSp>
    </p:spTree>
    <p:extLst>
      <p:ext uri="{BB962C8B-B14F-4D97-AF65-F5344CB8AC3E}">
        <p14:creationId xmlns:p14="http://schemas.microsoft.com/office/powerpoint/2010/main" val="1596148475"/>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2_Text and Image (half screen)">
    <p:bg>
      <p:bgPr>
        <a:solidFill>
          <a:schemeClr val="bg1"/>
        </a:solidFill>
        <a:effectLst/>
      </p:bgPr>
    </p:bg>
    <p:spTree>
      <p:nvGrpSpPr>
        <p:cNvPr id="1" name=""/>
        <p:cNvGrpSpPr/>
        <p:nvPr/>
      </p:nvGrpSpPr>
      <p:grpSpPr>
        <a:xfrm>
          <a:off x="0" y="0"/>
          <a:ext cx="0" cy="0"/>
          <a:chOff x="0" y="0"/>
          <a:chExt cx="0" cy="0"/>
        </a:xfrm>
      </p:grpSpPr>
      <p:sp>
        <p:nvSpPr>
          <p:cNvPr id="10" name="Text Placeholder 7"/>
          <p:cNvSpPr>
            <a:spLocks noGrp="1"/>
          </p:cNvSpPr>
          <p:nvPr>
            <p:ph type="body" sz="quarter" idx="11" hasCustomPrompt="1"/>
          </p:nvPr>
        </p:nvSpPr>
        <p:spPr>
          <a:xfrm>
            <a:off x="373063" y="1892635"/>
            <a:ext cx="6143484" cy="4376323"/>
          </a:xfrm>
        </p:spPr>
        <p:txBody>
          <a:bodyPr/>
          <a:lstStyle>
            <a:lvl1pPr marL="0" indent="0">
              <a:lnSpc>
                <a:spcPct val="100000"/>
              </a:lnSpc>
              <a:buFont typeface="Arial" panose="020B0604020202020204" pitchFamily="34" charset="0"/>
              <a:buNone/>
              <a:defRPr sz="2000" b="0"/>
            </a:lvl1pPr>
            <a:lvl2pPr marL="171450" indent="-171450">
              <a:lnSpc>
                <a:spcPct val="100000"/>
              </a:lnSpc>
              <a:buFont typeface="Arial" panose="020B0604020202020204" pitchFamily="34" charset="0"/>
              <a:buChar char="•"/>
              <a:defRPr sz="2000" b="0"/>
            </a:lvl2pPr>
            <a:lvl3pPr>
              <a:lnSpc>
                <a:spcPct val="100000"/>
              </a:lnSpc>
              <a:defRPr sz="1800" b="0"/>
            </a:lvl3pPr>
            <a:lvl4pPr>
              <a:lnSpc>
                <a:spcPct val="100000"/>
              </a:lnSpc>
              <a:defRPr sz="1800" b="0"/>
            </a:lvl4pPr>
            <a:lvl5pPr>
              <a:lnSpc>
                <a:spcPct val="100000"/>
              </a:lnSpc>
              <a:defRPr sz="1800" b="0"/>
            </a:lvl5pPr>
          </a:lstStyle>
          <a:p>
            <a:pPr lvl="0"/>
            <a:r>
              <a:rPr lang="en-US" dirty="0"/>
              <a:t>Edit text</a:t>
            </a:r>
          </a:p>
          <a:p>
            <a:pPr lvl="1"/>
            <a:r>
              <a:rPr lang="en-US" dirty="0"/>
              <a:t>Second level</a:t>
            </a:r>
          </a:p>
          <a:p>
            <a:pPr lvl="1"/>
            <a:r>
              <a:rPr lang="en-US" dirty="0"/>
              <a:t>Third level</a:t>
            </a:r>
          </a:p>
          <a:p>
            <a:pPr lvl="1"/>
            <a:r>
              <a:rPr lang="en-US" dirty="0"/>
              <a:t>Fourth level</a:t>
            </a:r>
          </a:p>
          <a:p>
            <a:pPr lvl="1"/>
            <a:r>
              <a:rPr lang="en-US" dirty="0"/>
              <a:t>Fifth level</a:t>
            </a:r>
          </a:p>
        </p:txBody>
      </p:sp>
      <p:sp>
        <p:nvSpPr>
          <p:cNvPr id="7" name="Picture Placeholder 4">
            <a:extLst>
              <a:ext uri="{FF2B5EF4-FFF2-40B4-BE49-F238E27FC236}">
                <a16:creationId xmlns:a16="http://schemas.microsoft.com/office/drawing/2014/main" id="{749837D3-F6DB-DB49-B987-A2004B0611D5}"/>
              </a:ext>
            </a:extLst>
          </p:cNvPr>
          <p:cNvSpPr>
            <a:spLocks noGrp="1"/>
          </p:cNvSpPr>
          <p:nvPr>
            <p:ph type="pic" sz="quarter" idx="13"/>
          </p:nvPr>
        </p:nvSpPr>
        <p:spPr>
          <a:xfrm>
            <a:off x="6967959" y="0"/>
            <a:ext cx="5224040" cy="6857999"/>
          </a:xfrm>
          <a:prstGeom prst="rect">
            <a:avLst/>
          </a:prstGeom>
        </p:spPr>
        <p:txBody>
          <a:bodyPr/>
          <a:lstStyle>
            <a:lvl1pPr marL="0" indent="0">
              <a:buNone/>
              <a:defRPr/>
            </a:lvl1pPr>
          </a:lstStyle>
          <a:p>
            <a:r>
              <a:rPr lang="en-US" dirty="0"/>
              <a:t>Click icon to add picture</a:t>
            </a:r>
          </a:p>
        </p:txBody>
      </p:sp>
      <p:sp>
        <p:nvSpPr>
          <p:cNvPr id="11" name="Text Placeholder 2"/>
          <p:cNvSpPr>
            <a:spLocks noGrp="1"/>
          </p:cNvSpPr>
          <p:nvPr>
            <p:ph type="body" sz="quarter" idx="12" hasCustomPrompt="1"/>
          </p:nvPr>
        </p:nvSpPr>
        <p:spPr>
          <a:xfrm>
            <a:off x="385650" y="1147572"/>
            <a:ext cx="5123903" cy="520262"/>
          </a:xfrm>
        </p:spPr>
        <p:txBody>
          <a:bodyPr/>
          <a:lstStyle>
            <a:lvl1pPr marL="0" indent="0">
              <a:lnSpc>
                <a:spcPct val="100000"/>
              </a:lnSpc>
              <a:spcAft>
                <a:spcPts val="0"/>
              </a:spcAft>
              <a:buFont typeface="Arial" panose="020B0604020202020204" pitchFamily="34" charset="0"/>
              <a:buNone/>
              <a:defRPr sz="3600" cap="none" baseline="0">
                <a:solidFill>
                  <a:srgbClr val="004050"/>
                </a:solidFill>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Click to edit slide title</a:t>
            </a:r>
          </a:p>
        </p:txBody>
      </p:sp>
      <p:sp>
        <p:nvSpPr>
          <p:cNvPr id="5"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56421" y="6511672"/>
            <a:ext cx="785483" cy="180000"/>
          </a:xfrm>
          <a:prstGeom prst="rect">
            <a:avLst/>
          </a:prstGeom>
        </p:spPr>
        <p:txBody>
          <a:bodyPr vert="horz" lIns="0" tIns="0" rIns="0" bIns="0" rtlCol="0" anchor="b" anchorCtr="0"/>
          <a:lstStyle>
            <a:lvl1pPr algn="r">
              <a:defRPr sz="760" b="1" i="0">
                <a:solidFill>
                  <a:schemeClr val="tx1"/>
                </a:solidFill>
                <a:latin typeface="Montserrat" pitchFamily="2" charset="77"/>
              </a:defRPr>
            </a:lvl1pPr>
          </a:lstStyle>
          <a:p>
            <a:fld id="{EF892D59-8F09-EF4B-AD6D-DA609442F868}" type="slidenum">
              <a:rPr lang="en-GB" smtClean="0"/>
              <a:pPr/>
              <a:t>‹#›</a:t>
            </a:fld>
            <a:endParaRPr lang="en-GB" dirty="0"/>
          </a:p>
        </p:txBody>
      </p:sp>
      <p:sp>
        <p:nvSpPr>
          <p:cNvPr id="16" name="Freeform 15">
            <a:extLst>
              <a:ext uri="{FF2B5EF4-FFF2-40B4-BE49-F238E27FC236}">
                <a16:creationId xmlns:a16="http://schemas.microsoft.com/office/drawing/2014/main" id="{D44E23D4-CD16-B448-8F0A-11F5CE4FAB4C}"/>
              </a:ext>
            </a:extLst>
          </p:cNvPr>
          <p:cNvSpPr/>
          <p:nvPr userDrawn="1"/>
        </p:nvSpPr>
        <p:spPr>
          <a:xfrm>
            <a:off x="3229535" y="4488657"/>
            <a:ext cx="3729957" cy="2369343"/>
          </a:xfrm>
          <a:custGeom>
            <a:avLst/>
            <a:gdLst>
              <a:gd name="connsiteX0" fmla="*/ 117151 w 1009650"/>
              <a:gd name="connsiteY0" fmla="*/ 24275 h 641350"/>
              <a:gd name="connsiteX1" fmla="*/ 692 w 1009650"/>
              <a:gd name="connsiteY1" fmla="*/ 235603 h 641350"/>
              <a:gd name="connsiteX2" fmla="*/ 208781 w 1009650"/>
              <a:gd name="connsiteY2" fmla="*/ 429659 h 641350"/>
              <a:gd name="connsiteX3" fmla="*/ 350450 w 1009650"/>
              <a:gd name="connsiteY3" fmla="*/ 429659 h 641350"/>
              <a:gd name="connsiteX4" fmla="*/ 350450 w 1009650"/>
              <a:gd name="connsiteY4" fmla="*/ 641432 h 641350"/>
              <a:gd name="connsiteX5" fmla="*/ 428301 w 1009650"/>
              <a:gd name="connsiteY5" fmla="*/ 641432 h 641350"/>
              <a:gd name="connsiteX6" fmla="*/ 428301 w 1009650"/>
              <a:gd name="connsiteY6" fmla="*/ 430358 h 641350"/>
              <a:gd name="connsiteX7" fmla="*/ 777551 w 1009650"/>
              <a:gd name="connsiteY7" fmla="*/ 430358 h 641350"/>
              <a:gd name="connsiteX8" fmla="*/ 652519 w 1009650"/>
              <a:gd name="connsiteY8" fmla="*/ 640352 h 641350"/>
              <a:gd name="connsiteX9" fmla="*/ 698747 w 1009650"/>
              <a:gd name="connsiteY9" fmla="*/ 640352 h 641350"/>
              <a:gd name="connsiteX10" fmla="*/ 713225 w 1009650"/>
              <a:gd name="connsiteY10" fmla="*/ 633050 h 641350"/>
              <a:gd name="connsiteX11" fmla="*/ 864800 w 1009650"/>
              <a:gd name="connsiteY11" fmla="*/ 484206 h 641350"/>
              <a:gd name="connsiteX12" fmla="*/ 1004881 w 1009650"/>
              <a:gd name="connsiteY12" fmla="*/ 412641 h 641350"/>
              <a:gd name="connsiteX13" fmla="*/ 1011231 w 1009650"/>
              <a:gd name="connsiteY13" fmla="*/ 402608 h 641350"/>
              <a:gd name="connsiteX14" fmla="*/ 1011231 w 1009650"/>
              <a:gd name="connsiteY14" fmla="*/ 379685 h 641350"/>
              <a:gd name="connsiteX15" fmla="*/ 1003547 w 1009650"/>
              <a:gd name="connsiteY15" fmla="*/ 368826 h 641350"/>
              <a:gd name="connsiteX16" fmla="*/ 710241 w 1009650"/>
              <a:gd name="connsiteY16" fmla="*/ 145624 h 641350"/>
              <a:gd name="connsiteX17" fmla="*/ 705224 w 1009650"/>
              <a:gd name="connsiteY17" fmla="*/ 141687 h 641350"/>
              <a:gd name="connsiteX18" fmla="*/ 652138 w 1009650"/>
              <a:gd name="connsiteY18" fmla="*/ 141687 h 641350"/>
              <a:gd name="connsiteX19" fmla="*/ 777487 w 1009650"/>
              <a:gd name="connsiteY19" fmla="*/ 353078 h 641350"/>
              <a:gd name="connsiteX20" fmla="*/ 428237 w 1009650"/>
              <a:gd name="connsiteY20" fmla="*/ 353078 h 641350"/>
              <a:gd name="connsiteX21" fmla="*/ 428237 w 1009650"/>
              <a:gd name="connsiteY21" fmla="*/ 344887 h 641350"/>
              <a:gd name="connsiteX22" fmla="*/ 428237 w 1009650"/>
              <a:gd name="connsiteY22" fmla="*/ 210013 h 641350"/>
              <a:gd name="connsiteX23" fmla="*/ 422776 w 1009650"/>
              <a:gd name="connsiteY23" fmla="*/ 165563 h 641350"/>
              <a:gd name="connsiteX24" fmla="*/ 278060 w 1009650"/>
              <a:gd name="connsiteY24" fmla="*/ 11385 h 641350"/>
              <a:gd name="connsiteX25" fmla="*/ 117151 w 1009650"/>
              <a:gd name="connsiteY25" fmla="*/ 24275 h 641350"/>
              <a:gd name="connsiteX26" fmla="*/ 331654 w 1009650"/>
              <a:gd name="connsiteY26" fmla="*/ 145370 h 641350"/>
              <a:gd name="connsiteX27" fmla="*/ 350704 w 1009650"/>
              <a:gd name="connsiteY27" fmla="*/ 216045 h 641350"/>
              <a:gd name="connsiteX28" fmla="*/ 350704 w 1009650"/>
              <a:gd name="connsiteY28" fmla="*/ 343045 h 641350"/>
              <a:gd name="connsiteX29" fmla="*/ 350704 w 1009650"/>
              <a:gd name="connsiteY29" fmla="*/ 352634 h 641350"/>
              <a:gd name="connsiteX30" fmla="*/ 346513 w 1009650"/>
              <a:gd name="connsiteY30" fmla="*/ 353142 h 641350"/>
              <a:gd name="connsiteX31" fmla="*/ 208591 w 1009650"/>
              <a:gd name="connsiteY31" fmla="*/ 352697 h 641350"/>
              <a:gd name="connsiteX32" fmla="*/ 104069 w 1009650"/>
              <a:gd name="connsiteY32" fmla="*/ 297579 h 641350"/>
              <a:gd name="connsiteX33" fmla="*/ 190493 w 1009650"/>
              <a:gd name="connsiteY33" fmla="*/ 79457 h 641350"/>
              <a:gd name="connsiteX34" fmla="*/ 331654 w 1009650"/>
              <a:gd name="connsiteY34" fmla="*/ 145370 h 6413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1009650" h="641350">
                <a:moveTo>
                  <a:pt x="117151" y="24275"/>
                </a:moveTo>
                <a:cubicBezTo>
                  <a:pt x="34918" y="69741"/>
                  <a:pt x="-5912" y="140163"/>
                  <a:pt x="692" y="235603"/>
                </a:cubicBezTo>
                <a:cubicBezTo>
                  <a:pt x="7994" y="341013"/>
                  <a:pt x="103117" y="429659"/>
                  <a:pt x="208781" y="429659"/>
                </a:cubicBezTo>
                <a:lnTo>
                  <a:pt x="350450" y="429659"/>
                </a:lnTo>
                <a:lnTo>
                  <a:pt x="350450" y="641432"/>
                </a:lnTo>
                <a:lnTo>
                  <a:pt x="428301" y="641432"/>
                </a:lnTo>
                <a:lnTo>
                  <a:pt x="428301" y="430358"/>
                </a:lnTo>
                <a:lnTo>
                  <a:pt x="777551" y="430358"/>
                </a:lnTo>
                <a:cubicBezTo>
                  <a:pt x="722305" y="492842"/>
                  <a:pt x="679379" y="561231"/>
                  <a:pt x="652519" y="640352"/>
                </a:cubicBezTo>
                <a:cubicBezTo>
                  <a:pt x="668712" y="640352"/>
                  <a:pt x="683761" y="640352"/>
                  <a:pt x="698747" y="640352"/>
                </a:cubicBezTo>
                <a:cubicBezTo>
                  <a:pt x="704581" y="640933"/>
                  <a:pt x="710224" y="638086"/>
                  <a:pt x="713225" y="633050"/>
                </a:cubicBezTo>
                <a:cubicBezTo>
                  <a:pt x="754165" y="574534"/>
                  <a:pt x="805550" y="524075"/>
                  <a:pt x="864800" y="484206"/>
                </a:cubicBezTo>
                <a:cubicBezTo>
                  <a:pt x="908435" y="454786"/>
                  <a:pt x="955471" y="430757"/>
                  <a:pt x="1004881" y="412641"/>
                </a:cubicBezTo>
                <a:cubicBezTo>
                  <a:pt x="1009346" y="411541"/>
                  <a:pt x="1012148" y="407114"/>
                  <a:pt x="1011231" y="402608"/>
                </a:cubicBezTo>
                <a:cubicBezTo>
                  <a:pt x="1010723" y="394975"/>
                  <a:pt x="1010723" y="387317"/>
                  <a:pt x="1011231" y="379685"/>
                </a:cubicBezTo>
                <a:cubicBezTo>
                  <a:pt x="1011802" y="373335"/>
                  <a:pt x="1009135" y="370922"/>
                  <a:pt x="1003547" y="368826"/>
                </a:cubicBezTo>
                <a:cubicBezTo>
                  <a:pt x="883532" y="323741"/>
                  <a:pt x="784154" y="251351"/>
                  <a:pt x="710241" y="145624"/>
                </a:cubicBezTo>
                <a:cubicBezTo>
                  <a:pt x="709034" y="143909"/>
                  <a:pt x="706939" y="141750"/>
                  <a:pt x="705224" y="141687"/>
                </a:cubicBezTo>
                <a:cubicBezTo>
                  <a:pt x="687889" y="141687"/>
                  <a:pt x="670616" y="141687"/>
                  <a:pt x="652138" y="141687"/>
                </a:cubicBezTo>
                <a:cubicBezTo>
                  <a:pt x="678808" y="221506"/>
                  <a:pt x="721988" y="290213"/>
                  <a:pt x="777487" y="353078"/>
                </a:cubicBezTo>
                <a:lnTo>
                  <a:pt x="428237" y="353078"/>
                </a:lnTo>
                <a:lnTo>
                  <a:pt x="428237" y="344887"/>
                </a:lnTo>
                <a:cubicBezTo>
                  <a:pt x="428237" y="299929"/>
                  <a:pt x="428681" y="254971"/>
                  <a:pt x="428237" y="210013"/>
                </a:cubicBezTo>
                <a:cubicBezTo>
                  <a:pt x="428159" y="195034"/>
                  <a:pt x="426326" y="180115"/>
                  <a:pt x="422776" y="165563"/>
                </a:cubicBezTo>
                <a:cubicBezTo>
                  <a:pt x="402392" y="88283"/>
                  <a:pt x="353498" y="36150"/>
                  <a:pt x="278060" y="11385"/>
                </a:cubicBezTo>
                <a:cubicBezTo>
                  <a:pt x="223323" y="-6776"/>
                  <a:pt x="167760" y="-3728"/>
                  <a:pt x="117151" y="24275"/>
                </a:cubicBezTo>
                <a:close/>
                <a:moveTo>
                  <a:pt x="331654" y="145370"/>
                </a:moveTo>
                <a:cubicBezTo>
                  <a:pt x="344472" y="166690"/>
                  <a:pt x="351071" y="191171"/>
                  <a:pt x="350704" y="216045"/>
                </a:cubicBezTo>
                <a:cubicBezTo>
                  <a:pt x="350704" y="258463"/>
                  <a:pt x="350704" y="300818"/>
                  <a:pt x="350704" y="343045"/>
                </a:cubicBezTo>
                <a:lnTo>
                  <a:pt x="350704" y="352634"/>
                </a:lnTo>
                <a:cubicBezTo>
                  <a:pt x="349319" y="352892"/>
                  <a:pt x="347920" y="353061"/>
                  <a:pt x="346513" y="353142"/>
                </a:cubicBezTo>
                <a:cubicBezTo>
                  <a:pt x="300539" y="353142"/>
                  <a:pt x="254564" y="353142"/>
                  <a:pt x="208591" y="352697"/>
                </a:cubicBezTo>
                <a:cubicBezTo>
                  <a:pt x="164649" y="352062"/>
                  <a:pt x="129724" y="332123"/>
                  <a:pt x="104069" y="297579"/>
                </a:cubicBezTo>
                <a:cubicBezTo>
                  <a:pt x="38347" y="209187"/>
                  <a:pt x="96132" y="97173"/>
                  <a:pt x="190493" y="79457"/>
                </a:cubicBezTo>
                <a:cubicBezTo>
                  <a:pt x="246651" y="70112"/>
                  <a:pt x="302766" y="96313"/>
                  <a:pt x="331654" y="145370"/>
                </a:cubicBezTo>
                <a:close/>
              </a:path>
            </a:pathLst>
          </a:custGeom>
          <a:solidFill>
            <a:srgbClr val="7E007C"/>
          </a:solidFill>
          <a:ln w="6350" cap="flat">
            <a:noFill/>
            <a:prstDash val="solid"/>
            <a:miter/>
          </a:ln>
        </p:spPr>
        <p:txBody>
          <a:bodyPr rtlCol="0" anchor="ctr"/>
          <a:lstStyle/>
          <a:p>
            <a:endParaRPr lang="en-GB"/>
          </a:p>
        </p:txBody>
      </p:sp>
      <p:sp>
        <p:nvSpPr>
          <p:cNvPr id="8" name="Rectangle 7"/>
          <p:cNvSpPr/>
          <p:nvPr userDrawn="1"/>
        </p:nvSpPr>
        <p:spPr>
          <a:xfrm>
            <a:off x="0" y="75715"/>
            <a:ext cx="1089126" cy="8095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165464019"/>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26.xml><?xml version="1.0" encoding="utf-8"?>
<p:sldLayout xmlns:a="http://schemas.openxmlformats.org/drawingml/2006/main" xmlns:r="http://schemas.openxmlformats.org/officeDocument/2006/relationships" xmlns:p="http://schemas.openxmlformats.org/presentationml/2006/main" showMasterSp="0" preserve="1" userDrawn="1">
  <p:cSld name="3_Activity 1">
    <p:bg>
      <p:bgPr>
        <a:solidFill>
          <a:srgbClr val="7E007C"/>
        </a:solidFill>
        <a:effectLst/>
      </p:bgPr>
    </p:bg>
    <p:spTree>
      <p:nvGrpSpPr>
        <p:cNvPr id="1" name=""/>
        <p:cNvGrpSpPr/>
        <p:nvPr/>
      </p:nvGrpSpPr>
      <p:grpSpPr>
        <a:xfrm>
          <a:off x="0" y="0"/>
          <a:ext cx="0" cy="0"/>
          <a:chOff x="0" y="0"/>
          <a:chExt cx="0" cy="0"/>
        </a:xfrm>
      </p:grpSpPr>
      <p:sp>
        <p:nvSpPr>
          <p:cNvPr id="10" name="Freeform 9">
            <a:extLst>
              <a:ext uri="{FF2B5EF4-FFF2-40B4-BE49-F238E27FC236}">
                <a16:creationId xmlns:a16="http://schemas.microsoft.com/office/drawing/2014/main" id="{56887D20-DCD6-8E49-BF31-8F4C2FCCD421}"/>
              </a:ext>
            </a:extLst>
          </p:cNvPr>
          <p:cNvSpPr/>
          <p:nvPr userDrawn="1"/>
        </p:nvSpPr>
        <p:spPr>
          <a:xfrm>
            <a:off x="487005" y="518307"/>
            <a:ext cx="3525956" cy="4061544"/>
          </a:xfrm>
          <a:custGeom>
            <a:avLst/>
            <a:gdLst>
              <a:gd name="connsiteX0" fmla="*/ 1008895 w 1003300"/>
              <a:gd name="connsiteY0" fmla="*/ 731076 h 1155700"/>
              <a:gd name="connsiteX1" fmla="*/ 581921 w 1003300"/>
              <a:gd name="connsiteY1" fmla="*/ 1157986 h 1155700"/>
              <a:gd name="connsiteX2" fmla="*/ 581921 w 1003300"/>
              <a:gd name="connsiteY2" fmla="*/ 932371 h 1155700"/>
              <a:gd name="connsiteX3" fmla="*/ 565728 w 1003300"/>
              <a:gd name="connsiteY3" fmla="*/ 932371 h 1155700"/>
              <a:gd name="connsiteX4" fmla="*/ 485337 w 1003300"/>
              <a:gd name="connsiteY4" fmla="*/ 923163 h 1155700"/>
              <a:gd name="connsiteX5" fmla="*/ 405454 w 1003300"/>
              <a:gd name="connsiteY5" fmla="*/ 877824 h 1155700"/>
              <a:gd name="connsiteX6" fmla="*/ 306585 w 1003300"/>
              <a:gd name="connsiteY6" fmla="*/ 784035 h 1155700"/>
              <a:gd name="connsiteX7" fmla="*/ 114497 w 1003300"/>
              <a:gd name="connsiteY7" fmla="*/ 591312 h 1155700"/>
              <a:gd name="connsiteX8" fmla="*/ 29534 w 1003300"/>
              <a:gd name="connsiteY8" fmla="*/ 484251 h 1155700"/>
              <a:gd name="connsiteX9" fmla="*/ 7500 w 1003300"/>
              <a:gd name="connsiteY9" fmla="*/ 408051 h 1155700"/>
              <a:gd name="connsiteX10" fmla="*/ 452 w 1003300"/>
              <a:gd name="connsiteY10" fmla="*/ 282766 h 1155700"/>
              <a:gd name="connsiteX11" fmla="*/ 452 w 1003300"/>
              <a:gd name="connsiteY11" fmla="*/ 10668 h 1155700"/>
              <a:gd name="connsiteX12" fmla="*/ 452 w 1003300"/>
              <a:gd name="connsiteY12" fmla="*/ 1333 h 1155700"/>
              <a:gd name="connsiteX13" fmla="*/ 201937 w 1003300"/>
              <a:gd name="connsiteY13" fmla="*/ 203200 h 1155700"/>
              <a:gd name="connsiteX14" fmla="*/ 405137 w 1003300"/>
              <a:gd name="connsiteY14" fmla="*/ 0 h 1155700"/>
              <a:gd name="connsiteX15" fmla="*/ 405137 w 1003300"/>
              <a:gd name="connsiteY15" fmla="*/ 527876 h 1155700"/>
              <a:gd name="connsiteX16" fmla="*/ 573221 w 1003300"/>
              <a:gd name="connsiteY16" fmla="*/ 527876 h 1155700"/>
              <a:gd name="connsiteX17" fmla="*/ 581984 w 1003300"/>
              <a:gd name="connsiteY17" fmla="*/ 518732 h 1155700"/>
              <a:gd name="connsiteX18" fmla="*/ 581984 w 1003300"/>
              <a:gd name="connsiteY18" fmla="*/ 303975 h 1155700"/>
              <a:gd name="connsiteX19" fmla="*/ 1008895 w 1003300"/>
              <a:gd name="connsiteY19" fmla="*/ 731076 h 1155700"/>
              <a:gd name="connsiteX20" fmla="*/ 649929 w 1003300"/>
              <a:gd name="connsiteY20" fmla="*/ 864426 h 1155700"/>
              <a:gd name="connsiteX21" fmla="*/ 649929 w 1003300"/>
              <a:gd name="connsiteY21" fmla="*/ 991807 h 1155700"/>
              <a:gd name="connsiteX22" fmla="*/ 911359 w 1003300"/>
              <a:gd name="connsiteY22" fmla="*/ 730568 h 1155700"/>
              <a:gd name="connsiteX23" fmla="*/ 649231 w 1003300"/>
              <a:gd name="connsiteY23" fmla="*/ 468376 h 1155700"/>
              <a:gd name="connsiteX24" fmla="*/ 649231 w 1003300"/>
              <a:gd name="connsiteY24" fmla="*/ 595693 h 1155700"/>
              <a:gd name="connsiteX25" fmla="*/ 216732 w 1003300"/>
              <a:gd name="connsiteY25" fmla="*/ 595693 h 1155700"/>
              <a:gd name="connsiteX26" fmla="*/ 221558 w 1003300"/>
              <a:gd name="connsiteY26" fmla="*/ 601091 h 1155700"/>
              <a:gd name="connsiteX27" fmla="*/ 427870 w 1003300"/>
              <a:gd name="connsiteY27" fmla="*/ 807720 h 1155700"/>
              <a:gd name="connsiteX28" fmla="*/ 542170 w 1003300"/>
              <a:gd name="connsiteY28" fmla="*/ 862457 h 1155700"/>
              <a:gd name="connsiteX29" fmla="*/ 624720 w 1003300"/>
              <a:gd name="connsiteY29" fmla="*/ 864426 h 1155700"/>
              <a:gd name="connsiteX30" fmla="*/ 649929 w 1003300"/>
              <a:gd name="connsiteY30" fmla="*/ 864426 h 1155700"/>
              <a:gd name="connsiteX31" fmla="*/ 68523 w 1003300"/>
              <a:gd name="connsiteY31" fmla="*/ 162941 h 1155700"/>
              <a:gd name="connsiteX32" fmla="*/ 68142 w 1003300"/>
              <a:gd name="connsiteY32" fmla="*/ 168275 h 1155700"/>
              <a:gd name="connsiteX33" fmla="*/ 68460 w 1003300"/>
              <a:gd name="connsiteY33" fmla="*/ 339725 h 1155700"/>
              <a:gd name="connsiteX34" fmla="*/ 75318 w 1003300"/>
              <a:gd name="connsiteY34" fmla="*/ 411162 h 1155700"/>
              <a:gd name="connsiteX35" fmla="*/ 127325 w 1003300"/>
              <a:gd name="connsiteY35" fmla="*/ 494665 h 1155700"/>
              <a:gd name="connsiteX36" fmla="*/ 203207 w 1003300"/>
              <a:gd name="connsiteY36" fmla="*/ 521780 h 1155700"/>
              <a:gd name="connsiteX37" fmla="*/ 333889 w 1003300"/>
              <a:gd name="connsiteY37" fmla="*/ 527558 h 1155700"/>
              <a:gd name="connsiteX38" fmla="*/ 336937 w 1003300"/>
              <a:gd name="connsiteY38" fmla="*/ 526732 h 1155700"/>
              <a:gd name="connsiteX39" fmla="*/ 336938 w 1003300"/>
              <a:gd name="connsiteY39" fmla="*/ 162243 h 1155700"/>
              <a:gd name="connsiteX40" fmla="*/ 202508 w 1003300"/>
              <a:gd name="connsiteY40" fmla="*/ 295021 h 1155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1003300" h="1155700">
                <a:moveTo>
                  <a:pt x="1008895" y="731076"/>
                </a:moveTo>
                <a:lnTo>
                  <a:pt x="581921" y="1157986"/>
                </a:lnTo>
                <a:lnTo>
                  <a:pt x="581921" y="932371"/>
                </a:lnTo>
                <a:lnTo>
                  <a:pt x="565728" y="932371"/>
                </a:lnTo>
                <a:cubicBezTo>
                  <a:pt x="538636" y="932998"/>
                  <a:pt x="511586" y="929900"/>
                  <a:pt x="485337" y="923163"/>
                </a:cubicBezTo>
                <a:cubicBezTo>
                  <a:pt x="455495" y="914588"/>
                  <a:pt x="428116" y="899048"/>
                  <a:pt x="405454" y="877824"/>
                </a:cubicBezTo>
                <a:cubicBezTo>
                  <a:pt x="371736" y="847407"/>
                  <a:pt x="338843" y="815975"/>
                  <a:pt x="306585" y="784035"/>
                </a:cubicBezTo>
                <a:cubicBezTo>
                  <a:pt x="242111" y="720238"/>
                  <a:pt x="178082" y="655997"/>
                  <a:pt x="114497" y="591312"/>
                </a:cubicBezTo>
                <a:cubicBezTo>
                  <a:pt x="82430" y="558737"/>
                  <a:pt x="52140" y="524510"/>
                  <a:pt x="29534" y="484251"/>
                </a:cubicBezTo>
                <a:cubicBezTo>
                  <a:pt x="16810" y="460725"/>
                  <a:pt x="9295" y="434737"/>
                  <a:pt x="7500" y="408051"/>
                </a:cubicBezTo>
                <a:cubicBezTo>
                  <a:pt x="3944" y="366395"/>
                  <a:pt x="1150" y="324548"/>
                  <a:pt x="452" y="282766"/>
                </a:cubicBezTo>
                <a:cubicBezTo>
                  <a:pt x="-565" y="192087"/>
                  <a:pt x="452" y="101346"/>
                  <a:pt x="452" y="10668"/>
                </a:cubicBezTo>
                <a:lnTo>
                  <a:pt x="452" y="1333"/>
                </a:lnTo>
                <a:cubicBezTo>
                  <a:pt x="67952" y="68961"/>
                  <a:pt x="134817" y="135890"/>
                  <a:pt x="201937" y="203200"/>
                </a:cubicBezTo>
                <a:lnTo>
                  <a:pt x="405137" y="0"/>
                </a:lnTo>
                <a:lnTo>
                  <a:pt x="405137" y="527876"/>
                </a:lnTo>
                <a:cubicBezTo>
                  <a:pt x="408185" y="527876"/>
                  <a:pt x="519818" y="527876"/>
                  <a:pt x="573221" y="527876"/>
                </a:cubicBezTo>
                <a:cubicBezTo>
                  <a:pt x="580524" y="527876"/>
                  <a:pt x="581984" y="525463"/>
                  <a:pt x="581984" y="518732"/>
                </a:cubicBezTo>
                <a:cubicBezTo>
                  <a:pt x="581984" y="449516"/>
                  <a:pt x="581984" y="305435"/>
                  <a:pt x="581984" y="303975"/>
                </a:cubicBezTo>
                <a:cubicBezTo>
                  <a:pt x="580778" y="304292"/>
                  <a:pt x="1010038" y="732028"/>
                  <a:pt x="1008895" y="731076"/>
                </a:cubicBezTo>
                <a:close/>
                <a:moveTo>
                  <a:pt x="649929" y="864426"/>
                </a:moveTo>
                <a:lnTo>
                  <a:pt x="649929" y="991807"/>
                </a:lnTo>
                <a:cubicBezTo>
                  <a:pt x="737601" y="904092"/>
                  <a:pt x="824745" y="817012"/>
                  <a:pt x="911359" y="730568"/>
                </a:cubicBezTo>
                <a:lnTo>
                  <a:pt x="649231" y="468376"/>
                </a:lnTo>
                <a:lnTo>
                  <a:pt x="649231" y="595693"/>
                </a:lnTo>
                <a:lnTo>
                  <a:pt x="216732" y="595693"/>
                </a:lnTo>
                <a:cubicBezTo>
                  <a:pt x="218955" y="598170"/>
                  <a:pt x="220162" y="599757"/>
                  <a:pt x="221558" y="601091"/>
                </a:cubicBezTo>
                <a:cubicBezTo>
                  <a:pt x="290265" y="669967"/>
                  <a:pt x="359036" y="738844"/>
                  <a:pt x="427870" y="807720"/>
                </a:cubicBezTo>
                <a:cubicBezTo>
                  <a:pt x="459620" y="839470"/>
                  <a:pt x="496894" y="859473"/>
                  <a:pt x="542170" y="862457"/>
                </a:cubicBezTo>
                <a:cubicBezTo>
                  <a:pt x="569665" y="864235"/>
                  <a:pt x="597288" y="863854"/>
                  <a:pt x="624720" y="864426"/>
                </a:cubicBezTo>
                <a:cubicBezTo>
                  <a:pt x="632721" y="864553"/>
                  <a:pt x="640404" y="864426"/>
                  <a:pt x="649929" y="864426"/>
                </a:cubicBezTo>
                <a:close/>
                <a:moveTo>
                  <a:pt x="68523" y="162941"/>
                </a:moveTo>
                <a:cubicBezTo>
                  <a:pt x="68523" y="164402"/>
                  <a:pt x="68142" y="166370"/>
                  <a:pt x="68142" y="168275"/>
                </a:cubicBezTo>
                <a:cubicBezTo>
                  <a:pt x="68142" y="225425"/>
                  <a:pt x="67507" y="282575"/>
                  <a:pt x="68460" y="339725"/>
                </a:cubicBezTo>
                <a:cubicBezTo>
                  <a:pt x="68770" y="363686"/>
                  <a:pt x="71064" y="387580"/>
                  <a:pt x="75318" y="411162"/>
                </a:cubicBezTo>
                <a:cubicBezTo>
                  <a:pt x="81668" y="445326"/>
                  <a:pt x="97289" y="474662"/>
                  <a:pt x="127325" y="494665"/>
                </a:cubicBezTo>
                <a:cubicBezTo>
                  <a:pt x="150463" y="508873"/>
                  <a:pt x="176305" y="518107"/>
                  <a:pt x="203207" y="521780"/>
                </a:cubicBezTo>
                <a:cubicBezTo>
                  <a:pt x="246514" y="529273"/>
                  <a:pt x="290265" y="527621"/>
                  <a:pt x="333889" y="527558"/>
                </a:cubicBezTo>
                <a:cubicBezTo>
                  <a:pt x="334936" y="527411"/>
                  <a:pt x="335960" y="527133"/>
                  <a:pt x="336937" y="526732"/>
                </a:cubicBezTo>
                <a:lnTo>
                  <a:pt x="336938" y="162243"/>
                </a:lnTo>
                <a:lnTo>
                  <a:pt x="202508" y="295021"/>
                </a:lnTo>
                <a:close/>
              </a:path>
            </a:pathLst>
          </a:custGeom>
          <a:solidFill>
            <a:schemeClr val="bg1"/>
          </a:solidFill>
          <a:ln w="6350" cap="flat">
            <a:noFill/>
            <a:prstDash val="solid"/>
            <a:miter/>
          </a:ln>
        </p:spPr>
        <p:txBody>
          <a:bodyPr rtlCol="0" anchor="ctr"/>
          <a:lstStyle/>
          <a:p>
            <a:endParaRPr lang="en-GB">
              <a:solidFill>
                <a:schemeClr val="bg1"/>
              </a:solidFill>
            </a:endParaRPr>
          </a:p>
        </p:txBody>
      </p:sp>
      <p:sp>
        <p:nvSpPr>
          <p:cNvPr id="7"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4327302" y="344971"/>
            <a:ext cx="7475232" cy="2858874"/>
          </a:xfrm>
        </p:spPr>
        <p:txBody>
          <a:bodyPr anchor="b" anchorCtr="0">
            <a:noAutofit/>
          </a:bodyPr>
          <a:lstStyle>
            <a:lvl1pPr algn="l">
              <a:lnSpc>
                <a:spcPct val="100000"/>
              </a:lnSpc>
              <a:defRPr sz="3600" baseline="0">
                <a:solidFill>
                  <a:schemeClr val="bg1"/>
                </a:solidFill>
              </a:defRPr>
            </a:lvl1pPr>
          </a:lstStyle>
          <a:p>
            <a:br>
              <a:rPr lang="en-US" noProof="0" dirty="0"/>
            </a:br>
            <a:br>
              <a:rPr lang="en-US" noProof="0" dirty="0"/>
            </a:br>
            <a:r>
              <a:rPr lang="en-US" noProof="0" dirty="0"/>
              <a:t>ACTIVITY: </a:t>
            </a:r>
            <a:br>
              <a:rPr lang="en-US" noProof="0" dirty="0"/>
            </a:br>
            <a:r>
              <a:rPr lang="en-US" noProof="0" dirty="0"/>
              <a:t>CLICK TO EDIT TITLE</a:t>
            </a:r>
            <a:endParaRPr lang="en-GB" noProof="0" dirty="0"/>
          </a:p>
        </p:txBody>
      </p:sp>
      <p:sp>
        <p:nvSpPr>
          <p:cNvPr id="8" name="Text Placeholder 3"/>
          <p:cNvSpPr>
            <a:spLocks noGrp="1"/>
          </p:cNvSpPr>
          <p:nvPr>
            <p:ph type="body" sz="quarter" idx="10" hasCustomPrompt="1"/>
          </p:nvPr>
        </p:nvSpPr>
        <p:spPr>
          <a:xfrm>
            <a:off x="4327303" y="3525004"/>
            <a:ext cx="7475230" cy="2791976"/>
          </a:xfrm>
        </p:spPr>
        <p:txBody>
          <a:bodyPr/>
          <a:lstStyle>
            <a:lvl1pPr>
              <a:lnSpc>
                <a:spcPct val="100000"/>
              </a:lnSpc>
              <a:defRPr b="0" baseline="0">
                <a:solidFill>
                  <a:schemeClr val="bg1"/>
                </a:solidFill>
              </a:defRPr>
            </a:lvl1pPr>
          </a:lstStyle>
          <a:p>
            <a:pPr lvl="0"/>
            <a:r>
              <a:rPr lang="en-US" dirty="0"/>
              <a:t>Click to edit instructions</a:t>
            </a:r>
          </a:p>
        </p:txBody>
      </p:sp>
    </p:spTree>
    <p:extLst>
      <p:ext uri="{BB962C8B-B14F-4D97-AF65-F5344CB8AC3E}">
        <p14:creationId xmlns:p14="http://schemas.microsoft.com/office/powerpoint/2010/main" val="3175680889"/>
      </p:ext>
    </p:extLst>
  </p:cSld>
  <p:clrMapOvr>
    <a:masterClrMapping/>
  </p:clrMapOvr>
  <p:extLst>
    <p:ext uri="{DCECCB84-F9BA-43D5-87BE-67443E8EF086}">
      <p15:sldGuideLst xmlns:p15="http://schemas.microsoft.com/office/powerpoint/2012/main">
        <p15:guide id="1" pos="3840">
          <p15:clr>
            <a:srgbClr val="FBAE40"/>
          </p15:clr>
        </p15:guide>
        <p15:guide id="2" orient="horz" pos="1457">
          <p15:clr>
            <a:srgbClr val="FBAE40"/>
          </p15:clr>
        </p15:guide>
        <p15:guide id="3" orient="horz" pos="3634">
          <p15:clr>
            <a:srgbClr val="FBAE40"/>
          </p15:clr>
        </p15:guide>
      </p15:sldGuideLst>
    </p:ext>
  </p:extLst>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4"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56421" y="6511672"/>
            <a:ext cx="785483" cy="180000"/>
          </a:xfrm>
          <a:prstGeom prst="rect">
            <a:avLst/>
          </a:prstGeom>
        </p:spPr>
        <p:txBody>
          <a:bodyPr vert="horz" lIns="0" tIns="0" rIns="0" bIns="0" rtlCol="0" anchor="b" anchorCtr="0"/>
          <a:lstStyle>
            <a:lvl1pPr algn="r">
              <a:defRPr sz="760" b="1" i="0">
                <a:solidFill>
                  <a:schemeClr val="tx1"/>
                </a:solidFill>
                <a:latin typeface="Montserrat" pitchFamily="2" charset="77"/>
              </a:defRPr>
            </a:lvl1pPr>
          </a:lstStyle>
          <a:p>
            <a:fld id="{EF892D59-8F09-EF4B-AD6D-DA609442F868}" type="slidenum">
              <a:rPr lang="en-GB" smtClean="0"/>
              <a:pPr/>
              <a:t>‹#›</a:t>
            </a:fld>
            <a:endParaRPr lang="en-GB" dirty="0"/>
          </a:p>
        </p:txBody>
      </p:sp>
      <p:sp>
        <p:nvSpPr>
          <p:cNvPr id="7" name="Title Placeholder 1">
            <a:extLst>
              <a:ext uri="{FF2B5EF4-FFF2-40B4-BE49-F238E27FC236}">
                <a16:creationId xmlns:a16="http://schemas.microsoft.com/office/drawing/2014/main" id="{71FB68A7-A656-A348-AE42-02B5F30E1E55}"/>
              </a:ext>
            </a:extLst>
          </p:cNvPr>
          <p:cNvSpPr>
            <a:spLocks noGrp="1"/>
          </p:cNvSpPr>
          <p:nvPr>
            <p:ph type="title"/>
          </p:nvPr>
        </p:nvSpPr>
        <p:spPr>
          <a:xfrm>
            <a:off x="339971" y="562058"/>
            <a:ext cx="11517818" cy="805001"/>
          </a:xfrm>
          <a:prstGeom prst="rect">
            <a:avLst/>
          </a:prstGeom>
        </p:spPr>
        <p:txBody>
          <a:bodyPr vert="horz" lIns="0" tIns="0" rIns="0" bIns="0" rtlCol="0" anchor="t" anchorCtr="0">
            <a:noAutofit/>
          </a:bodyPr>
          <a:lstStyle/>
          <a:p>
            <a:r>
              <a:rPr lang="en-US" dirty="0"/>
              <a:t>Click to edit Master title style</a:t>
            </a:r>
            <a:endParaRPr lang="en-GB" dirty="0"/>
          </a:p>
        </p:txBody>
      </p:sp>
      <p:sp>
        <p:nvSpPr>
          <p:cNvPr id="8" name="Text Placeholder 2">
            <a:extLst>
              <a:ext uri="{FF2B5EF4-FFF2-40B4-BE49-F238E27FC236}">
                <a16:creationId xmlns:a16="http://schemas.microsoft.com/office/drawing/2014/main" id="{B623AAC1-38C0-EC41-AF66-7EC76ACCB83E}"/>
              </a:ext>
            </a:extLst>
          </p:cNvPr>
          <p:cNvSpPr>
            <a:spLocks noGrp="1"/>
          </p:cNvSpPr>
          <p:nvPr>
            <p:ph idx="1"/>
          </p:nvPr>
        </p:nvSpPr>
        <p:spPr>
          <a:xfrm>
            <a:off x="341272" y="1368256"/>
            <a:ext cx="11516239" cy="4955354"/>
          </a:xfrm>
          <a:prstGeom prst="rect">
            <a:avLst/>
          </a:prstGeom>
        </p:spPr>
        <p:txBody>
          <a:bodyPr vert="horz" lIns="0" tIns="0" rIns="0" bIns="0" rtlCol="0" anchor="t" anchorCtr="0">
            <a:noAutofit/>
          </a:bodyPr>
          <a:lstStyle/>
          <a:p>
            <a:pPr lvl="0"/>
            <a:r>
              <a:rPr lang="en-US" dirty="0"/>
              <a:t>Edit text styles</a:t>
            </a:r>
          </a:p>
          <a:p>
            <a:pPr lvl="1"/>
            <a:r>
              <a:rPr lang="en-US" dirty="0"/>
              <a:t>Second level</a:t>
            </a:r>
          </a:p>
          <a:p>
            <a:pPr lvl="2"/>
            <a:r>
              <a:rPr lang="en-US" dirty="0"/>
              <a:t>Third level</a:t>
            </a:r>
          </a:p>
          <a:p>
            <a:pPr lvl="3"/>
            <a:r>
              <a:rPr lang="en-US" dirty="0"/>
              <a:t>Fourth level</a:t>
            </a:r>
          </a:p>
          <a:p>
            <a:pPr lvl="4"/>
            <a:r>
              <a:rPr lang="en-US" dirty="0"/>
              <a:t>Fifth level</a:t>
            </a:r>
            <a:endParaRPr lang="en-GB" dirty="0"/>
          </a:p>
        </p:txBody>
      </p:sp>
    </p:spTree>
    <p:extLst>
      <p:ext uri="{BB962C8B-B14F-4D97-AF65-F5344CB8AC3E}">
        <p14:creationId xmlns:p14="http://schemas.microsoft.com/office/powerpoint/2010/main" val="3212588995"/>
      </p:ext>
    </p:extLst>
  </p:cSld>
  <p:clrMapOvr>
    <a:masterClrMapping/>
  </p:clrMapOvr>
  <p:extLst>
    <p:ext uri="{DCECCB84-F9BA-43D5-87BE-67443E8EF086}">
      <p15:sldGuideLst xmlns:p15="http://schemas.microsoft.com/office/powerpoint/2012/main">
        <p15:guide id="1" orient="horz" pos="777" userDrawn="1">
          <p15:clr>
            <a:srgbClr val="FBAE40"/>
          </p15:clr>
        </p15:guide>
        <p15:guide id="2" pos="3840" userDrawn="1">
          <p15:clr>
            <a:srgbClr val="FBAE40"/>
          </p15:clr>
        </p15:guide>
        <p15:guide id="3" orient="horz" pos="2160" userDrawn="1">
          <p15:clr>
            <a:srgbClr val="FBAE40"/>
          </p15:clr>
        </p15:guide>
        <p15:guide id="4" orient="horz" pos="2260" userDrawn="1">
          <p15:clr>
            <a:srgbClr val="FBAE40"/>
          </p15:clr>
        </p15:guide>
        <p15:guide id="5" pos="3940" userDrawn="1">
          <p15:clr>
            <a:srgbClr val="FBAE40"/>
          </p15:clr>
        </p15:guide>
      </p15:sldGuideLst>
    </p:ext>
  </p:extLst>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Title and image">
    <p:spTree>
      <p:nvGrpSpPr>
        <p:cNvPr id="1" name=""/>
        <p:cNvGrpSpPr/>
        <p:nvPr/>
      </p:nvGrpSpPr>
      <p:grpSpPr>
        <a:xfrm>
          <a:off x="0" y="0"/>
          <a:ext cx="0" cy="0"/>
          <a:chOff x="0" y="0"/>
          <a:chExt cx="0" cy="0"/>
        </a:xfrm>
      </p:grpSpPr>
      <p:sp>
        <p:nvSpPr>
          <p:cNvPr id="3"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56421" y="6511672"/>
            <a:ext cx="785483" cy="180000"/>
          </a:xfrm>
          <a:prstGeom prst="rect">
            <a:avLst/>
          </a:prstGeom>
        </p:spPr>
        <p:txBody>
          <a:bodyPr vert="horz" lIns="0" tIns="0" rIns="0" bIns="0" rtlCol="0" anchor="b" anchorCtr="0"/>
          <a:lstStyle>
            <a:lvl1pPr algn="r">
              <a:defRPr sz="760" b="1" i="0">
                <a:solidFill>
                  <a:schemeClr val="tx1"/>
                </a:solidFill>
                <a:latin typeface="Montserrat" pitchFamily="2" charset="77"/>
              </a:defRPr>
            </a:lvl1pPr>
          </a:lstStyle>
          <a:p>
            <a:fld id="{EF892D59-8F09-EF4B-AD6D-DA609442F868}" type="slidenum">
              <a:rPr lang="en-GB" smtClean="0"/>
              <a:pPr/>
              <a:t>‹#›</a:t>
            </a:fld>
            <a:endParaRPr lang="en-GB" dirty="0"/>
          </a:p>
        </p:txBody>
      </p:sp>
      <p:sp>
        <p:nvSpPr>
          <p:cNvPr id="2" name="Rectangle 1"/>
          <p:cNvSpPr/>
          <p:nvPr userDrawn="1"/>
        </p:nvSpPr>
        <p:spPr>
          <a:xfrm>
            <a:off x="0" y="75715"/>
            <a:ext cx="1089126" cy="8095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 name="Title Placeholder 1">
            <a:extLst>
              <a:ext uri="{FF2B5EF4-FFF2-40B4-BE49-F238E27FC236}">
                <a16:creationId xmlns:a16="http://schemas.microsoft.com/office/drawing/2014/main" id="{71FB68A7-A656-A348-AE42-02B5F30E1E55}"/>
              </a:ext>
            </a:extLst>
          </p:cNvPr>
          <p:cNvSpPr>
            <a:spLocks noGrp="1"/>
          </p:cNvSpPr>
          <p:nvPr>
            <p:ph type="title"/>
          </p:nvPr>
        </p:nvSpPr>
        <p:spPr>
          <a:xfrm>
            <a:off x="339971" y="562058"/>
            <a:ext cx="11517818" cy="805001"/>
          </a:xfrm>
          <a:prstGeom prst="rect">
            <a:avLst/>
          </a:prstGeom>
        </p:spPr>
        <p:txBody>
          <a:bodyPr vert="horz" lIns="0" tIns="0" rIns="0" bIns="0" rtlCol="0" anchor="t" anchorCtr="0">
            <a:noAutofit/>
          </a:bodyPr>
          <a:lstStyle/>
          <a:p>
            <a:r>
              <a:rPr lang="en-US" dirty="0"/>
              <a:t>Click to edit Master title style</a:t>
            </a:r>
            <a:endParaRPr lang="en-GB" dirty="0"/>
          </a:p>
        </p:txBody>
      </p:sp>
    </p:spTree>
    <p:extLst>
      <p:ext uri="{BB962C8B-B14F-4D97-AF65-F5344CB8AC3E}">
        <p14:creationId xmlns:p14="http://schemas.microsoft.com/office/powerpoint/2010/main" val="3915446001"/>
      </p:ext>
    </p:extLst>
  </p:cSld>
  <p:clrMapOvr>
    <a:masterClrMapping/>
  </p:clrMapOvr>
  <p:extLst>
    <p:ext uri="{DCECCB84-F9BA-43D5-87BE-67443E8EF086}">
      <p15:sldGuideLst xmlns:p15="http://schemas.microsoft.com/office/powerpoint/2012/main">
        <p15:guide id="1" orient="horz" pos="777">
          <p15:clr>
            <a:srgbClr val="FBAE40"/>
          </p15:clr>
        </p15:guide>
        <p15:guide id="2" pos="3840" userDrawn="1">
          <p15:clr>
            <a:srgbClr val="FBAE40"/>
          </p15:clr>
        </p15:guide>
      </p15:sldGuideLst>
    </p:ext>
  </p:extLst>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Title, icons and text">
    <p:spTree>
      <p:nvGrpSpPr>
        <p:cNvPr id="1" name=""/>
        <p:cNvGrpSpPr/>
        <p:nvPr/>
      </p:nvGrpSpPr>
      <p:grpSpPr>
        <a:xfrm>
          <a:off x="0" y="0"/>
          <a:ext cx="0" cy="0"/>
          <a:chOff x="0" y="0"/>
          <a:chExt cx="0" cy="0"/>
        </a:xfrm>
      </p:grpSpPr>
      <p:sp>
        <p:nvSpPr>
          <p:cNvPr id="3" name="Text Placeholder 4"/>
          <p:cNvSpPr>
            <a:spLocks noGrp="1"/>
          </p:cNvSpPr>
          <p:nvPr>
            <p:ph type="body" sz="quarter" idx="15" hasCustomPrompt="1"/>
          </p:nvPr>
        </p:nvSpPr>
        <p:spPr>
          <a:xfrm>
            <a:off x="1059427" y="3673998"/>
            <a:ext cx="2124159" cy="2749952"/>
          </a:xfrm>
        </p:spPr>
        <p:txBody>
          <a:bodyPr/>
          <a:lstStyle>
            <a:lvl1pPr marL="0" indent="0">
              <a:lnSpc>
                <a:spcPct val="100000"/>
              </a:lnSpc>
              <a:buFont typeface="Arial" panose="020B0604020202020204" pitchFamily="34" charset="0"/>
              <a:buNone/>
              <a:defRPr sz="2000" b="0"/>
            </a:lvl1pPr>
            <a:lvl2pPr marL="0" indent="0">
              <a:buFont typeface="Arial" panose="020B0604020202020204" pitchFamily="34" charset="0"/>
              <a:buNone/>
              <a:defRPr sz="1800"/>
            </a:lvl2pPr>
            <a:lvl3pPr marL="180000" indent="-180000">
              <a:buFont typeface="Arial" panose="020B0604020202020204" pitchFamily="34" charset="0"/>
              <a:buChar char="•"/>
              <a:defRPr/>
            </a:lvl3pPr>
            <a:lvl4pPr marL="180000" indent="-180000">
              <a:buFont typeface="Arial" panose="020B0604020202020204" pitchFamily="34" charset="0"/>
              <a:buChar char="•"/>
              <a:defRPr/>
            </a:lvl4pPr>
            <a:lvl5pPr marL="180000" indent="-180000">
              <a:buFont typeface="Arial" panose="020B0604020202020204" pitchFamily="34" charset="0"/>
              <a:buChar char="•"/>
              <a:defRPr/>
            </a:lvl5pPr>
          </a:lstStyle>
          <a:p>
            <a:pPr lvl="0"/>
            <a:r>
              <a:rPr lang="en-US" dirty="0"/>
              <a:t>Edit text</a:t>
            </a:r>
          </a:p>
        </p:txBody>
      </p:sp>
      <p:sp>
        <p:nvSpPr>
          <p:cNvPr id="4" name="Text Placeholder 4"/>
          <p:cNvSpPr>
            <a:spLocks noGrp="1"/>
          </p:cNvSpPr>
          <p:nvPr>
            <p:ph type="body" sz="quarter" idx="16" hasCustomPrompt="1"/>
          </p:nvPr>
        </p:nvSpPr>
        <p:spPr>
          <a:xfrm>
            <a:off x="3639645" y="3673998"/>
            <a:ext cx="2068065" cy="2749952"/>
          </a:xfrm>
        </p:spPr>
        <p:txBody>
          <a:bodyPr/>
          <a:lstStyle>
            <a:lvl1pPr marL="0" indent="0">
              <a:lnSpc>
                <a:spcPct val="100000"/>
              </a:lnSpc>
              <a:buFont typeface="Arial" panose="020B0604020202020204" pitchFamily="34" charset="0"/>
              <a:buNone/>
              <a:defRPr sz="2000" b="0"/>
            </a:lvl1pPr>
            <a:lvl2pPr marL="180000" indent="-180000">
              <a:buFont typeface="Arial" panose="020B0604020202020204" pitchFamily="34" charset="0"/>
              <a:buChar char="•"/>
              <a:defRPr sz="1800"/>
            </a:lvl2pPr>
            <a:lvl3pPr marL="180000" indent="-180000">
              <a:buFont typeface="Arial" panose="020B0604020202020204" pitchFamily="34" charset="0"/>
              <a:buChar char="•"/>
              <a:defRPr/>
            </a:lvl3pPr>
            <a:lvl4pPr marL="180000" indent="-180000">
              <a:buFont typeface="Arial" panose="020B0604020202020204" pitchFamily="34" charset="0"/>
              <a:buChar char="•"/>
              <a:defRPr/>
            </a:lvl4pPr>
            <a:lvl5pPr marL="180000" indent="-180000">
              <a:buFont typeface="Arial" panose="020B0604020202020204" pitchFamily="34" charset="0"/>
              <a:buChar char="•"/>
              <a:defRPr/>
            </a:lvl5pPr>
          </a:lstStyle>
          <a:p>
            <a:pPr lvl="0"/>
            <a:r>
              <a:rPr lang="en-US" dirty="0"/>
              <a:t>Edit text</a:t>
            </a:r>
          </a:p>
        </p:txBody>
      </p:sp>
      <p:sp>
        <p:nvSpPr>
          <p:cNvPr id="6" name="Text Placeholder 4"/>
          <p:cNvSpPr>
            <a:spLocks noGrp="1"/>
          </p:cNvSpPr>
          <p:nvPr>
            <p:ph type="body" sz="quarter" idx="17" hasCustomPrompt="1"/>
          </p:nvPr>
        </p:nvSpPr>
        <p:spPr>
          <a:xfrm>
            <a:off x="6149996" y="3673998"/>
            <a:ext cx="2130523" cy="2749952"/>
          </a:xfrm>
        </p:spPr>
        <p:txBody>
          <a:bodyPr/>
          <a:lstStyle>
            <a:lvl1pPr marL="0" indent="0">
              <a:lnSpc>
                <a:spcPct val="100000"/>
              </a:lnSpc>
              <a:buFont typeface="Arial" panose="020B0604020202020204" pitchFamily="34" charset="0"/>
              <a:buNone/>
              <a:defRPr sz="2000" b="0"/>
            </a:lvl1pPr>
            <a:lvl2pPr marL="180000" indent="-180000">
              <a:buFont typeface="Arial" panose="020B0604020202020204" pitchFamily="34" charset="0"/>
              <a:buChar char="•"/>
              <a:defRPr sz="1800"/>
            </a:lvl2pPr>
            <a:lvl3pPr marL="180000" indent="-180000">
              <a:buFont typeface="Arial" panose="020B0604020202020204" pitchFamily="34" charset="0"/>
              <a:buChar char="•"/>
              <a:defRPr/>
            </a:lvl3pPr>
            <a:lvl4pPr marL="180000" indent="-180000">
              <a:buFont typeface="Arial" panose="020B0604020202020204" pitchFamily="34" charset="0"/>
              <a:buChar char="•"/>
              <a:defRPr/>
            </a:lvl4pPr>
            <a:lvl5pPr marL="180000" indent="-180000">
              <a:buFont typeface="Arial" panose="020B0604020202020204" pitchFamily="34" charset="0"/>
              <a:buChar char="•"/>
              <a:defRPr/>
            </a:lvl5pPr>
          </a:lstStyle>
          <a:p>
            <a:pPr lvl="0"/>
            <a:r>
              <a:rPr lang="en-US" dirty="0"/>
              <a:t>Edit text</a:t>
            </a:r>
          </a:p>
        </p:txBody>
      </p:sp>
      <p:sp>
        <p:nvSpPr>
          <p:cNvPr id="7" name="Picture Placeholder 21"/>
          <p:cNvSpPr>
            <a:spLocks noGrp="1"/>
          </p:cNvSpPr>
          <p:nvPr>
            <p:ph type="pic" sz="quarter" idx="18" hasCustomPrompt="1"/>
          </p:nvPr>
        </p:nvSpPr>
        <p:spPr>
          <a:xfrm>
            <a:off x="1059428" y="1993484"/>
            <a:ext cx="1437932" cy="1437930"/>
          </a:xfrm>
        </p:spPr>
        <p:txBody>
          <a:bodyPr/>
          <a:lstStyle>
            <a:lvl1pPr marL="0" indent="0">
              <a:buNone/>
              <a:defRPr/>
            </a:lvl1pPr>
          </a:lstStyle>
          <a:p>
            <a:r>
              <a:rPr lang="en-GB" dirty="0"/>
              <a:t>icon</a:t>
            </a:r>
          </a:p>
        </p:txBody>
      </p:sp>
      <p:sp>
        <p:nvSpPr>
          <p:cNvPr id="8" name="Picture Placeholder 21"/>
          <p:cNvSpPr>
            <a:spLocks noGrp="1"/>
          </p:cNvSpPr>
          <p:nvPr>
            <p:ph type="pic" sz="quarter" idx="19" hasCustomPrompt="1"/>
          </p:nvPr>
        </p:nvSpPr>
        <p:spPr>
          <a:xfrm>
            <a:off x="3639646" y="1986408"/>
            <a:ext cx="1437932" cy="1437930"/>
          </a:xfrm>
        </p:spPr>
        <p:txBody>
          <a:bodyPr/>
          <a:lstStyle>
            <a:lvl1pPr marL="0" indent="0">
              <a:buNone/>
              <a:defRPr/>
            </a:lvl1pPr>
          </a:lstStyle>
          <a:p>
            <a:r>
              <a:rPr lang="en-GB" dirty="0"/>
              <a:t>icon</a:t>
            </a:r>
          </a:p>
        </p:txBody>
      </p:sp>
      <p:sp>
        <p:nvSpPr>
          <p:cNvPr id="9" name="Picture Placeholder 21"/>
          <p:cNvSpPr>
            <a:spLocks noGrp="1"/>
          </p:cNvSpPr>
          <p:nvPr>
            <p:ph type="pic" sz="quarter" idx="20" hasCustomPrompt="1"/>
          </p:nvPr>
        </p:nvSpPr>
        <p:spPr>
          <a:xfrm>
            <a:off x="6149997" y="1993484"/>
            <a:ext cx="1437932" cy="1437930"/>
          </a:xfrm>
        </p:spPr>
        <p:txBody>
          <a:bodyPr/>
          <a:lstStyle>
            <a:lvl1pPr marL="0" indent="0">
              <a:buNone/>
              <a:defRPr/>
            </a:lvl1pPr>
          </a:lstStyle>
          <a:p>
            <a:r>
              <a:rPr lang="en-GB" dirty="0"/>
              <a:t>icon</a:t>
            </a:r>
          </a:p>
        </p:txBody>
      </p:sp>
      <p:sp>
        <p:nvSpPr>
          <p:cNvPr id="10" name="Text Placeholder 4"/>
          <p:cNvSpPr>
            <a:spLocks noGrp="1"/>
          </p:cNvSpPr>
          <p:nvPr>
            <p:ph type="body" sz="quarter" idx="21" hasCustomPrompt="1"/>
          </p:nvPr>
        </p:nvSpPr>
        <p:spPr>
          <a:xfrm>
            <a:off x="8637070" y="3688989"/>
            <a:ext cx="2183449" cy="2749952"/>
          </a:xfrm>
        </p:spPr>
        <p:txBody>
          <a:bodyPr/>
          <a:lstStyle>
            <a:lvl1pPr marL="0" indent="0">
              <a:lnSpc>
                <a:spcPct val="100000"/>
              </a:lnSpc>
              <a:buFont typeface="Arial" panose="020B0604020202020204" pitchFamily="34" charset="0"/>
              <a:buNone/>
              <a:defRPr sz="2000" b="0"/>
            </a:lvl1pPr>
            <a:lvl2pPr marL="180000" indent="-180000">
              <a:buFont typeface="Arial" panose="020B0604020202020204" pitchFamily="34" charset="0"/>
              <a:buChar char="•"/>
              <a:defRPr sz="1800"/>
            </a:lvl2pPr>
            <a:lvl3pPr marL="180000" indent="-180000">
              <a:buFont typeface="Arial" panose="020B0604020202020204" pitchFamily="34" charset="0"/>
              <a:buChar char="•"/>
              <a:defRPr/>
            </a:lvl3pPr>
            <a:lvl4pPr marL="180000" indent="-180000">
              <a:buFont typeface="Arial" panose="020B0604020202020204" pitchFamily="34" charset="0"/>
              <a:buChar char="•"/>
              <a:defRPr/>
            </a:lvl4pPr>
            <a:lvl5pPr marL="180000" indent="-180000">
              <a:buFont typeface="Arial" panose="020B0604020202020204" pitchFamily="34" charset="0"/>
              <a:buChar char="•"/>
              <a:defRPr/>
            </a:lvl5pPr>
          </a:lstStyle>
          <a:p>
            <a:pPr lvl="0"/>
            <a:r>
              <a:rPr lang="en-US" dirty="0"/>
              <a:t>Edit text</a:t>
            </a:r>
          </a:p>
        </p:txBody>
      </p:sp>
      <p:sp>
        <p:nvSpPr>
          <p:cNvPr id="11" name="Picture Placeholder 21"/>
          <p:cNvSpPr>
            <a:spLocks noGrp="1"/>
          </p:cNvSpPr>
          <p:nvPr>
            <p:ph type="pic" sz="quarter" idx="22" hasCustomPrompt="1"/>
          </p:nvPr>
        </p:nvSpPr>
        <p:spPr>
          <a:xfrm>
            <a:off x="8637071" y="2008475"/>
            <a:ext cx="1437932" cy="1437930"/>
          </a:xfrm>
        </p:spPr>
        <p:txBody>
          <a:bodyPr/>
          <a:lstStyle>
            <a:lvl1pPr marL="0" indent="0">
              <a:buNone/>
              <a:defRPr/>
            </a:lvl1pPr>
          </a:lstStyle>
          <a:p>
            <a:r>
              <a:rPr lang="en-GB" dirty="0"/>
              <a:t>icon</a:t>
            </a:r>
          </a:p>
        </p:txBody>
      </p:sp>
      <p:sp>
        <p:nvSpPr>
          <p:cNvPr id="12"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56421" y="6511672"/>
            <a:ext cx="785483" cy="180000"/>
          </a:xfrm>
          <a:prstGeom prst="rect">
            <a:avLst/>
          </a:prstGeom>
        </p:spPr>
        <p:txBody>
          <a:bodyPr vert="horz" lIns="0" tIns="0" rIns="0" bIns="0" rtlCol="0" anchor="b" anchorCtr="0"/>
          <a:lstStyle>
            <a:lvl1pPr algn="r">
              <a:defRPr sz="760" b="1" i="0">
                <a:solidFill>
                  <a:schemeClr val="tx1"/>
                </a:solidFill>
                <a:latin typeface="Montserrat" pitchFamily="2" charset="77"/>
              </a:defRPr>
            </a:lvl1pPr>
          </a:lstStyle>
          <a:p>
            <a:fld id="{EF892D59-8F09-EF4B-AD6D-DA609442F868}" type="slidenum">
              <a:rPr lang="en-GB" smtClean="0"/>
              <a:pPr/>
              <a:t>‹#›</a:t>
            </a:fld>
            <a:endParaRPr lang="en-GB" dirty="0"/>
          </a:p>
        </p:txBody>
      </p:sp>
      <p:sp>
        <p:nvSpPr>
          <p:cNvPr id="13" name="Rectangle 12"/>
          <p:cNvSpPr/>
          <p:nvPr userDrawn="1"/>
        </p:nvSpPr>
        <p:spPr>
          <a:xfrm>
            <a:off x="0" y="75715"/>
            <a:ext cx="1089126" cy="8095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4" name="Title Placeholder 1">
            <a:extLst>
              <a:ext uri="{FF2B5EF4-FFF2-40B4-BE49-F238E27FC236}">
                <a16:creationId xmlns:a16="http://schemas.microsoft.com/office/drawing/2014/main" id="{71FB68A7-A656-A348-AE42-02B5F30E1E55}"/>
              </a:ext>
            </a:extLst>
          </p:cNvPr>
          <p:cNvSpPr>
            <a:spLocks noGrp="1"/>
          </p:cNvSpPr>
          <p:nvPr>
            <p:ph type="title"/>
          </p:nvPr>
        </p:nvSpPr>
        <p:spPr>
          <a:xfrm>
            <a:off x="339971" y="562058"/>
            <a:ext cx="11517818" cy="805001"/>
          </a:xfrm>
          <a:prstGeom prst="rect">
            <a:avLst/>
          </a:prstGeom>
        </p:spPr>
        <p:txBody>
          <a:bodyPr vert="horz" lIns="0" tIns="0" rIns="0" bIns="0" rtlCol="0" anchor="t" anchorCtr="0">
            <a:noAutofit/>
          </a:bodyPr>
          <a:lstStyle/>
          <a:p>
            <a:r>
              <a:rPr lang="en-US" dirty="0"/>
              <a:t>Click to edit Master title style</a:t>
            </a:r>
            <a:endParaRPr lang="en-GB" dirty="0"/>
          </a:p>
        </p:txBody>
      </p:sp>
    </p:spTree>
    <p:extLst>
      <p:ext uri="{BB962C8B-B14F-4D97-AF65-F5344CB8AC3E}">
        <p14:creationId xmlns:p14="http://schemas.microsoft.com/office/powerpoint/2010/main" val="4138968323"/>
      </p:ext>
    </p:extLst>
  </p:cSld>
  <p:clrMapOvr>
    <a:masterClrMapping/>
  </p:clrMapOvr>
  <p:extLst>
    <p:ext uri="{DCECCB84-F9BA-43D5-87BE-67443E8EF086}">
      <p15:sldGuideLst xmlns:p15="http://schemas.microsoft.com/office/powerpoint/2012/main">
        <p15:guide id="1" orient="horz" pos="777">
          <p15:clr>
            <a:srgbClr val="FBAE40"/>
          </p15:clr>
        </p15:guide>
        <p15:guide id="2" pos="3840">
          <p15:clr>
            <a:srgbClr val="FBAE40"/>
          </p15:clr>
        </p15:guide>
      </p15:sldGuideLst>
    </p:ext>
  </p:extLst>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Four text blocks">
    <p:spTree>
      <p:nvGrpSpPr>
        <p:cNvPr id="1" name=""/>
        <p:cNvGrpSpPr/>
        <p:nvPr/>
      </p:nvGrpSpPr>
      <p:grpSpPr>
        <a:xfrm>
          <a:off x="0" y="0"/>
          <a:ext cx="0" cy="0"/>
          <a:chOff x="0" y="0"/>
          <a:chExt cx="0" cy="0"/>
        </a:xfrm>
      </p:grpSpPr>
      <p:sp>
        <p:nvSpPr>
          <p:cNvPr id="10" name="Text Placeholder 7"/>
          <p:cNvSpPr>
            <a:spLocks noGrp="1"/>
          </p:cNvSpPr>
          <p:nvPr>
            <p:ph type="body" sz="quarter" idx="11" hasCustomPrompt="1"/>
          </p:nvPr>
        </p:nvSpPr>
        <p:spPr>
          <a:xfrm>
            <a:off x="1065907" y="1986354"/>
            <a:ext cx="2153905" cy="4376323"/>
          </a:xfrm>
        </p:spPr>
        <p:txBody>
          <a:bodyPr/>
          <a:lstStyle>
            <a:lvl1pPr marL="0" indent="0">
              <a:lnSpc>
                <a:spcPct val="100000"/>
              </a:lnSpc>
              <a:buFont typeface="Arial" panose="020B0604020202020204" pitchFamily="34" charset="0"/>
              <a:buNone/>
              <a:defRPr sz="2000" b="0"/>
            </a:lvl1pPr>
            <a:lvl2pPr marL="171450" indent="-171450">
              <a:lnSpc>
                <a:spcPct val="100000"/>
              </a:lnSpc>
              <a:buFont typeface="Arial" panose="020B0604020202020204" pitchFamily="34" charset="0"/>
              <a:buChar char="•"/>
              <a:defRPr sz="2000" b="0"/>
            </a:lvl2pPr>
            <a:lvl3pPr>
              <a:lnSpc>
                <a:spcPct val="100000"/>
              </a:lnSpc>
              <a:defRPr sz="1800" b="0"/>
            </a:lvl3pPr>
            <a:lvl4pPr>
              <a:lnSpc>
                <a:spcPct val="100000"/>
              </a:lnSpc>
              <a:defRPr sz="1800" b="0"/>
            </a:lvl4pPr>
            <a:lvl5pPr>
              <a:lnSpc>
                <a:spcPct val="100000"/>
              </a:lnSpc>
              <a:defRPr sz="1800" b="0"/>
            </a:lvl5pPr>
          </a:lstStyle>
          <a:p>
            <a:pPr lvl="0"/>
            <a:r>
              <a:rPr lang="en-US" dirty="0"/>
              <a:t>Edit text</a:t>
            </a:r>
          </a:p>
          <a:p>
            <a:pPr lvl="1"/>
            <a:r>
              <a:rPr lang="en-US" dirty="0"/>
              <a:t>Second level</a:t>
            </a:r>
          </a:p>
          <a:p>
            <a:pPr lvl="1"/>
            <a:r>
              <a:rPr lang="en-US" dirty="0"/>
              <a:t>Third level</a:t>
            </a:r>
          </a:p>
          <a:p>
            <a:pPr lvl="1"/>
            <a:r>
              <a:rPr lang="en-US" dirty="0"/>
              <a:t>Fourth level</a:t>
            </a:r>
          </a:p>
          <a:p>
            <a:pPr lvl="1"/>
            <a:r>
              <a:rPr lang="en-US" dirty="0"/>
              <a:t>Fifth level</a:t>
            </a:r>
          </a:p>
        </p:txBody>
      </p:sp>
      <p:sp>
        <p:nvSpPr>
          <p:cNvPr id="5" name="Text Placeholder 7"/>
          <p:cNvSpPr>
            <a:spLocks noGrp="1"/>
          </p:cNvSpPr>
          <p:nvPr>
            <p:ph type="body" sz="quarter" idx="13" hasCustomPrompt="1"/>
          </p:nvPr>
        </p:nvSpPr>
        <p:spPr>
          <a:xfrm>
            <a:off x="3511826" y="1986354"/>
            <a:ext cx="2153905" cy="4376323"/>
          </a:xfrm>
        </p:spPr>
        <p:txBody>
          <a:bodyPr/>
          <a:lstStyle>
            <a:lvl1pPr marL="0" indent="0">
              <a:lnSpc>
                <a:spcPct val="100000"/>
              </a:lnSpc>
              <a:buFont typeface="Arial" panose="020B0604020202020204" pitchFamily="34" charset="0"/>
              <a:buNone/>
              <a:defRPr sz="2000" b="0"/>
            </a:lvl1pPr>
            <a:lvl2pPr marL="171450" indent="-171450">
              <a:lnSpc>
                <a:spcPct val="100000"/>
              </a:lnSpc>
              <a:buFont typeface="Arial" panose="020B0604020202020204" pitchFamily="34" charset="0"/>
              <a:buChar char="•"/>
              <a:defRPr sz="2000" b="0"/>
            </a:lvl2pPr>
            <a:lvl3pPr>
              <a:lnSpc>
                <a:spcPct val="100000"/>
              </a:lnSpc>
              <a:defRPr sz="1800" b="0"/>
            </a:lvl3pPr>
            <a:lvl4pPr>
              <a:lnSpc>
                <a:spcPct val="100000"/>
              </a:lnSpc>
              <a:defRPr sz="1800" b="0"/>
            </a:lvl4pPr>
            <a:lvl5pPr>
              <a:lnSpc>
                <a:spcPct val="100000"/>
              </a:lnSpc>
              <a:defRPr sz="1800" b="0"/>
            </a:lvl5pPr>
          </a:lstStyle>
          <a:p>
            <a:pPr lvl="0"/>
            <a:r>
              <a:rPr lang="en-US" dirty="0"/>
              <a:t>Edit text</a:t>
            </a:r>
          </a:p>
          <a:p>
            <a:pPr lvl="1"/>
            <a:r>
              <a:rPr lang="en-US" dirty="0"/>
              <a:t>Second level</a:t>
            </a:r>
          </a:p>
          <a:p>
            <a:pPr lvl="1"/>
            <a:r>
              <a:rPr lang="en-US" dirty="0"/>
              <a:t>Third level</a:t>
            </a:r>
          </a:p>
          <a:p>
            <a:pPr lvl="1"/>
            <a:r>
              <a:rPr lang="en-US" dirty="0"/>
              <a:t>Fourth level</a:t>
            </a:r>
          </a:p>
          <a:p>
            <a:pPr lvl="1"/>
            <a:r>
              <a:rPr lang="en-US" dirty="0"/>
              <a:t>Fifth level</a:t>
            </a:r>
          </a:p>
        </p:txBody>
      </p:sp>
      <p:sp>
        <p:nvSpPr>
          <p:cNvPr id="6" name="Text Placeholder 7"/>
          <p:cNvSpPr>
            <a:spLocks noGrp="1"/>
          </p:cNvSpPr>
          <p:nvPr>
            <p:ph type="body" sz="quarter" idx="14" hasCustomPrompt="1"/>
          </p:nvPr>
        </p:nvSpPr>
        <p:spPr>
          <a:xfrm>
            <a:off x="5957745" y="1986353"/>
            <a:ext cx="2153905" cy="4376323"/>
          </a:xfrm>
        </p:spPr>
        <p:txBody>
          <a:bodyPr/>
          <a:lstStyle>
            <a:lvl1pPr marL="0" indent="0">
              <a:lnSpc>
                <a:spcPct val="100000"/>
              </a:lnSpc>
              <a:buFont typeface="Arial" panose="020B0604020202020204" pitchFamily="34" charset="0"/>
              <a:buNone/>
              <a:defRPr sz="2000" b="0"/>
            </a:lvl1pPr>
            <a:lvl2pPr marL="171450" indent="-171450">
              <a:lnSpc>
                <a:spcPct val="100000"/>
              </a:lnSpc>
              <a:buFont typeface="Arial" panose="020B0604020202020204" pitchFamily="34" charset="0"/>
              <a:buChar char="•"/>
              <a:defRPr sz="2000" b="0"/>
            </a:lvl2pPr>
            <a:lvl3pPr>
              <a:lnSpc>
                <a:spcPct val="100000"/>
              </a:lnSpc>
              <a:defRPr sz="1800" b="0"/>
            </a:lvl3pPr>
            <a:lvl4pPr>
              <a:lnSpc>
                <a:spcPct val="100000"/>
              </a:lnSpc>
              <a:defRPr sz="1800" b="0"/>
            </a:lvl4pPr>
            <a:lvl5pPr>
              <a:lnSpc>
                <a:spcPct val="100000"/>
              </a:lnSpc>
              <a:defRPr sz="1800" b="0"/>
            </a:lvl5pPr>
          </a:lstStyle>
          <a:p>
            <a:pPr lvl="0"/>
            <a:r>
              <a:rPr lang="en-US" dirty="0"/>
              <a:t>Edit text</a:t>
            </a:r>
          </a:p>
          <a:p>
            <a:pPr lvl="1"/>
            <a:r>
              <a:rPr lang="en-US" dirty="0"/>
              <a:t>Second level</a:t>
            </a:r>
          </a:p>
          <a:p>
            <a:pPr lvl="1"/>
            <a:r>
              <a:rPr lang="en-US" dirty="0"/>
              <a:t>Third level</a:t>
            </a:r>
          </a:p>
          <a:p>
            <a:pPr lvl="1"/>
            <a:r>
              <a:rPr lang="en-US" dirty="0"/>
              <a:t>Fourth level</a:t>
            </a:r>
          </a:p>
          <a:p>
            <a:pPr lvl="1"/>
            <a:r>
              <a:rPr lang="en-US" dirty="0"/>
              <a:t>Fifth level</a:t>
            </a:r>
          </a:p>
        </p:txBody>
      </p:sp>
      <p:sp>
        <p:nvSpPr>
          <p:cNvPr id="7" name="Text Placeholder 7"/>
          <p:cNvSpPr>
            <a:spLocks noGrp="1"/>
          </p:cNvSpPr>
          <p:nvPr>
            <p:ph type="body" sz="quarter" idx="15" hasCustomPrompt="1"/>
          </p:nvPr>
        </p:nvSpPr>
        <p:spPr>
          <a:xfrm>
            <a:off x="8403664" y="1986352"/>
            <a:ext cx="2153905" cy="4376323"/>
          </a:xfrm>
        </p:spPr>
        <p:txBody>
          <a:bodyPr/>
          <a:lstStyle>
            <a:lvl1pPr marL="0" indent="0">
              <a:lnSpc>
                <a:spcPct val="100000"/>
              </a:lnSpc>
              <a:buFont typeface="Arial" panose="020B0604020202020204" pitchFamily="34" charset="0"/>
              <a:buNone/>
              <a:defRPr sz="2000" b="0"/>
            </a:lvl1pPr>
            <a:lvl2pPr marL="171450" indent="-171450">
              <a:lnSpc>
                <a:spcPct val="100000"/>
              </a:lnSpc>
              <a:buFont typeface="Arial" panose="020B0604020202020204" pitchFamily="34" charset="0"/>
              <a:buChar char="•"/>
              <a:defRPr sz="2000" b="0"/>
            </a:lvl2pPr>
            <a:lvl3pPr>
              <a:lnSpc>
                <a:spcPct val="100000"/>
              </a:lnSpc>
              <a:defRPr sz="1800" b="0"/>
            </a:lvl3pPr>
            <a:lvl4pPr>
              <a:lnSpc>
                <a:spcPct val="100000"/>
              </a:lnSpc>
              <a:defRPr sz="1800" b="0"/>
            </a:lvl4pPr>
            <a:lvl5pPr>
              <a:lnSpc>
                <a:spcPct val="100000"/>
              </a:lnSpc>
              <a:defRPr sz="1800" b="0"/>
            </a:lvl5pPr>
          </a:lstStyle>
          <a:p>
            <a:pPr lvl="0"/>
            <a:r>
              <a:rPr lang="en-US" dirty="0"/>
              <a:t>Edit text</a:t>
            </a:r>
          </a:p>
          <a:p>
            <a:pPr lvl="1"/>
            <a:r>
              <a:rPr lang="en-US" dirty="0"/>
              <a:t>Second level</a:t>
            </a:r>
          </a:p>
          <a:p>
            <a:pPr lvl="1"/>
            <a:r>
              <a:rPr lang="en-US" dirty="0"/>
              <a:t>Third level</a:t>
            </a:r>
          </a:p>
          <a:p>
            <a:pPr lvl="1"/>
            <a:r>
              <a:rPr lang="en-US" dirty="0"/>
              <a:t>Fourth level</a:t>
            </a:r>
          </a:p>
          <a:p>
            <a:pPr lvl="1"/>
            <a:r>
              <a:rPr lang="en-US" dirty="0"/>
              <a:t>Fifth level</a:t>
            </a:r>
          </a:p>
        </p:txBody>
      </p:sp>
      <p:sp>
        <p:nvSpPr>
          <p:cNvPr id="8"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56421" y="6511672"/>
            <a:ext cx="785483" cy="180000"/>
          </a:xfrm>
          <a:prstGeom prst="rect">
            <a:avLst/>
          </a:prstGeom>
        </p:spPr>
        <p:txBody>
          <a:bodyPr vert="horz" lIns="0" tIns="0" rIns="0" bIns="0" rtlCol="0" anchor="b" anchorCtr="0"/>
          <a:lstStyle>
            <a:lvl1pPr algn="r">
              <a:defRPr sz="760" b="1" i="0">
                <a:solidFill>
                  <a:schemeClr val="tx1"/>
                </a:solidFill>
                <a:latin typeface="Montserrat" pitchFamily="2" charset="77"/>
              </a:defRPr>
            </a:lvl1pPr>
          </a:lstStyle>
          <a:p>
            <a:fld id="{EF892D59-8F09-EF4B-AD6D-DA609442F868}" type="slidenum">
              <a:rPr lang="en-GB" smtClean="0"/>
              <a:pPr/>
              <a:t>‹#›</a:t>
            </a:fld>
            <a:endParaRPr lang="en-GB" dirty="0"/>
          </a:p>
        </p:txBody>
      </p:sp>
      <p:sp>
        <p:nvSpPr>
          <p:cNvPr id="9" name="Rectangle 8"/>
          <p:cNvSpPr/>
          <p:nvPr userDrawn="1"/>
        </p:nvSpPr>
        <p:spPr>
          <a:xfrm>
            <a:off x="0" y="75715"/>
            <a:ext cx="1089126" cy="8095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2" name="Title Placeholder 1">
            <a:extLst>
              <a:ext uri="{FF2B5EF4-FFF2-40B4-BE49-F238E27FC236}">
                <a16:creationId xmlns:a16="http://schemas.microsoft.com/office/drawing/2014/main" id="{71FB68A7-A656-A348-AE42-02B5F30E1E55}"/>
              </a:ext>
            </a:extLst>
          </p:cNvPr>
          <p:cNvSpPr>
            <a:spLocks noGrp="1"/>
          </p:cNvSpPr>
          <p:nvPr>
            <p:ph type="title"/>
          </p:nvPr>
        </p:nvSpPr>
        <p:spPr>
          <a:xfrm>
            <a:off x="339971" y="562058"/>
            <a:ext cx="11517818" cy="805001"/>
          </a:xfrm>
          <a:prstGeom prst="rect">
            <a:avLst/>
          </a:prstGeom>
        </p:spPr>
        <p:txBody>
          <a:bodyPr vert="horz" lIns="0" tIns="0" rIns="0" bIns="0" rtlCol="0" anchor="t" anchorCtr="0">
            <a:noAutofit/>
          </a:bodyPr>
          <a:lstStyle/>
          <a:p>
            <a:r>
              <a:rPr lang="en-US" dirty="0"/>
              <a:t>Click to edit Master title style</a:t>
            </a:r>
            <a:endParaRPr lang="en-GB" dirty="0"/>
          </a:p>
        </p:txBody>
      </p:sp>
    </p:spTree>
    <p:extLst>
      <p:ext uri="{BB962C8B-B14F-4D97-AF65-F5344CB8AC3E}">
        <p14:creationId xmlns:p14="http://schemas.microsoft.com/office/powerpoint/2010/main" val="1127195669"/>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Two Text Blocks">
    <p:spTree>
      <p:nvGrpSpPr>
        <p:cNvPr id="1" name=""/>
        <p:cNvGrpSpPr/>
        <p:nvPr/>
      </p:nvGrpSpPr>
      <p:grpSpPr>
        <a:xfrm>
          <a:off x="0" y="0"/>
          <a:ext cx="0" cy="0"/>
          <a:chOff x="0" y="0"/>
          <a:chExt cx="0" cy="0"/>
        </a:xfrm>
      </p:grpSpPr>
      <p:sp>
        <p:nvSpPr>
          <p:cNvPr id="10" name="Text Placeholder 7"/>
          <p:cNvSpPr>
            <a:spLocks noGrp="1"/>
          </p:cNvSpPr>
          <p:nvPr>
            <p:ph type="body" sz="quarter" idx="11" hasCustomPrompt="1"/>
          </p:nvPr>
        </p:nvSpPr>
        <p:spPr>
          <a:xfrm>
            <a:off x="5915467" y="1992793"/>
            <a:ext cx="4646004" cy="4376323"/>
          </a:xfrm>
        </p:spPr>
        <p:txBody>
          <a:bodyPr/>
          <a:lstStyle>
            <a:lvl1pPr marL="0" indent="0">
              <a:lnSpc>
                <a:spcPct val="100000"/>
              </a:lnSpc>
              <a:buFont typeface="Arial" panose="020B0604020202020204" pitchFamily="34" charset="0"/>
              <a:buNone/>
              <a:defRPr sz="2000" b="0"/>
            </a:lvl1pPr>
            <a:lvl2pPr marL="171450" indent="-171450">
              <a:lnSpc>
                <a:spcPct val="100000"/>
              </a:lnSpc>
              <a:buFont typeface="Arial" panose="020B0604020202020204" pitchFamily="34" charset="0"/>
              <a:buChar char="•"/>
              <a:defRPr sz="2000" b="0"/>
            </a:lvl2pPr>
            <a:lvl3pPr>
              <a:lnSpc>
                <a:spcPct val="100000"/>
              </a:lnSpc>
              <a:defRPr sz="1800" b="0"/>
            </a:lvl3pPr>
            <a:lvl4pPr>
              <a:lnSpc>
                <a:spcPct val="100000"/>
              </a:lnSpc>
              <a:defRPr sz="1800" b="0"/>
            </a:lvl4pPr>
            <a:lvl5pPr>
              <a:lnSpc>
                <a:spcPct val="100000"/>
              </a:lnSpc>
              <a:defRPr sz="1800" b="0"/>
            </a:lvl5pPr>
          </a:lstStyle>
          <a:p>
            <a:pPr lvl="0"/>
            <a:r>
              <a:rPr lang="en-US" dirty="0"/>
              <a:t>Edit text</a:t>
            </a:r>
          </a:p>
          <a:p>
            <a:pPr lvl="1"/>
            <a:r>
              <a:rPr lang="en-US" dirty="0"/>
              <a:t>Second level</a:t>
            </a:r>
          </a:p>
          <a:p>
            <a:pPr lvl="1"/>
            <a:r>
              <a:rPr lang="en-US" dirty="0"/>
              <a:t>Third level</a:t>
            </a:r>
          </a:p>
          <a:p>
            <a:pPr lvl="1"/>
            <a:r>
              <a:rPr lang="en-US" dirty="0"/>
              <a:t>Fourth level</a:t>
            </a:r>
          </a:p>
          <a:p>
            <a:pPr lvl="1"/>
            <a:r>
              <a:rPr lang="en-US" dirty="0"/>
              <a:t>Fifth level</a:t>
            </a:r>
          </a:p>
        </p:txBody>
      </p:sp>
      <p:sp>
        <p:nvSpPr>
          <p:cNvPr id="5" name="Text Placeholder 7"/>
          <p:cNvSpPr>
            <a:spLocks noGrp="1"/>
          </p:cNvSpPr>
          <p:nvPr>
            <p:ph type="body" sz="quarter" idx="13" hasCustomPrompt="1"/>
          </p:nvPr>
        </p:nvSpPr>
        <p:spPr>
          <a:xfrm>
            <a:off x="1069809" y="1992792"/>
            <a:ext cx="4646004" cy="4376323"/>
          </a:xfrm>
        </p:spPr>
        <p:txBody>
          <a:bodyPr/>
          <a:lstStyle>
            <a:lvl1pPr marL="0" indent="0">
              <a:lnSpc>
                <a:spcPct val="100000"/>
              </a:lnSpc>
              <a:buFont typeface="Arial" panose="020B0604020202020204" pitchFamily="34" charset="0"/>
              <a:buNone/>
              <a:defRPr sz="2000" b="0"/>
            </a:lvl1pPr>
            <a:lvl2pPr marL="171450" indent="-171450">
              <a:lnSpc>
                <a:spcPct val="100000"/>
              </a:lnSpc>
              <a:buFont typeface="Arial" panose="020B0604020202020204" pitchFamily="34" charset="0"/>
              <a:buChar char="•"/>
              <a:defRPr sz="2000" b="0"/>
            </a:lvl2pPr>
            <a:lvl3pPr>
              <a:lnSpc>
                <a:spcPct val="100000"/>
              </a:lnSpc>
              <a:defRPr sz="1800" b="0"/>
            </a:lvl3pPr>
            <a:lvl4pPr>
              <a:lnSpc>
                <a:spcPct val="100000"/>
              </a:lnSpc>
              <a:defRPr sz="1800" b="0"/>
            </a:lvl4pPr>
            <a:lvl5pPr>
              <a:lnSpc>
                <a:spcPct val="100000"/>
              </a:lnSpc>
              <a:defRPr sz="1800" b="0"/>
            </a:lvl5pPr>
          </a:lstStyle>
          <a:p>
            <a:pPr lvl="0"/>
            <a:r>
              <a:rPr lang="en-US" dirty="0"/>
              <a:t>Edit text</a:t>
            </a:r>
          </a:p>
          <a:p>
            <a:pPr lvl="1"/>
            <a:r>
              <a:rPr lang="en-US" dirty="0"/>
              <a:t>Second level</a:t>
            </a:r>
          </a:p>
          <a:p>
            <a:pPr lvl="1"/>
            <a:r>
              <a:rPr lang="en-US" dirty="0"/>
              <a:t>Third level</a:t>
            </a:r>
          </a:p>
          <a:p>
            <a:pPr lvl="1"/>
            <a:r>
              <a:rPr lang="en-US" dirty="0"/>
              <a:t>Fourth level</a:t>
            </a:r>
          </a:p>
          <a:p>
            <a:pPr lvl="1"/>
            <a:r>
              <a:rPr lang="en-US" dirty="0"/>
              <a:t>Fifth level</a:t>
            </a:r>
          </a:p>
        </p:txBody>
      </p:sp>
      <p:sp>
        <p:nvSpPr>
          <p:cNvPr id="6"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56421" y="6511672"/>
            <a:ext cx="785483" cy="180000"/>
          </a:xfrm>
          <a:prstGeom prst="rect">
            <a:avLst/>
          </a:prstGeom>
        </p:spPr>
        <p:txBody>
          <a:bodyPr vert="horz" lIns="0" tIns="0" rIns="0" bIns="0" rtlCol="0" anchor="b" anchorCtr="0"/>
          <a:lstStyle>
            <a:lvl1pPr algn="r">
              <a:defRPr sz="760" b="1" i="0">
                <a:solidFill>
                  <a:schemeClr val="tx1"/>
                </a:solidFill>
                <a:latin typeface="Montserrat" pitchFamily="2" charset="77"/>
              </a:defRPr>
            </a:lvl1pPr>
          </a:lstStyle>
          <a:p>
            <a:fld id="{EF892D59-8F09-EF4B-AD6D-DA609442F868}" type="slidenum">
              <a:rPr lang="en-GB" smtClean="0"/>
              <a:pPr/>
              <a:t>‹#›</a:t>
            </a:fld>
            <a:endParaRPr lang="en-GB" dirty="0"/>
          </a:p>
        </p:txBody>
      </p:sp>
      <p:sp>
        <p:nvSpPr>
          <p:cNvPr id="7" name="Rectangle 6"/>
          <p:cNvSpPr/>
          <p:nvPr userDrawn="1"/>
        </p:nvSpPr>
        <p:spPr>
          <a:xfrm>
            <a:off x="0" y="75715"/>
            <a:ext cx="1089126" cy="8095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 name="Title Placeholder 1">
            <a:extLst>
              <a:ext uri="{FF2B5EF4-FFF2-40B4-BE49-F238E27FC236}">
                <a16:creationId xmlns:a16="http://schemas.microsoft.com/office/drawing/2014/main" id="{71FB68A7-A656-A348-AE42-02B5F30E1E55}"/>
              </a:ext>
            </a:extLst>
          </p:cNvPr>
          <p:cNvSpPr>
            <a:spLocks noGrp="1"/>
          </p:cNvSpPr>
          <p:nvPr>
            <p:ph type="title"/>
          </p:nvPr>
        </p:nvSpPr>
        <p:spPr>
          <a:xfrm>
            <a:off x="339971" y="562058"/>
            <a:ext cx="11517818" cy="805001"/>
          </a:xfrm>
          <a:prstGeom prst="rect">
            <a:avLst/>
          </a:prstGeom>
        </p:spPr>
        <p:txBody>
          <a:bodyPr vert="horz" lIns="0" tIns="0" rIns="0" bIns="0" rtlCol="0" anchor="t" anchorCtr="0">
            <a:noAutofit/>
          </a:bodyPr>
          <a:lstStyle/>
          <a:p>
            <a:r>
              <a:rPr lang="en-US" dirty="0"/>
              <a:t>Click to edit Master title style</a:t>
            </a:r>
            <a:endParaRPr lang="en-GB" dirty="0"/>
          </a:p>
        </p:txBody>
      </p:sp>
    </p:spTree>
    <p:extLst>
      <p:ext uri="{BB962C8B-B14F-4D97-AF65-F5344CB8AC3E}">
        <p14:creationId xmlns:p14="http://schemas.microsoft.com/office/powerpoint/2010/main" val="2636117753"/>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Two Image and Text">
    <p:spTree>
      <p:nvGrpSpPr>
        <p:cNvPr id="1" name=""/>
        <p:cNvGrpSpPr/>
        <p:nvPr/>
      </p:nvGrpSpPr>
      <p:grpSpPr>
        <a:xfrm>
          <a:off x="0" y="0"/>
          <a:ext cx="0" cy="0"/>
          <a:chOff x="0" y="0"/>
          <a:chExt cx="0" cy="0"/>
        </a:xfrm>
      </p:grpSpPr>
      <p:sp>
        <p:nvSpPr>
          <p:cNvPr id="9" name="Text Placeholder 7"/>
          <p:cNvSpPr>
            <a:spLocks noGrp="1"/>
          </p:cNvSpPr>
          <p:nvPr>
            <p:ph type="body" sz="quarter" idx="17" hasCustomPrompt="1"/>
          </p:nvPr>
        </p:nvSpPr>
        <p:spPr>
          <a:xfrm>
            <a:off x="1080209" y="4307356"/>
            <a:ext cx="4646004" cy="2072171"/>
          </a:xfrm>
        </p:spPr>
        <p:txBody>
          <a:bodyPr/>
          <a:lstStyle>
            <a:lvl1pPr marL="0" indent="0">
              <a:lnSpc>
                <a:spcPct val="100000"/>
              </a:lnSpc>
              <a:buFont typeface="Arial" panose="020B0604020202020204" pitchFamily="34" charset="0"/>
              <a:buNone/>
              <a:defRPr sz="2000" b="0"/>
            </a:lvl1pPr>
            <a:lvl2pPr marL="171450" indent="-171450">
              <a:buFont typeface="Arial" panose="020B0604020202020204" pitchFamily="34" charset="0"/>
              <a:buChar char="•"/>
              <a:defRPr sz="1800"/>
            </a:lvl2pPr>
            <a:lvl3pPr marL="0" indent="0">
              <a:buNone/>
              <a:defRPr sz="1800"/>
            </a:lvl3pPr>
            <a:lvl4pPr>
              <a:defRPr sz="1800"/>
            </a:lvl4pPr>
            <a:lvl5pPr>
              <a:defRPr sz="1800"/>
            </a:lvl5pPr>
          </a:lstStyle>
          <a:p>
            <a:pPr lvl="0"/>
            <a:r>
              <a:rPr lang="en-US" dirty="0"/>
              <a:t>Edit text</a:t>
            </a:r>
          </a:p>
        </p:txBody>
      </p:sp>
      <p:sp>
        <p:nvSpPr>
          <p:cNvPr id="7" name="Picture Placeholder 4">
            <a:extLst>
              <a:ext uri="{FF2B5EF4-FFF2-40B4-BE49-F238E27FC236}">
                <a16:creationId xmlns:a16="http://schemas.microsoft.com/office/drawing/2014/main" id="{749837D3-F6DB-DB49-B987-A2004B0611D5}"/>
              </a:ext>
            </a:extLst>
          </p:cNvPr>
          <p:cNvSpPr>
            <a:spLocks noGrp="1"/>
          </p:cNvSpPr>
          <p:nvPr>
            <p:ph type="pic" sz="quarter" idx="13"/>
          </p:nvPr>
        </p:nvSpPr>
        <p:spPr>
          <a:xfrm>
            <a:off x="1080209" y="2003204"/>
            <a:ext cx="4645958" cy="2072171"/>
          </a:xfrm>
          <a:prstGeom prst="rect">
            <a:avLst/>
          </a:prstGeom>
        </p:spPr>
        <p:txBody>
          <a:bodyPr/>
          <a:lstStyle>
            <a:lvl1pPr marL="0" indent="0">
              <a:buNone/>
              <a:defRPr baseline="0"/>
            </a:lvl1pPr>
          </a:lstStyle>
          <a:p>
            <a:r>
              <a:rPr lang="en-US"/>
              <a:t>Click icon to add picture</a:t>
            </a:r>
            <a:endParaRPr lang="en-US" dirty="0"/>
          </a:p>
        </p:txBody>
      </p:sp>
      <p:sp>
        <p:nvSpPr>
          <p:cNvPr id="5" name="Picture Placeholder 4">
            <a:extLst>
              <a:ext uri="{FF2B5EF4-FFF2-40B4-BE49-F238E27FC236}">
                <a16:creationId xmlns:a16="http://schemas.microsoft.com/office/drawing/2014/main" id="{749837D3-F6DB-DB49-B987-A2004B0611D5}"/>
              </a:ext>
            </a:extLst>
          </p:cNvPr>
          <p:cNvSpPr>
            <a:spLocks noGrp="1"/>
          </p:cNvSpPr>
          <p:nvPr>
            <p:ph type="pic" sz="quarter" idx="14"/>
          </p:nvPr>
        </p:nvSpPr>
        <p:spPr>
          <a:xfrm>
            <a:off x="5925914" y="2003203"/>
            <a:ext cx="4645958" cy="2072171"/>
          </a:xfrm>
          <a:prstGeom prst="rect">
            <a:avLst/>
          </a:prstGeom>
        </p:spPr>
        <p:txBody>
          <a:bodyPr/>
          <a:lstStyle>
            <a:lvl1pPr marL="0" indent="0">
              <a:buNone/>
              <a:defRPr baseline="0"/>
            </a:lvl1pPr>
          </a:lstStyle>
          <a:p>
            <a:r>
              <a:rPr lang="en-US"/>
              <a:t>Click icon to add picture</a:t>
            </a:r>
            <a:endParaRPr lang="en-US" dirty="0"/>
          </a:p>
        </p:txBody>
      </p:sp>
      <p:sp>
        <p:nvSpPr>
          <p:cNvPr id="8" name="Text Placeholder 7"/>
          <p:cNvSpPr>
            <a:spLocks noGrp="1"/>
          </p:cNvSpPr>
          <p:nvPr>
            <p:ph type="body" sz="quarter" idx="11" hasCustomPrompt="1"/>
          </p:nvPr>
        </p:nvSpPr>
        <p:spPr>
          <a:xfrm>
            <a:off x="5925868" y="4307356"/>
            <a:ext cx="4646004" cy="2072171"/>
          </a:xfrm>
        </p:spPr>
        <p:txBody>
          <a:bodyPr/>
          <a:lstStyle>
            <a:lvl1pPr marL="0" indent="0">
              <a:lnSpc>
                <a:spcPct val="100000"/>
              </a:lnSpc>
              <a:buFont typeface="Arial" panose="020B0604020202020204" pitchFamily="34" charset="0"/>
              <a:buNone/>
              <a:defRPr sz="2000" b="0"/>
            </a:lvl1pPr>
            <a:lvl2pPr marL="171450" indent="-171450">
              <a:buFont typeface="Arial" panose="020B0604020202020204" pitchFamily="34" charset="0"/>
              <a:buChar char="•"/>
              <a:defRPr/>
            </a:lvl2pPr>
          </a:lstStyle>
          <a:p>
            <a:pPr lvl="0"/>
            <a:r>
              <a:rPr lang="en-US" dirty="0"/>
              <a:t>Edit text</a:t>
            </a:r>
          </a:p>
        </p:txBody>
      </p:sp>
      <p:sp>
        <p:nvSpPr>
          <p:cNvPr id="10"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56421" y="6511672"/>
            <a:ext cx="785483" cy="180000"/>
          </a:xfrm>
          <a:prstGeom prst="rect">
            <a:avLst/>
          </a:prstGeom>
        </p:spPr>
        <p:txBody>
          <a:bodyPr vert="horz" lIns="0" tIns="0" rIns="0" bIns="0" rtlCol="0" anchor="b" anchorCtr="0"/>
          <a:lstStyle>
            <a:lvl1pPr algn="r">
              <a:defRPr sz="760" b="1" i="0">
                <a:solidFill>
                  <a:schemeClr val="tx1"/>
                </a:solidFill>
                <a:latin typeface="Montserrat" pitchFamily="2" charset="77"/>
              </a:defRPr>
            </a:lvl1pPr>
          </a:lstStyle>
          <a:p>
            <a:fld id="{EF892D59-8F09-EF4B-AD6D-DA609442F868}" type="slidenum">
              <a:rPr lang="en-GB" smtClean="0"/>
              <a:pPr/>
              <a:t>‹#›</a:t>
            </a:fld>
            <a:endParaRPr lang="en-GB" dirty="0"/>
          </a:p>
        </p:txBody>
      </p:sp>
      <p:sp>
        <p:nvSpPr>
          <p:cNvPr id="12" name="Rectangle 11"/>
          <p:cNvSpPr/>
          <p:nvPr userDrawn="1"/>
        </p:nvSpPr>
        <p:spPr>
          <a:xfrm>
            <a:off x="0" y="75715"/>
            <a:ext cx="1089126" cy="8095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3" name="Title Placeholder 1">
            <a:extLst>
              <a:ext uri="{FF2B5EF4-FFF2-40B4-BE49-F238E27FC236}">
                <a16:creationId xmlns:a16="http://schemas.microsoft.com/office/drawing/2014/main" id="{71FB68A7-A656-A348-AE42-02B5F30E1E55}"/>
              </a:ext>
            </a:extLst>
          </p:cNvPr>
          <p:cNvSpPr>
            <a:spLocks noGrp="1"/>
          </p:cNvSpPr>
          <p:nvPr>
            <p:ph type="title"/>
          </p:nvPr>
        </p:nvSpPr>
        <p:spPr>
          <a:xfrm>
            <a:off x="339971" y="562058"/>
            <a:ext cx="11517818" cy="805001"/>
          </a:xfrm>
          <a:prstGeom prst="rect">
            <a:avLst/>
          </a:prstGeom>
        </p:spPr>
        <p:txBody>
          <a:bodyPr vert="horz" lIns="0" tIns="0" rIns="0" bIns="0" rtlCol="0" anchor="t" anchorCtr="0">
            <a:noAutofit/>
          </a:bodyPr>
          <a:lstStyle/>
          <a:p>
            <a:r>
              <a:rPr lang="en-US" dirty="0"/>
              <a:t>Click to edit Master title style</a:t>
            </a:r>
            <a:endParaRPr lang="en-GB" dirty="0"/>
          </a:p>
        </p:txBody>
      </p:sp>
    </p:spTree>
    <p:extLst>
      <p:ext uri="{BB962C8B-B14F-4D97-AF65-F5344CB8AC3E}">
        <p14:creationId xmlns:p14="http://schemas.microsoft.com/office/powerpoint/2010/main" val="1162594457"/>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
        <p:nvSpPr>
          <p:cNvPr id="2"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56421" y="6511672"/>
            <a:ext cx="785483" cy="180000"/>
          </a:xfrm>
          <a:prstGeom prst="rect">
            <a:avLst/>
          </a:prstGeom>
        </p:spPr>
        <p:txBody>
          <a:bodyPr vert="horz" lIns="0" tIns="0" rIns="0" bIns="0" rtlCol="0" anchor="b" anchorCtr="0"/>
          <a:lstStyle>
            <a:lvl1pPr algn="r">
              <a:defRPr sz="760" b="1" i="0">
                <a:solidFill>
                  <a:schemeClr val="tx1"/>
                </a:solidFill>
                <a:latin typeface="Montserrat" pitchFamily="2" charset="77"/>
              </a:defRPr>
            </a:lvl1pPr>
          </a:lstStyle>
          <a:p>
            <a:fld id="{EF892D59-8F09-EF4B-AD6D-DA609442F868}" type="slidenum">
              <a:rPr lang="en-GB" smtClean="0"/>
              <a:pPr/>
              <a:t>‹#›</a:t>
            </a:fld>
            <a:endParaRPr lang="en-GB" dirty="0"/>
          </a:p>
        </p:txBody>
      </p:sp>
      <p:sp>
        <p:nvSpPr>
          <p:cNvPr id="3" name="Rectangle 2"/>
          <p:cNvSpPr/>
          <p:nvPr userDrawn="1"/>
        </p:nvSpPr>
        <p:spPr>
          <a:xfrm>
            <a:off x="0" y="75715"/>
            <a:ext cx="1089126" cy="8095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1287913539"/>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34.xml><?xml version="1.0" encoding="utf-8"?>
<p:sldLayout xmlns:a="http://schemas.openxmlformats.org/drawingml/2006/main" xmlns:r="http://schemas.openxmlformats.org/officeDocument/2006/relationships" xmlns:p="http://schemas.openxmlformats.org/presentationml/2006/main" showMasterSp="0" preserve="1" userDrawn="1">
  <p:cSld name="1_Hope you enjoyed">
    <p:bg>
      <p:bgPr>
        <a:solidFill>
          <a:srgbClr val="09EDB8"/>
        </a:solidFill>
        <a:effectLst/>
      </p:bgPr>
    </p:bg>
    <p:spTree>
      <p:nvGrpSpPr>
        <p:cNvPr id="1" name=""/>
        <p:cNvGrpSpPr/>
        <p:nvPr/>
      </p:nvGrpSpPr>
      <p:grpSpPr>
        <a:xfrm>
          <a:off x="0" y="0"/>
          <a:ext cx="0" cy="0"/>
          <a:chOff x="0" y="0"/>
          <a:chExt cx="0" cy="0"/>
        </a:xfrm>
      </p:grpSpPr>
      <p:pic>
        <p:nvPicPr>
          <p:cNvPr id="3" name="Picture 2"/>
          <p:cNvPicPr>
            <a:picLocks noChangeAspect="1"/>
          </p:cNvPicPr>
          <p:nvPr userDrawn="1"/>
        </p:nvPicPr>
        <p:blipFill rotWithShape="1">
          <a:blip r:embed="rId2">
            <a:extLst>
              <a:ext uri="{28A0092B-C50C-407E-A947-70E740481C1C}">
                <a14:useLocalDpi xmlns:a14="http://schemas.microsoft.com/office/drawing/2010/main" val="0"/>
              </a:ext>
            </a:extLst>
          </a:blip>
          <a:srcRect/>
          <a:stretch/>
        </p:blipFill>
        <p:spPr>
          <a:xfrm>
            <a:off x="4663440" y="0"/>
            <a:ext cx="7528560" cy="6858000"/>
          </a:xfrm>
          <a:prstGeom prst="rect">
            <a:avLst/>
          </a:prstGeom>
        </p:spPr>
      </p:pic>
      <p:sp>
        <p:nvSpPr>
          <p:cNvPr id="2"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385300" y="2311970"/>
            <a:ext cx="3138017" cy="1908338"/>
          </a:xfrm>
        </p:spPr>
        <p:txBody>
          <a:bodyPr anchor="b" anchorCtr="0">
            <a:noAutofit/>
          </a:bodyPr>
          <a:lstStyle>
            <a:lvl1pPr algn="l">
              <a:lnSpc>
                <a:spcPct val="100000"/>
              </a:lnSpc>
              <a:defRPr sz="3600" baseline="0"/>
            </a:lvl1pPr>
          </a:lstStyle>
          <a:p>
            <a:r>
              <a:rPr lang="en-US" noProof="0" dirty="0"/>
              <a:t>THANK YOU</a:t>
            </a:r>
            <a:endParaRPr lang="en-GB" noProof="0" dirty="0"/>
          </a:p>
        </p:txBody>
      </p:sp>
      <p:pic>
        <p:nvPicPr>
          <p:cNvPr id="6" name="Graphic 29">
            <a:extLst>
              <a:ext uri="{FF2B5EF4-FFF2-40B4-BE49-F238E27FC236}">
                <a16:creationId xmlns:a16="http://schemas.microsoft.com/office/drawing/2014/main" id="{572E6A4A-143B-E94B-A1BF-29C50E635AE7}"/>
              </a:ext>
            </a:extLst>
          </p:cNvPr>
          <p:cNvPicPr>
            <a:picLocks noChangeAspect="1"/>
          </p:cNvPicPr>
          <p:nvPr userDrawn="1"/>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80900" y="302477"/>
            <a:ext cx="2643023" cy="1610367"/>
          </a:xfrm>
          <a:prstGeom prst="rect">
            <a:avLst/>
          </a:prstGeom>
        </p:spPr>
      </p:pic>
      <p:sp>
        <p:nvSpPr>
          <p:cNvPr id="8" name="Text Placeholder 6"/>
          <p:cNvSpPr>
            <a:spLocks noGrp="1"/>
          </p:cNvSpPr>
          <p:nvPr>
            <p:ph type="body" sz="quarter" idx="12" hasCustomPrompt="1"/>
          </p:nvPr>
        </p:nvSpPr>
        <p:spPr>
          <a:xfrm>
            <a:off x="385301" y="5306004"/>
            <a:ext cx="4269826" cy="1186921"/>
          </a:xfrm>
        </p:spPr>
        <p:txBody>
          <a:bodyPr/>
          <a:lstStyle>
            <a:lvl1pPr marL="0" marR="0" indent="0" algn="l" defTabSz="914400" rtl="0" eaLnBrk="1" fontAlgn="auto" latinLnBrk="0" hangingPunct="1">
              <a:lnSpc>
                <a:spcPct val="100000"/>
              </a:lnSpc>
              <a:spcBef>
                <a:spcPts val="0"/>
              </a:spcBef>
              <a:spcAft>
                <a:spcPts val="0"/>
              </a:spcAft>
              <a:buClrTx/>
              <a:buSzPct val="115000"/>
              <a:buFontTx/>
              <a:buNone/>
              <a:tabLst/>
              <a:defRPr b="0" baseline="0"/>
            </a:lvl1pPr>
            <a:lvl2pPr marL="374650" indent="-285750">
              <a:buFont typeface="Arial" panose="020B0604020202020204" pitchFamily="34" charset="0"/>
              <a:buChar char="•"/>
              <a:defRPr/>
            </a:lvl2pPr>
            <a:lvl3pPr marL="88900" indent="0">
              <a:buNone/>
              <a:defRPr/>
            </a:lvl3pPr>
            <a:lvl4pPr marL="88900" indent="0">
              <a:buNone/>
              <a:defRPr/>
            </a:lvl4pPr>
            <a:lvl5pPr marL="88900" indent="0">
              <a:buNone/>
              <a:defRPr/>
            </a:lvl5pPr>
          </a:lstStyle>
          <a:p>
            <a:pPr lvl="0"/>
            <a:r>
              <a:rPr lang="en-US" dirty="0"/>
              <a:t>Hope you enjoyed this learning journey.</a:t>
            </a:r>
          </a:p>
        </p:txBody>
      </p:sp>
      <p:grpSp>
        <p:nvGrpSpPr>
          <p:cNvPr id="4" name="Group 3"/>
          <p:cNvGrpSpPr/>
          <p:nvPr userDrawn="1"/>
        </p:nvGrpSpPr>
        <p:grpSpPr>
          <a:xfrm>
            <a:off x="-1698" y="3508800"/>
            <a:ext cx="7016130" cy="2425241"/>
            <a:chOff x="683" y="3508800"/>
            <a:chExt cx="7016130" cy="2425241"/>
          </a:xfrm>
          <a:solidFill>
            <a:srgbClr val="004050"/>
          </a:solidFill>
        </p:grpSpPr>
        <p:sp>
          <p:nvSpPr>
            <p:cNvPr id="25" name="Freeform 24">
              <a:extLst>
                <a:ext uri="{FF2B5EF4-FFF2-40B4-BE49-F238E27FC236}">
                  <a16:creationId xmlns:a16="http://schemas.microsoft.com/office/drawing/2014/main" id="{2F450B4C-241D-A544-BBEF-175E01D6A139}"/>
                </a:ext>
              </a:extLst>
            </p:cNvPr>
            <p:cNvSpPr/>
            <p:nvPr userDrawn="1"/>
          </p:nvSpPr>
          <p:spPr>
            <a:xfrm>
              <a:off x="683" y="3508800"/>
              <a:ext cx="5938619" cy="1027006"/>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670881 w 1670881"/>
                <a:gd name="connsiteY0" fmla="*/ 248186 h 248186"/>
                <a:gd name="connsiteX1" fmla="*/ 921010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70881 w 1670881"/>
                <a:gd name="connsiteY0" fmla="*/ 248186 h 248186"/>
                <a:gd name="connsiteX1" fmla="*/ 1324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69638 w 1669638"/>
                <a:gd name="connsiteY0" fmla="*/ 248186 h 248186"/>
                <a:gd name="connsiteX1" fmla="*/ 81 w 1669638"/>
                <a:gd name="connsiteY1" fmla="*/ 248186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7193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9638 w 1669638"/>
                <a:gd name="connsiteY0" fmla="*/ 248186 h 248186"/>
                <a:gd name="connsiteX1" fmla="*/ 80 w 1669638"/>
                <a:gd name="connsiteY1" fmla="*/ 247193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8566 w 1668566"/>
                <a:gd name="connsiteY0" fmla="*/ 248186 h 248186"/>
                <a:gd name="connsiteX1" fmla="*/ 1 w 1668566"/>
                <a:gd name="connsiteY1" fmla="*/ 248186 h 248186"/>
                <a:gd name="connsiteX2" fmla="*/ 229815 w 1668566"/>
                <a:gd name="connsiteY2" fmla="*/ 194032 h 248186"/>
                <a:gd name="connsiteX3" fmla="*/ 1522580 w 1668566"/>
                <a:gd name="connsiteY3" fmla="*/ 192497 h 248186"/>
                <a:gd name="connsiteX4" fmla="*/ 1375895 w 1668566"/>
                <a:gd name="connsiteY4" fmla="*/ 219 h 248186"/>
                <a:gd name="connsiteX5" fmla="*/ 1433934 w 1668566"/>
                <a:gd name="connsiteY5" fmla="*/ 219 h 248186"/>
                <a:gd name="connsiteX6" fmla="*/ 1454190 w 1668566"/>
                <a:gd name="connsiteY6" fmla="*/ 12347 h 248186"/>
                <a:gd name="connsiteX7" fmla="*/ 1518706 w 1668566"/>
                <a:gd name="connsiteY7" fmla="*/ 105057 h 248186"/>
                <a:gd name="connsiteX8" fmla="*/ 1662725 w 1668566"/>
                <a:gd name="connsiteY8" fmla="*/ 242090 h 248186"/>
                <a:gd name="connsiteX9" fmla="*/ 1667931 w 1668566"/>
                <a:gd name="connsiteY9" fmla="*/ 246535 h 248186"/>
                <a:gd name="connsiteX10" fmla="*/ 1668566 w 1668566"/>
                <a:gd name="connsiteY10" fmla="*/ 248186 h 248186"/>
                <a:gd name="connsiteX0" fmla="*/ 1440017 w 1440017"/>
                <a:gd name="connsiteY0" fmla="*/ 248186 h 248186"/>
                <a:gd name="connsiteX1" fmla="*/ 62 w 1440017"/>
                <a:gd name="connsiteY1" fmla="*/ 248186 h 248186"/>
                <a:gd name="connsiteX2" fmla="*/ 1266 w 1440017"/>
                <a:gd name="connsiteY2" fmla="*/ 194032 h 248186"/>
                <a:gd name="connsiteX3" fmla="*/ 1294031 w 1440017"/>
                <a:gd name="connsiteY3" fmla="*/ 192497 h 248186"/>
                <a:gd name="connsiteX4" fmla="*/ 1147346 w 1440017"/>
                <a:gd name="connsiteY4" fmla="*/ 219 h 248186"/>
                <a:gd name="connsiteX5" fmla="*/ 1205385 w 1440017"/>
                <a:gd name="connsiteY5" fmla="*/ 219 h 248186"/>
                <a:gd name="connsiteX6" fmla="*/ 1225641 w 1440017"/>
                <a:gd name="connsiteY6" fmla="*/ 12347 h 248186"/>
                <a:gd name="connsiteX7" fmla="*/ 1290157 w 1440017"/>
                <a:gd name="connsiteY7" fmla="*/ 105057 h 248186"/>
                <a:gd name="connsiteX8" fmla="*/ 1434176 w 1440017"/>
                <a:gd name="connsiteY8" fmla="*/ 242090 h 248186"/>
                <a:gd name="connsiteX9" fmla="*/ 1439382 w 1440017"/>
                <a:gd name="connsiteY9" fmla="*/ 246535 h 248186"/>
                <a:gd name="connsiteX10" fmla="*/ 1440017 w 1440017"/>
                <a:gd name="connsiteY10" fmla="*/ 248186 h 248186"/>
                <a:gd name="connsiteX0" fmla="*/ 1439987 w 1439987"/>
                <a:gd name="connsiteY0" fmla="*/ 248186 h 248186"/>
                <a:gd name="connsiteX1" fmla="*/ 32 w 1439987"/>
                <a:gd name="connsiteY1" fmla="*/ 248186 h 248186"/>
                <a:gd name="connsiteX2" fmla="*/ 3538 w 1439987"/>
                <a:gd name="connsiteY2" fmla="*/ 192881 h 248186"/>
                <a:gd name="connsiteX3" fmla="*/ 1294001 w 1439987"/>
                <a:gd name="connsiteY3" fmla="*/ 192497 h 248186"/>
                <a:gd name="connsiteX4" fmla="*/ 1147316 w 1439987"/>
                <a:gd name="connsiteY4" fmla="*/ 219 h 248186"/>
                <a:gd name="connsiteX5" fmla="*/ 1205355 w 1439987"/>
                <a:gd name="connsiteY5" fmla="*/ 219 h 248186"/>
                <a:gd name="connsiteX6" fmla="*/ 1225611 w 1439987"/>
                <a:gd name="connsiteY6" fmla="*/ 12347 h 248186"/>
                <a:gd name="connsiteX7" fmla="*/ 1290127 w 1439987"/>
                <a:gd name="connsiteY7" fmla="*/ 105057 h 248186"/>
                <a:gd name="connsiteX8" fmla="*/ 1434146 w 1439987"/>
                <a:gd name="connsiteY8" fmla="*/ 242090 h 248186"/>
                <a:gd name="connsiteX9" fmla="*/ 1439352 w 1439987"/>
                <a:gd name="connsiteY9" fmla="*/ 246535 h 248186"/>
                <a:gd name="connsiteX10" fmla="*/ 1439987 w 1439987"/>
                <a:gd name="connsiteY10" fmla="*/ 248186 h 248186"/>
                <a:gd name="connsiteX0" fmla="*/ 1436625 w 1436625"/>
                <a:gd name="connsiteY0" fmla="*/ 248186 h 248186"/>
                <a:gd name="connsiteX1" fmla="*/ 122 w 1436625"/>
                <a:gd name="connsiteY1" fmla="*/ 248186 h 248186"/>
                <a:gd name="connsiteX2" fmla="*/ 176 w 1436625"/>
                <a:gd name="connsiteY2" fmla="*/ 192881 h 248186"/>
                <a:gd name="connsiteX3" fmla="*/ 1290639 w 1436625"/>
                <a:gd name="connsiteY3" fmla="*/ 192497 h 248186"/>
                <a:gd name="connsiteX4" fmla="*/ 1143954 w 1436625"/>
                <a:gd name="connsiteY4" fmla="*/ 219 h 248186"/>
                <a:gd name="connsiteX5" fmla="*/ 1201993 w 1436625"/>
                <a:gd name="connsiteY5" fmla="*/ 219 h 248186"/>
                <a:gd name="connsiteX6" fmla="*/ 1222249 w 1436625"/>
                <a:gd name="connsiteY6" fmla="*/ 12347 h 248186"/>
                <a:gd name="connsiteX7" fmla="*/ 1286765 w 1436625"/>
                <a:gd name="connsiteY7" fmla="*/ 105057 h 248186"/>
                <a:gd name="connsiteX8" fmla="*/ 1430784 w 1436625"/>
                <a:gd name="connsiteY8" fmla="*/ 242090 h 248186"/>
                <a:gd name="connsiteX9" fmla="*/ 1435990 w 1436625"/>
                <a:gd name="connsiteY9" fmla="*/ 246535 h 248186"/>
                <a:gd name="connsiteX10" fmla="*/ 1436625 w 1436625"/>
                <a:gd name="connsiteY10" fmla="*/ 248186 h 248186"/>
                <a:gd name="connsiteX0" fmla="*/ 1436553 w 1436553"/>
                <a:gd name="connsiteY0" fmla="*/ 248186 h 248186"/>
                <a:gd name="connsiteX1" fmla="*/ 50 w 1436553"/>
                <a:gd name="connsiteY1" fmla="*/ 248186 h 248186"/>
                <a:gd name="connsiteX2" fmla="*/ 1830 w 1436553"/>
                <a:gd name="connsiteY2" fmla="*/ 192881 h 248186"/>
                <a:gd name="connsiteX3" fmla="*/ 1290567 w 1436553"/>
                <a:gd name="connsiteY3" fmla="*/ 192497 h 248186"/>
                <a:gd name="connsiteX4" fmla="*/ 1143882 w 1436553"/>
                <a:gd name="connsiteY4" fmla="*/ 219 h 248186"/>
                <a:gd name="connsiteX5" fmla="*/ 1201921 w 1436553"/>
                <a:gd name="connsiteY5" fmla="*/ 219 h 248186"/>
                <a:gd name="connsiteX6" fmla="*/ 1222177 w 1436553"/>
                <a:gd name="connsiteY6" fmla="*/ 12347 h 248186"/>
                <a:gd name="connsiteX7" fmla="*/ 1286693 w 1436553"/>
                <a:gd name="connsiteY7" fmla="*/ 105057 h 248186"/>
                <a:gd name="connsiteX8" fmla="*/ 1430712 w 1436553"/>
                <a:gd name="connsiteY8" fmla="*/ 242090 h 248186"/>
                <a:gd name="connsiteX9" fmla="*/ 1435918 w 1436553"/>
                <a:gd name="connsiteY9" fmla="*/ 246535 h 248186"/>
                <a:gd name="connsiteX10" fmla="*/ 1436553 w 1436553"/>
                <a:gd name="connsiteY10" fmla="*/ 248186 h 248186"/>
                <a:gd name="connsiteX0" fmla="*/ 1434899 w 1434899"/>
                <a:gd name="connsiteY0" fmla="*/ 248186 h 248186"/>
                <a:gd name="connsiteX1" fmla="*/ 122 w 1434899"/>
                <a:gd name="connsiteY1" fmla="*/ 248186 h 248186"/>
                <a:gd name="connsiteX2" fmla="*/ 176 w 1434899"/>
                <a:gd name="connsiteY2" fmla="*/ 192881 h 248186"/>
                <a:gd name="connsiteX3" fmla="*/ 1288913 w 1434899"/>
                <a:gd name="connsiteY3" fmla="*/ 192497 h 248186"/>
                <a:gd name="connsiteX4" fmla="*/ 1142228 w 1434899"/>
                <a:gd name="connsiteY4" fmla="*/ 219 h 248186"/>
                <a:gd name="connsiteX5" fmla="*/ 1200267 w 1434899"/>
                <a:gd name="connsiteY5" fmla="*/ 219 h 248186"/>
                <a:gd name="connsiteX6" fmla="*/ 1220523 w 1434899"/>
                <a:gd name="connsiteY6" fmla="*/ 12347 h 248186"/>
                <a:gd name="connsiteX7" fmla="*/ 1285039 w 1434899"/>
                <a:gd name="connsiteY7" fmla="*/ 105057 h 248186"/>
                <a:gd name="connsiteX8" fmla="*/ 1429058 w 1434899"/>
                <a:gd name="connsiteY8" fmla="*/ 242090 h 248186"/>
                <a:gd name="connsiteX9" fmla="*/ 1434264 w 1434899"/>
                <a:gd name="connsiteY9" fmla="*/ 246535 h 248186"/>
                <a:gd name="connsiteX10" fmla="*/ 1434899 w 1434899"/>
                <a:gd name="connsiteY10" fmla="*/ 248186 h 248186"/>
                <a:gd name="connsiteX0" fmla="*/ 1434899 w 1434899"/>
                <a:gd name="connsiteY0" fmla="*/ 248186 h 248186"/>
                <a:gd name="connsiteX1" fmla="*/ 122 w 1434899"/>
                <a:gd name="connsiteY1" fmla="*/ 248186 h 248186"/>
                <a:gd name="connsiteX2" fmla="*/ 176 w 1434899"/>
                <a:gd name="connsiteY2" fmla="*/ 192881 h 248186"/>
                <a:gd name="connsiteX3" fmla="*/ 1288913 w 1434899"/>
                <a:gd name="connsiteY3" fmla="*/ 192497 h 248186"/>
                <a:gd name="connsiteX4" fmla="*/ 1142228 w 1434899"/>
                <a:gd name="connsiteY4" fmla="*/ 219 h 248186"/>
                <a:gd name="connsiteX5" fmla="*/ 1200267 w 1434899"/>
                <a:gd name="connsiteY5" fmla="*/ 219 h 248186"/>
                <a:gd name="connsiteX6" fmla="*/ 1220523 w 1434899"/>
                <a:gd name="connsiteY6" fmla="*/ 12347 h 248186"/>
                <a:gd name="connsiteX7" fmla="*/ 1285039 w 1434899"/>
                <a:gd name="connsiteY7" fmla="*/ 105057 h 248186"/>
                <a:gd name="connsiteX8" fmla="*/ 1429058 w 1434899"/>
                <a:gd name="connsiteY8" fmla="*/ 242090 h 248186"/>
                <a:gd name="connsiteX9" fmla="*/ 1434264 w 1434899"/>
                <a:gd name="connsiteY9" fmla="*/ 246535 h 248186"/>
                <a:gd name="connsiteX10" fmla="*/ 1434899 w 1434899"/>
                <a:gd name="connsiteY10" fmla="*/ 248186 h 248186"/>
                <a:gd name="connsiteX0" fmla="*/ 1434899 w 1434899"/>
                <a:gd name="connsiteY0" fmla="*/ 248186 h 248186"/>
                <a:gd name="connsiteX1" fmla="*/ 122 w 1434899"/>
                <a:gd name="connsiteY1" fmla="*/ 248186 h 248186"/>
                <a:gd name="connsiteX2" fmla="*/ 176 w 1434899"/>
                <a:gd name="connsiteY2" fmla="*/ 192881 h 248186"/>
                <a:gd name="connsiteX3" fmla="*/ 1288913 w 1434899"/>
                <a:gd name="connsiteY3" fmla="*/ 192497 h 248186"/>
                <a:gd name="connsiteX4" fmla="*/ 1142228 w 1434899"/>
                <a:gd name="connsiteY4" fmla="*/ 219 h 248186"/>
                <a:gd name="connsiteX5" fmla="*/ 1200267 w 1434899"/>
                <a:gd name="connsiteY5" fmla="*/ 219 h 248186"/>
                <a:gd name="connsiteX6" fmla="*/ 1220523 w 1434899"/>
                <a:gd name="connsiteY6" fmla="*/ 12347 h 248186"/>
                <a:gd name="connsiteX7" fmla="*/ 1285039 w 1434899"/>
                <a:gd name="connsiteY7" fmla="*/ 105057 h 248186"/>
                <a:gd name="connsiteX8" fmla="*/ 1429058 w 1434899"/>
                <a:gd name="connsiteY8" fmla="*/ 242090 h 248186"/>
                <a:gd name="connsiteX9" fmla="*/ 1434264 w 1434899"/>
                <a:gd name="connsiteY9" fmla="*/ 246535 h 248186"/>
                <a:gd name="connsiteX10" fmla="*/ 1434899 w 1434899"/>
                <a:gd name="connsiteY10" fmla="*/ 248186 h 2481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434899" h="248186">
                  <a:moveTo>
                    <a:pt x="1434899" y="248186"/>
                  </a:moveTo>
                  <a:lnTo>
                    <a:pt x="122" y="248186"/>
                  </a:lnTo>
                  <a:cubicBezTo>
                    <a:pt x="-319" y="229623"/>
                    <a:pt x="617" y="211444"/>
                    <a:pt x="176" y="192881"/>
                  </a:cubicBezTo>
                  <a:lnTo>
                    <a:pt x="1288913" y="192497"/>
                  </a:lnTo>
                  <a:cubicBezTo>
                    <a:pt x="1231064" y="134140"/>
                    <a:pt x="1177788" y="74768"/>
                    <a:pt x="1142228" y="219"/>
                  </a:cubicBezTo>
                  <a:cubicBezTo>
                    <a:pt x="1162611" y="219"/>
                    <a:pt x="1181471" y="854"/>
                    <a:pt x="1200267" y="219"/>
                  </a:cubicBezTo>
                  <a:cubicBezTo>
                    <a:pt x="1209059" y="-1141"/>
                    <a:pt x="1217571" y="3956"/>
                    <a:pt x="1220523" y="12347"/>
                  </a:cubicBezTo>
                  <a:cubicBezTo>
                    <a:pt x="1238085" y="45816"/>
                    <a:pt x="1259758" y="76961"/>
                    <a:pt x="1285039" y="105057"/>
                  </a:cubicBezTo>
                  <a:cubicBezTo>
                    <a:pt x="1328667" y="155126"/>
                    <a:pt x="1376883" y="201004"/>
                    <a:pt x="1429058" y="242090"/>
                  </a:cubicBezTo>
                  <a:cubicBezTo>
                    <a:pt x="1430836" y="243551"/>
                    <a:pt x="1432613" y="245011"/>
                    <a:pt x="1434264" y="246535"/>
                  </a:cubicBezTo>
                  <a:cubicBezTo>
                    <a:pt x="1434582" y="246599"/>
                    <a:pt x="1434582" y="247170"/>
                    <a:pt x="1434899" y="248186"/>
                  </a:cubicBezTo>
                  <a:close/>
                </a:path>
              </a:pathLst>
            </a:custGeom>
            <a:grpFill/>
            <a:ln w="6350" cap="flat">
              <a:noFill/>
              <a:prstDash val="solid"/>
              <a:miter/>
            </a:ln>
          </p:spPr>
          <p:txBody>
            <a:bodyPr rtlCol="0" anchor="ctr"/>
            <a:lstStyle/>
            <a:p>
              <a:endParaRPr lang="en-GB"/>
            </a:p>
          </p:txBody>
        </p:sp>
        <p:sp>
          <p:nvSpPr>
            <p:cNvPr id="26" name="Freeform 25">
              <a:extLst>
                <a:ext uri="{FF2B5EF4-FFF2-40B4-BE49-F238E27FC236}">
                  <a16:creationId xmlns:a16="http://schemas.microsoft.com/office/drawing/2014/main" id="{17BA7C41-EA1C-2F4D-90C7-EC472AB85B8A}"/>
                </a:ext>
              </a:extLst>
            </p:cNvPr>
            <p:cNvSpPr/>
            <p:nvPr userDrawn="1"/>
          </p:nvSpPr>
          <p:spPr>
            <a:xfrm>
              <a:off x="5439970" y="3509181"/>
              <a:ext cx="1576843" cy="2417447"/>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grpFill/>
            <a:ln w="6350" cap="flat">
              <a:noFill/>
              <a:prstDash val="solid"/>
              <a:miter/>
            </a:ln>
          </p:spPr>
          <p:txBody>
            <a:bodyPr rtlCol="0" anchor="ctr"/>
            <a:lstStyle/>
            <a:p>
              <a:endParaRPr lang="en-GB"/>
            </a:p>
          </p:txBody>
        </p:sp>
        <p:sp>
          <p:nvSpPr>
            <p:cNvPr id="27" name="Freeform 26">
              <a:extLst>
                <a:ext uri="{FF2B5EF4-FFF2-40B4-BE49-F238E27FC236}">
                  <a16:creationId xmlns:a16="http://schemas.microsoft.com/office/drawing/2014/main" id="{2F450B4C-241D-A544-BBEF-175E01D6A139}"/>
                </a:ext>
              </a:extLst>
            </p:cNvPr>
            <p:cNvSpPr/>
            <p:nvPr userDrawn="1"/>
          </p:nvSpPr>
          <p:spPr>
            <a:xfrm flipV="1">
              <a:off x="683" y="4907035"/>
              <a:ext cx="5938619" cy="1027006"/>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670881 w 1670881"/>
                <a:gd name="connsiteY0" fmla="*/ 248186 h 248186"/>
                <a:gd name="connsiteX1" fmla="*/ 921010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70881 w 1670881"/>
                <a:gd name="connsiteY0" fmla="*/ 248186 h 248186"/>
                <a:gd name="connsiteX1" fmla="*/ 1324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69638 w 1669638"/>
                <a:gd name="connsiteY0" fmla="*/ 248186 h 248186"/>
                <a:gd name="connsiteX1" fmla="*/ 81 w 1669638"/>
                <a:gd name="connsiteY1" fmla="*/ 248186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7193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9638 w 1669638"/>
                <a:gd name="connsiteY0" fmla="*/ 248186 h 248186"/>
                <a:gd name="connsiteX1" fmla="*/ 80 w 1669638"/>
                <a:gd name="connsiteY1" fmla="*/ 247193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8566 w 1668566"/>
                <a:gd name="connsiteY0" fmla="*/ 248186 h 248186"/>
                <a:gd name="connsiteX1" fmla="*/ 1 w 1668566"/>
                <a:gd name="connsiteY1" fmla="*/ 248186 h 248186"/>
                <a:gd name="connsiteX2" fmla="*/ 229815 w 1668566"/>
                <a:gd name="connsiteY2" fmla="*/ 194032 h 248186"/>
                <a:gd name="connsiteX3" fmla="*/ 1522580 w 1668566"/>
                <a:gd name="connsiteY3" fmla="*/ 192497 h 248186"/>
                <a:gd name="connsiteX4" fmla="*/ 1375895 w 1668566"/>
                <a:gd name="connsiteY4" fmla="*/ 219 h 248186"/>
                <a:gd name="connsiteX5" fmla="*/ 1433934 w 1668566"/>
                <a:gd name="connsiteY5" fmla="*/ 219 h 248186"/>
                <a:gd name="connsiteX6" fmla="*/ 1454190 w 1668566"/>
                <a:gd name="connsiteY6" fmla="*/ 12347 h 248186"/>
                <a:gd name="connsiteX7" fmla="*/ 1518706 w 1668566"/>
                <a:gd name="connsiteY7" fmla="*/ 105057 h 248186"/>
                <a:gd name="connsiteX8" fmla="*/ 1662725 w 1668566"/>
                <a:gd name="connsiteY8" fmla="*/ 242090 h 248186"/>
                <a:gd name="connsiteX9" fmla="*/ 1667931 w 1668566"/>
                <a:gd name="connsiteY9" fmla="*/ 246535 h 248186"/>
                <a:gd name="connsiteX10" fmla="*/ 1668566 w 1668566"/>
                <a:gd name="connsiteY10" fmla="*/ 248186 h 248186"/>
                <a:gd name="connsiteX0" fmla="*/ 1440017 w 1440017"/>
                <a:gd name="connsiteY0" fmla="*/ 248186 h 248186"/>
                <a:gd name="connsiteX1" fmla="*/ 62 w 1440017"/>
                <a:gd name="connsiteY1" fmla="*/ 248186 h 248186"/>
                <a:gd name="connsiteX2" fmla="*/ 1266 w 1440017"/>
                <a:gd name="connsiteY2" fmla="*/ 194032 h 248186"/>
                <a:gd name="connsiteX3" fmla="*/ 1294031 w 1440017"/>
                <a:gd name="connsiteY3" fmla="*/ 192497 h 248186"/>
                <a:gd name="connsiteX4" fmla="*/ 1147346 w 1440017"/>
                <a:gd name="connsiteY4" fmla="*/ 219 h 248186"/>
                <a:gd name="connsiteX5" fmla="*/ 1205385 w 1440017"/>
                <a:gd name="connsiteY5" fmla="*/ 219 h 248186"/>
                <a:gd name="connsiteX6" fmla="*/ 1225641 w 1440017"/>
                <a:gd name="connsiteY6" fmla="*/ 12347 h 248186"/>
                <a:gd name="connsiteX7" fmla="*/ 1290157 w 1440017"/>
                <a:gd name="connsiteY7" fmla="*/ 105057 h 248186"/>
                <a:gd name="connsiteX8" fmla="*/ 1434176 w 1440017"/>
                <a:gd name="connsiteY8" fmla="*/ 242090 h 248186"/>
                <a:gd name="connsiteX9" fmla="*/ 1439382 w 1440017"/>
                <a:gd name="connsiteY9" fmla="*/ 246535 h 248186"/>
                <a:gd name="connsiteX10" fmla="*/ 1440017 w 1440017"/>
                <a:gd name="connsiteY10" fmla="*/ 248186 h 248186"/>
                <a:gd name="connsiteX0" fmla="*/ 1439987 w 1439987"/>
                <a:gd name="connsiteY0" fmla="*/ 248186 h 248186"/>
                <a:gd name="connsiteX1" fmla="*/ 32 w 1439987"/>
                <a:gd name="connsiteY1" fmla="*/ 248186 h 248186"/>
                <a:gd name="connsiteX2" fmla="*/ 3538 w 1439987"/>
                <a:gd name="connsiteY2" fmla="*/ 192881 h 248186"/>
                <a:gd name="connsiteX3" fmla="*/ 1294001 w 1439987"/>
                <a:gd name="connsiteY3" fmla="*/ 192497 h 248186"/>
                <a:gd name="connsiteX4" fmla="*/ 1147316 w 1439987"/>
                <a:gd name="connsiteY4" fmla="*/ 219 h 248186"/>
                <a:gd name="connsiteX5" fmla="*/ 1205355 w 1439987"/>
                <a:gd name="connsiteY5" fmla="*/ 219 h 248186"/>
                <a:gd name="connsiteX6" fmla="*/ 1225611 w 1439987"/>
                <a:gd name="connsiteY6" fmla="*/ 12347 h 248186"/>
                <a:gd name="connsiteX7" fmla="*/ 1290127 w 1439987"/>
                <a:gd name="connsiteY7" fmla="*/ 105057 h 248186"/>
                <a:gd name="connsiteX8" fmla="*/ 1434146 w 1439987"/>
                <a:gd name="connsiteY8" fmla="*/ 242090 h 248186"/>
                <a:gd name="connsiteX9" fmla="*/ 1439352 w 1439987"/>
                <a:gd name="connsiteY9" fmla="*/ 246535 h 248186"/>
                <a:gd name="connsiteX10" fmla="*/ 1439987 w 1439987"/>
                <a:gd name="connsiteY10" fmla="*/ 248186 h 248186"/>
                <a:gd name="connsiteX0" fmla="*/ 1436625 w 1436625"/>
                <a:gd name="connsiteY0" fmla="*/ 248186 h 248186"/>
                <a:gd name="connsiteX1" fmla="*/ 122 w 1436625"/>
                <a:gd name="connsiteY1" fmla="*/ 248186 h 248186"/>
                <a:gd name="connsiteX2" fmla="*/ 176 w 1436625"/>
                <a:gd name="connsiteY2" fmla="*/ 192881 h 248186"/>
                <a:gd name="connsiteX3" fmla="*/ 1290639 w 1436625"/>
                <a:gd name="connsiteY3" fmla="*/ 192497 h 248186"/>
                <a:gd name="connsiteX4" fmla="*/ 1143954 w 1436625"/>
                <a:gd name="connsiteY4" fmla="*/ 219 h 248186"/>
                <a:gd name="connsiteX5" fmla="*/ 1201993 w 1436625"/>
                <a:gd name="connsiteY5" fmla="*/ 219 h 248186"/>
                <a:gd name="connsiteX6" fmla="*/ 1222249 w 1436625"/>
                <a:gd name="connsiteY6" fmla="*/ 12347 h 248186"/>
                <a:gd name="connsiteX7" fmla="*/ 1286765 w 1436625"/>
                <a:gd name="connsiteY7" fmla="*/ 105057 h 248186"/>
                <a:gd name="connsiteX8" fmla="*/ 1430784 w 1436625"/>
                <a:gd name="connsiteY8" fmla="*/ 242090 h 248186"/>
                <a:gd name="connsiteX9" fmla="*/ 1435990 w 1436625"/>
                <a:gd name="connsiteY9" fmla="*/ 246535 h 248186"/>
                <a:gd name="connsiteX10" fmla="*/ 1436625 w 1436625"/>
                <a:gd name="connsiteY10" fmla="*/ 248186 h 248186"/>
                <a:gd name="connsiteX0" fmla="*/ 1436553 w 1436553"/>
                <a:gd name="connsiteY0" fmla="*/ 248186 h 248186"/>
                <a:gd name="connsiteX1" fmla="*/ 50 w 1436553"/>
                <a:gd name="connsiteY1" fmla="*/ 248186 h 248186"/>
                <a:gd name="connsiteX2" fmla="*/ 1830 w 1436553"/>
                <a:gd name="connsiteY2" fmla="*/ 192881 h 248186"/>
                <a:gd name="connsiteX3" fmla="*/ 1290567 w 1436553"/>
                <a:gd name="connsiteY3" fmla="*/ 192497 h 248186"/>
                <a:gd name="connsiteX4" fmla="*/ 1143882 w 1436553"/>
                <a:gd name="connsiteY4" fmla="*/ 219 h 248186"/>
                <a:gd name="connsiteX5" fmla="*/ 1201921 w 1436553"/>
                <a:gd name="connsiteY5" fmla="*/ 219 h 248186"/>
                <a:gd name="connsiteX6" fmla="*/ 1222177 w 1436553"/>
                <a:gd name="connsiteY6" fmla="*/ 12347 h 248186"/>
                <a:gd name="connsiteX7" fmla="*/ 1286693 w 1436553"/>
                <a:gd name="connsiteY7" fmla="*/ 105057 h 248186"/>
                <a:gd name="connsiteX8" fmla="*/ 1430712 w 1436553"/>
                <a:gd name="connsiteY8" fmla="*/ 242090 h 248186"/>
                <a:gd name="connsiteX9" fmla="*/ 1435918 w 1436553"/>
                <a:gd name="connsiteY9" fmla="*/ 246535 h 248186"/>
                <a:gd name="connsiteX10" fmla="*/ 1436553 w 1436553"/>
                <a:gd name="connsiteY10" fmla="*/ 248186 h 248186"/>
                <a:gd name="connsiteX0" fmla="*/ 1434899 w 1434899"/>
                <a:gd name="connsiteY0" fmla="*/ 248186 h 248186"/>
                <a:gd name="connsiteX1" fmla="*/ 122 w 1434899"/>
                <a:gd name="connsiteY1" fmla="*/ 248186 h 248186"/>
                <a:gd name="connsiteX2" fmla="*/ 176 w 1434899"/>
                <a:gd name="connsiteY2" fmla="*/ 192881 h 248186"/>
                <a:gd name="connsiteX3" fmla="*/ 1288913 w 1434899"/>
                <a:gd name="connsiteY3" fmla="*/ 192497 h 248186"/>
                <a:gd name="connsiteX4" fmla="*/ 1142228 w 1434899"/>
                <a:gd name="connsiteY4" fmla="*/ 219 h 248186"/>
                <a:gd name="connsiteX5" fmla="*/ 1200267 w 1434899"/>
                <a:gd name="connsiteY5" fmla="*/ 219 h 248186"/>
                <a:gd name="connsiteX6" fmla="*/ 1220523 w 1434899"/>
                <a:gd name="connsiteY6" fmla="*/ 12347 h 248186"/>
                <a:gd name="connsiteX7" fmla="*/ 1285039 w 1434899"/>
                <a:gd name="connsiteY7" fmla="*/ 105057 h 248186"/>
                <a:gd name="connsiteX8" fmla="*/ 1429058 w 1434899"/>
                <a:gd name="connsiteY8" fmla="*/ 242090 h 248186"/>
                <a:gd name="connsiteX9" fmla="*/ 1434264 w 1434899"/>
                <a:gd name="connsiteY9" fmla="*/ 246535 h 248186"/>
                <a:gd name="connsiteX10" fmla="*/ 1434899 w 1434899"/>
                <a:gd name="connsiteY10" fmla="*/ 248186 h 248186"/>
                <a:gd name="connsiteX0" fmla="*/ 1434899 w 1434899"/>
                <a:gd name="connsiteY0" fmla="*/ 248186 h 248186"/>
                <a:gd name="connsiteX1" fmla="*/ 122 w 1434899"/>
                <a:gd name="connsiteY1" fmla="*/ 248186 h 248186"/>
                <a:gd name="connsiteX2" fmla="*/ 176 w 1434899"/>
                <a:gd name="connsiteY2" fmla="*/ 192881 h 248186"/>
                <a:gd name="connsiteX3" fmla="*/ 1288913 w 1434899"/>
                <a:gd name="connsiteY3" fmla="*/ 192497 h 248186"/>
                <a:gd name="connsiteX4" fmla="*/ 1142228 w 1434899"/>
                <a:gd name="connsiteY4" fmla="*/ 219 h 248186"/>
                <a:gd name="connsiteX5" fmla="*/ 1200267 w 1434899"/>
                <a:gd name="connsiteY5" fmla="*/ 219 h 248186"/>
                <a:gd name="connsiteX6" fmla="*/ 1220523 w 1434899"/>
                <a:gd name="connsiteY6" fmla="*/ 12347 h 248186"/>
                <a:gd name="connsiteX7" fmla="*/ 1285039 w 1434899"/>
                <a:gd name="connsiteY7" fmla="*/ 105057 h 248186"/>
                <a:gd name="connsiteX8" fmla="*/ 1429058 w 1434899"/>
                <a:gd name="connsiteY8" fmla="*/ 242090 h 248186"/>
                <a:gd name="connsiteX9" fmla="*/ 1434264 w 1434899"/>
                <a:gd name="connsiteY9" fmla="*/ 246535 h 248186"/>
                <a:gd name="connsiteX10" fmla="*/ 1434899 w 1434899"/>
                <a:gd name="connsiteY10" fmla="*/ 248186 h 248186"/>
                <a:gd name="connsiteX0" fmla="*/ 1434899 w 1434899"/>
                <a:gd name="connsiteY0" fmla="*/ 248186 h 248186"/>
                <a:gd name="connsiteX1" fmla="*/ 122 w 1434899"/>
                <a:gd name="connsiteY1" fmla="*/ 248186 h 248186"/>
                <a:gd name="connsiteX2" fmla="*/ 176 w 1434899"/>
                <a:gd name="connsiteY2" fmla="*/ 192881 h 248186"/>
                <a:gd name="connsiteX3" fmla="*/ 1288913 w 1434899"/>
                <a:gd name="connsiteY3" fmla="*/ 192497 h 248186"/>
                <a:gd name="connsiteX4" fmla="*/ 1142228 w 1434899"/>
                <a:gd name="connsiteY4" fmla="*/ 219 h 248186"/>
                <a:gd name="connsiteX5" fmla="*/ 1200267 w 1434899"/>
                <a:gd name="connsiteY5" fmla="*/ 219 h 248186"/>
                <a:gd name="connsiteX6" fmla="*/ 1220523 w 1434899"/>
                <a:gd name="connsiteY6" fmla="*/ 12347 h 248186"/>
                <a:gd name="connsiteX7" fmla="*/ 1285039 w 1434899"/>
                <a:gd name="connsiteY7" fmla="*/ 105057 h 248186"/>
                <a:gd name="connsiteX8" fmla="*/ 1429058 w 1434899"/>
                <a:gd name="connsiteY8" fmla="*/ 242090 h 248186"/>
                <a:gd name="connsiteX9" fmla="*/ 1434264 w 1434899"/>
                <a:gd name="connsiteY9" fmla="*/ 246535 h 248186"/>
                <a:gd name="connsiteX10" fmla="*/ 1434899 w 1434899"/>
                <a:gd name="connsiteY10" fmla="*/ 248186 h 2481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434899" h="248186">
                  <a:moveTo>
                    <a:pt x="1434899" y="248186"/>
                  </a:moveTo>
                  <a:lnTo>
                    <a:pt x="122" y="248186"/>
                  </a:lnTo>
                  <a:cubicBezTo>
                    <a:pt x="-319" y="229623"/>
                    <a:pt x="617" y="211444"/>
                    <a:pt x="176" y="192881"/>
                  </a:cubicBezTo>
                  <a:lnTo>
                    <a:pt x="1288913" y="192497"/>
                  </a:lnTo>
                  <a:cubicBezTo>
                    <a:pt x="1231064" y="134140"/>
                    <a:pt x="1177788" y="74768"/>
                    <a:pt x="1142228" y="219"/>
                  </a:cubicBezTo>
                  <a:cubicBezTo>
                    <a:pt x="1162611" y="219"/>
                    <a:pt x="1181471" y="854"/>
                    <a:pt x="1200267" y="219"/>
                  </a:cubicBezTo>
                  <a:cubicBezTo>
                    <a:pt x="1209059" y="-1141"/>
                    <a:pt x="1217571" y="3956"/>
                    <a:pt x="1220523" y="12347"/>
                  </a:cubicBezTo>
                  <a:cubicBezTo>
                    <a:pt x="1238085" y="45816"/>
                    <a:pt x="1259758" y="76961"/>
                    <a:pt x="1285039" y="105057"/>
                  </a:cubicBezTo>
                  <a:cubicBezTo>
                    <a:pt x="1328667" y="155126"/>
                    <a:pt x="1376883" y="201004"/>
                    <a:pt x="1429058" y="242090"/>
                  </a:cubicBezTo>
                  <a:cubicBezTo>
                    <a:pt x="1430836" y="243551"/>
                    <a:pt x="1432613" y="245011"/>
                    <a:pt x="1434264" y="246535"/>
                  </a:cubicBezTo>
                  <a:cubicBezTo>
                    <a:pt x="1434582" y="246599"/>
                    <a:pt x="1434582" y="247170"/>
                    <a:pt x="1434899" y="248186"/>
                  </a:cubicBezTo>
                  <a:close/>
                </a:path>
              </a:pathLst>
            </a:custGeom>
            <a:grpFill/>
            <a:ln w="6350" cap="flat">
              <a:noFill/>
              <a:prstDash val="solid"/>
              <a:miter/>
            </a:ln>
          </p:spPr>
          <p:txBody>
            <a:bodyPr rtlCol="0" anchor="ctr"/>
            <a:lstStyle/>
            <a:p>
              <a:endParaRPr lang="en-GB"/>
            </a:p>
          </p:txBody>
        </p:sp>
      </p:grpSp>
    </p:spTree>
    <p:extLst>
      <p:ext uri="{BB962C8B-B14F-4D97-AF65-F5344CB8AC3E}">
        <p14:creationId xmlns:p14="http://schemas.microsoft.com/office/powerpoint/2010/main" val="1887849664"/>
      </p:ext>
    </p:extLst>
  </p:cSld>
  <p:clrMapOvr>
    <a:masterClrMapping/>
  </p:clrMapOvr>
  <p:extLst>
    <p:ext uri="{DCECCB84-F9BA-43D5-87BE-67443E8EF086}">
      <p15:sldGuideLst xmlns:p15="http://schemas.microsoft.com/office/powerpoint/2012/main">
        <p15:guide id="1" orient="horz" pos="3634">
          <p15:clr>
            <a:srgbClr val="FBAE40"/>
          </p15:clr>
        </p15:guide>
      </p15:sldGuideLst>
    </p:ext>
  </p:extLst>
</p:sldLayout>
</file>

<file path=ppt/slideLayouts/slideLayout35.xml><?xml version="1.0" encoding="utf-8"?>
<p:sldLayout xmlns:a="http://schemas.openxmlformats.org/drawingml/2006/main" xmlns:r="http://schemas.openxmlformats.org/officeDocument/2006/relationships" xmlns:p="http://schemas.openxmlformats.org/presentationml/2006/main" userDrawn="1">
  <p:cSld name="QA Template_Main Slide">
    <p:spTree>
      <p:nvGrpSpPr>
        <p:cNvPr id="1" name=""/>
        <p:cNvGrpSpPr/>
        <p:nvPr/>
      </p:nvGrpSpPr>
      <p:grpSpPr>
        <a:xfrm>
          <a:off x="0" y="0"/>
          <a:ext cx="0" cy="0"/>
          <a:chOff x="0" y="0"/>
          <a:chExt cx="0" cy="0"/>
        </a:xfrm>
      </p:grpSpPr>
      <p:sp>
        <p:nvSpPr>
          <p:cNvPr id="11" name="Text Placeholder 10"/>
          <p:cNvSpPr>
            <a:spLocks noGrp="1"/>
          </p:cNvSpPr>
          <p:nvPr>
            <p:ph type="body" sz="quarter" idx="15"/>
          </p:nvPr>
        </p:nvSpPr>
        <p:spPr>
          <a:xfrm>
            <a:off x="190463" y="928670"/>
            <a:ext cx="11715792" cy="5214974"/>
          </a:xfrm>
        </p:spPr>
        <p:txBody>
          <a:bodyPr/>
          <a:lstStyle>
            <a:lvl1pPr>
              <a:defRPr b="1"/>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5" name="Title 4"/>
          <p:cNvSpPr>
            <a:spLocks noGrp="1"/>
          </p:cNvSpPr>
          <p:nvPr>
            <p:ph type="title"/>
          </p:nvPr>
        </p:nvSpPr>
        <p:spPr>
          <a:xfrm>
            <a:off x="190459" y="357166"/>
            <a:ext cx="11715832" cy="500400"/>
          </a:xfrm>
        </p:spPr>
        <p:txBody>
          <a:bodyPr vert="horz" lIns="91440" tIns="45720" rIns="91440" bIns="45720" rtlCol="0">
            <a:normAutofit/>
          </a:bodyPr>
          <a:lstStyle>
            <a:lvl1pPr>
              <a:defRPr lang="en-GB" sz="2400" b="1" kern="1200" baseline="0" dirty="0" smtClean="0">
                <a:solidFill>
                  <a:srgbClr val="0070C0"/>
                </a:solidFill>
                <a:latin typeface="Arial" pitchFamily="34" charset="0"/>
                <a:ea typeface="+mn-ea"/>
                <a:cs typeface="Arial" pitchFamily="34" charset="0"/>
              </a:defRPr>
            </a:lvl1pPr>
          </a:lstStyle>
          <a:p>
            <a:pPr marL="342900" lvl="0" indent="-342900" algn="l" defTabSz="914400" rtl="0" eaLnBrk="1" latinLnBrk="0" hangingPunct="1">
              <a:spcBef>
                <a:spcPct val="20000"/>
              </a:spcBef>
              <a:buClr>
                <a:schemeClr val="accent1"/>
              </a:buClr>
              <a:buFont typeface="Wingdings" pitchFamily="2" charset="2"/>
              <a:buNone/>
            </a:pPr>
            <a:r>
              <a:rPr lang="en-US"/>
              <a:t>Click to edit Master title style</a:t>
            </a:r>
            <a:endParaRPr lang="en-GB" dirty="0"/>
          </a:p>
        </p:txBody>
      </p:sp>
      <p:sp>
        <p:nvSpPr>
          <p:cNvPr id="6" name="Slide Number Placeholder 5"/>
          <p:cNvSpPr txBox="1">
            <a:spLocks/>
          </p:cNvSpPr>
          <p:nvPr userDrawn="1"/>
        </p:nvSpPr>
        <p:spPr>
          <a:xfrm>
            <a:off x="9061491" y="6492906"/>
            <a:ext cx="2844800" cy="365125"/>
          </a:xfrm>
          <a:prstGeom prst="rect">
            <a:avLst/>
          </a:prstGeom>
        </p:spPr>
        <p:txBody>
          <a:bodyPr vert="horz" lIns="91440" tIns="45720" rIns="91440" bIns="45720" rtlCol="0" anchor="ctr"/>
          <a:lstStyle>
            <a:lvl1pPr algn="r">
              <a:defRPr sz="1000">
                <a:solidFill>
                  <a:schemeClr val="bg1"/>
                </a:solidFill>
                <a:latin typeface="Arial" pitchFamily="34" charset="0"/>
                <a:cs typeface="Arial" pitchFamily="34" charset="0"/>
              </a:defRPr>
            </a:lvl1pPr>
          </a:lstStyle>
          <a:p>
            <a:pPr marL="0" marR="0" lvl="0" indent="0" algn="r" defTabSz="914400" rtl="0" eaLnBrk="1" fontAlgn="base" latinLnBrk="0" hangingPunct="1">
              <a:lnSpc>
                <a:spcPct val="100000"/>
              </a:lnSpc>
              <a:spcBef>
                <a:spcPct val="0"/>
              </a:spcBef>
              <a:spcAft>
                <a:spcPct val="0"/>
              </a:spcAft>
              <a:buClrTx/>
              <a:buSzTx/>
              <a:buFontTx/>
              <a:buNone/>
              <a:tabLst/>
              <a:defRPr/>
            </a:pPr>
            <a:fld id="{518ABFB6-A9C6-4619-9721-3B608E8ED143}" type="slidenum">
              <a:rPr kumimoji="0" lang="en-GB" sz="1000" b="0" i="0" u="none" strike="noStrike" kern="1200" cap="none" spc="0" normalizeH="0" baseline="0" noProof="0" smtClean="0">
                <a:ln>
                  <a:noFill/>
                </a:ln>
                <a:solidFill>
                  <a:srgbClr val="0070C0"/>
                </a:solidFill>
                <a:effectLst/>
                <a:uLnTx/>
                <a:uFillTx/>
                <a:latin typeface="Arial" pitchFamily="34" charset="0"/>
                <a:ea typeface="+mn-ea"/>
                <a:cs typeface="Arial" pitchFamily="34" charset="0"/>
              </a:rPr>
              <a:pPr marL="0" marR="0" lvl="0" indent="0" algn="r" defTabSz="914400" rtl="0" eaLnBrk="1" fontAlgn="base" latinLnBrk="0" hangingPunct="1">
                <a:lnSpc>
                  <a:spcPct val="100000"/>
                </a:lnSpc>
                <a:spcBef>
                  <a:spcPct val="0"/>
                </a:spcBef>
                <a:spcAft>
                  <a:spcPct val="0"/>
                </a:spcAft>
                <a:buClrTx/>
                <a:buSzTx/>
                <a:buFontTx/>
                <a:buNone/>
                <a:tabLst/>
                <a:defRPr/>
              </a:pPr>
              <a:t>‹#›</a:t>
            </a:fld>
            <a:endParaRPr kumimoji="0" lang="en-GB" sz="1000" b="0" i="0" u="none" strike="noStrike" kern="1200" cap="none" spc="0" normalizeH="0" baseline="0" noProof="0" dirty="0">
              <a:ln>
                <a:noFill/>
              </a:ln>
              <a:solidFill>
                <a:srgbClr val="0070C0"/>
              </a:solidFill>
              <a:effectLst/>
              <a:uLnTx/>
              <a:uFillTx/>
              <a:latin typeface="Arial" pitchFamily="34" charset="0"/>
              <a:ea typeface="+mn-ea"/>
              <a:cs typeface="Arial" pitchFamily="34" charset="0"/>
            </a:endParaRPr>
          </a:p>
        </p:txBody>
      </p:sp>
    </p:spTree>
    <p:extLst>
      <p:ext uri="{BB962C8B-B14F-4D97-AF65-F5344CB8AC3E}">
        <p14:creationId xmlns:p14="http://schemas.microsoft.com/office/powerpoint/2010/main" val="4007571821"/>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type="titleOnly">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GB"/>
          </a:p>
        </p:txBody>
      </p:sp>
    </p:spTree>
    <p:extLst>
      <p:ext uri="{BB962C8B-B14F-4D97-AF65-F5344CB8AC3E}">
        <p14:creationId xmlns:p14="http://schemas.microsoft.com/office/powerpoint/2010/main" val="3397443907"/>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userDrawn="1">
  <p:cSld name="Blue_text+image">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EB320CCE-0666-0F0C-7744-F081564DDA42}"/>
              </a:ext>
              <a:ext uri="{C183D7F6-B498-43B3-948B-1728B52AA6E4}">
                <adec:decorative xmlns:adec="http://schemas.microsoft.com/office/drawing/2017/decorative" val="1"/>
              </a:ext>
            </a:extLst>
          </p:cNvPr>
          <p:cNvSpPr/>
          <p:nvPr userDrawn="1"/>
        </p:nvSpPr>
        <p:spPr>
          <a:xfrm>
            <a:off x="0" y="0"/>
            <a:ext cx="12192000" cy="162000"/>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itle 1">
            <a:extLst>
              <a:ext uri="{FF2B5EF4-FFF2-40B4-BE49-F238E27FC236}">
                <a16:creationId xmlns:a16="http://schemas.microsoft.com/office/drawing/2014/main" id="{CB52ED4D-1FD8-8A85-D9F2-130947E58313}"/>
              </a:ext>
            </a:extLst>
          </p:cNvPr>
          <p:cNvSpPr>
            <a:spLocks noGrp="1"/>
          </p:cNvSpPr>
          <p:nvPr>
            <p:ph type="ctrTitle"/>
          </p:nvPr>
        </p:nvSpPr>
        <p:spPr>
          <a:xfrm>
            <a:off x="443921" y="500194"/>
            <a:ext cx="10800000" cy="858985"/>
          </a:xfrm>
          <a:prstGeom prst="rect">
            <a:avLst/>
          </a:prstGeom>
          <a:ln>
            <a:noFill/>
          </a:ln>
        </p:spPr>
        <p:txBody>
          <a:bodyPr anchor="ctr">
            <a:noAutofit/>
          </a:bodyPr>
          <a:lstStyle>
            <a:lvl1pPr algn="l">
              <a:lnSpc>
                <a:spcPct val="100000"/>
              </a:lnSpc>
              <a:defRPr sz="3000" b="1">
                <a:solidFill>
                  <a:schemeClr val="tx1"/>
                </a:solidFill>
                <a:latin typeface="+mn-lt"/>
              </a:defRPr>
            </a:lvl1pPr>
          </a:lstStyle>
          <a:p>
            <a:endParaRPr lang="en-GB" dirty="0"/>
          </a:p>
        </p:txBody>
      </p:sp>
      <p:sp>
        <p:nvSpPr>
          <p:cNvPr id="3" name="Text Placeholder 6">
            <a:extLst>
              <a:ext uri="{FF2B5EF4-FFF2-40B4-BE49-F238E27FC236}">
                <a16:creationId xmlns:a16="http://schemas.microsoft.com/office/drawing/2014/main" id="{EA2B2ADB-E9C2-46B9-217D-95C46BD1C9B0}"/>
              </a:ext>
            </a:extLst>
          </p:cNvPr>
          <p:cNvSpPr>
            <a:spLocks noGrp="1"/>
          </p:cNvSpPr>
          <p:nvPr>
            <p:ph type="body" sz="quarter" idx="13"/>
          </p:nvPr>
        </p:nvSpPr>
        <p:spPr>
          <a:xfrm>
            <a:off x="443922" y="1733108"/>
            <a:ext cx="5744228" cy="4348715"/>
          </a:xfrm>
          <a:prstGeom prst="rect">
            <a:avLst/>
          </a:prstGeom>
        </p:spPr>
        <p:txBody>
          <a:bodyPr>
            <a:noAutofit/>
          </a:bodyPr>
          <a:lstStyle>
            <a:lvl1pPr marL="0" indent="0">
              <a:lnSpc>
                <a:spcPct val="100000"/>
              </a:lnSpc>
              <a:buNone/>
              <a:defRPr sz="1800"/>
            </a:lvl1pPr>
          </a:lstStyle>
          <a:p>
            <a:pPr lvl="0"/>
            <a:endParaRPr lang="en-US" dirty="0"/>
          </a:p>
        </p:txBody>
      </p:sp>
      <p:sp>
        <p:nvSpPr>
          <p:cNvPr id="13" name="Content Placeholder 5">
            <a:extLst>
              <a:ext uri="{FF2B5EF4-FFF2-40B4-BE49-F238E27FC236}">
                <a16:creationId xmlns:a16="http://schemas.microsoft.com/office/drawing/2014/main" id="{FC2D1BDC-8F98-CD0B-F342-F69276C053CA}"/>
              </a:ext>
            </a:extLst>
          </p:cNvPr>
          <p:cNvSpPr>
            <a:spLocks noGrp="1"/>
          </p:cNvSpPr>
          <p:nvPr>
            <p:ph sz="quarter" idx="4"/>
          </p:nvPr>
        </p:nvSpPr>
        <p:spPr>
          <a:xfrm>
            <a:off x="6659426" y="1733108"/>
            <a:ext cx="5532574" cy="4348715"/>
          </a:xfrm>
          <a:prstGeom prst="rect">
            <a:avLst/>
          </a:prstGeom>
        </p:spPr>
        <p:txBody>
          <a:bodyPr/>
          <a:lstStyle>
            <a:lvl1pPr>
              <a:defRPr>
                <a:noFill/>
              </a:defRPr>
            </a:lvl1pPr>
          </a:lstStyle>
          <a:p>
            <a:pPr lvl="0"/>
            <a:endParaRPr lang="en-US" dirty="0"/>
          </a:p>
        </p:txBody>
      </p:sp>
      <p:sp>
        <p:nvSpPr>
          <p:cNvPr id="2" name="Slide Number Placeholder 5">
            <a:extLst>
              <a:ext uri="{FF2B5EF4-FFF2-40B4-BE49-F238E27FC236}">
                <a16:creationId xmlns:a16="http://schemas.microsoft.com/office/drawing/2014/main" id="{8FBBDBF5-DBEB-9C3A-AA84-C6013F704FC0}"/>
              </a:ext>
            </a:extLst>
          </p:cNvPr>
          <p:cNvSpPr>
            <a:spLocks noGrp="1"/>
          </p:cNvSpPr>
          <p:nvPr>
            <p:ph type="sldNum" sz="quarter" idx="12"/>
          </p:nvPr>
        </p:nvSpPr>
        <p:spPr>
          <a:xfrm>
            <a:off x="9365513" y="6398855"/>
            <a:ext cx="2743200" cy="365125"/>
          </a:xfrm>
          <a:prstGeom prst="rect">
            <a:avLst/>
          </a:prstGeom>
        </p:spPr>
        <p:txBody>
          <a:bodyPr anchor="ctr"/>
          <a:lstStyle>
            <a:lvl1pPr algn="r">
              <a:defRPr>
                <a:solidFill>
                  <a:srgbClr val="5F5F5F"/>
                </a:solidFill>
              </a:defRPr>
            </a:lvl1pPr>
          </a:lstStyle>
          <a:p>
            <a:fld id="{F3469444-D02B-D446-9CF8-19DEDDE073D1}" type="slidenum">
              <a:rPr lang="en-US" smtClean="0"/>
              <a:pPr/>
              <a:t>‹#›</a:t>
            </a:fld>
            <a:endParaRPr lang="en-US" dirty="0"/>
          </a:p>
        </p:txBody>
      </p:sp>
      <p:pic>
        <p:nvPicPr>
          <p:cNvPr id="6" name="Picture 5">
            <a:extLst>
              <a:ext uri="{FF2B5EF4-FFF2-40B4-BE49-F238E27FC236}">
                <a16:creationId xmlns:a16="http://schemas.microsoft.com/office/drawing/2014/main" id="{1D2F0620-6E87-D078-F005-280481B46EF7}"/>
              </a:ext>
              <a:ext uri="{C183D7F6-B498-43B3-948B-1728B52AA6E4}">
                <adec:decorative xmlns:adec="http://schemas.microsoft.com/office/drawing/2017/decorative" val="1"/>
              </a:ext>
            </a:extLst>
          </p:cNvPr>
          <p:cNvPicPr>
            <a:picLocks noChangeAspect="1"/>
          </p:cNvPicPr>
          <p:nvPr userDrawn="1"/>
        </p:nvPicPr>
        <p:blipFill>
          <a:blip r:embed="rId2">
            <a:extLst>
              <a:ext uri="{28A0092B-C50C-407E-A947-70E740481C1C}">
                <a14:useLocalDpi xmlns:a14="http://schemas.microsoft.com/office/drawing/2010/main" val="0"/>
              </a:ext>
            </a:extLst>
          </a:blip>
          <a:srcRect l="32165" t="33834" r="32165" b="33834"/>
          <a:stretch/>
        </p:blipFill>
        <p:spPr>
          <a:xfrm>
            <a:off x="153398" y="6326060"/>
            <a:ext cx="678452" cy="384353"/>
          </a:xfrm>
          <a:prstGeom prst="rect">
            <a:avLst/>
          </a:prstGeom>
        </p:spPr>
      </p:pic>
    </p:spTree>
    <p:extLst>
      <p:ext uri="{BB962C8B-B14F-4D97-AF65-F5344CB8AC3E}">
        <p14:creationId xmlns:p14="http://schemas.microsoft.com/office/powerpoint/2010/main" val="2298950774"/>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userDrawn="1">
  <p:cSld name="Blue_blank">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E5CCCEF-A174-E922-95A2-117B781CF655}"/>
              </a:ext>
              <a:ext uri="{C183D7F6-B498-43B3-948B-1728B52AA6E4}">
                <adec:decorative xmlns:adec="http://schemas.microsoft.com/office/drawing/2017/decorative" val="1"/>
              </a:ext>
            </a:extLst>
          </p:cNvPr>
          <p:cNvSpPr/>
          <p:nvPr userDrawn="1"/>
        </p:nvSpPr>
        <p:spPr>
          <a:xfrm>
            <a:off x="0" y="0"/>
            <a:ext cx="12192000" cy="162000"/>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itle 1">
            <a:extLst>
              <a:ext uri="{FF2B5EF4-FFF2-40B4-BE49-F238E27FC236}">
                <a16:creationId xmlns:a16="http://schemas.microsoft.com/office/drawing/2014/main" id="{592DAE0C-368F-9ED6-A0CD-43A480EF7AC2}"/>
              </a:ext>
              <a:ext uri="{C183D7F6-B498-43B3-948B-1728B52AA6E4}">
                <adec:decorative xmlns:adec="http://schemas.microsoft.com/office/drawing/2017/decorative" val="0"/>
              </a:ext>
            </a:extLst>
          </p:cNvPr>
          <p:cNvSpPr>
            <a:spLocks noGrp="1"/>
          </p:cNvSpPr>
          <p:nvPr>
            <p:ph type="ctrTitle"/>
          </p:nvPr>
        </p:nvSpPr>
        <p:spPr>
          <a:xfrm>
            <a:off x="443922" y="500194"/>
            <a:ext cx="11303577" cy="858985"/>
          </a:xfrm>
          <a:prstGeom prst="rect">
            <a:avLst/>
          </a:prstGeom>
          <a:ln>
            <a:noFill/>
          </a:ln>
        </p:spPr>
        <p:txBody>
          <a:bodyPr anchor="ctr">
            <a:noAutofit/>
          </a:bodyPr>
          <a:lstStyle>
            <a:lvl1pPr algn="l">
              <a:lnSpc>
                <a:spcPct val="100000"/>
              </a:lnSpc>
              <a:defRPr sz="3000" b="1">
                <a:solidFill>
                  <a:schemeClr val="tx1"/>
                </a:solidFill>
                <a:latin typeface="+mn-lt"/>
              </a:defRPr>
            </a:lvl1pPr>
          </a:lstStyle>
          <a:p>
            <a:endParaRPr lang="en-GB" dirty="0"/>
          </a:p>
        </p:txBody>
      </p:sp>
      <p:sp>
        <p:nvSpPr>
          <p:cNvPr id="11" name="Content Placeholder 5">
            <a:extLst>
              <a:ext uri="{FF2B5EF4-FFF2-40B4-BE49-F238E27FC236}">
                <a16:creationId xmlns:a16="http://schemas.microsoft.com/office/drawing/2014/main" id="{36AE348E-DBD9-C0BD-924D-E8F93B34792E}"/>
              </a:ext>
            </a:extLst>
          </p:cNvPr>
          <p:cNvSpPr>
            <a:spLocks noGrp="1"/>
          </p:cNvSpPr>
          <p:nvPr>
            <p:ph sz="quarter" idx="4"/>
          </p:nvPr>
        </p:nvSpPr>
        <p:spPr>
          <a:xfrm>
            <a:off x="443922" y="1733108"/>
            <a:ext cx="11303578" cy="4348715"/>
          </a:xfrm>
          <a:prstGeom prst="rect">
            <a:avLst/>
          </a:prstGeom>
        </p:spPr>
        <p:txBody>
          <a:bodyPr/>
          <a:lstStyle>
            <a:lvl1pPr>
              <a:defRPr>
                <a:noFill/>
              </a:defRPr>
            </a:lvl1pPr>
          </a:lstStyle>
          <a:p>
            <a:pPr lvl="0"/>
            <a:endParaRPr lang="en-US" dirty="0"/>
          </a:p>
        </p:txBody>
      </p:sp>
      <p:sp>
        <p:nvSpPr>
          <p:cNvPr id="3" name="Slide Number Placeholder 5">
            <a:extLst>
              <a:ext uri="{FF2B5EF4-FFF2-40B4-BE49-F238E27FC236}">
                <a16:creationId xmlns:a16="http://schemas.microsoft.com/office/drawing/2014/main" id="{463646B1-67E4-C5BB-B642-8A82CEA5736B}"/>
              </a:ext>
            </a:extLst>
          </p:cNvPr>
          <p:cNvSpPr>
            <a:spLocks noGrp="1"/>
          </p:cNvSpPr>
          <p:nvPr>
            <p:ph type="sldNum" sz="quarter" idx="12"/>
          </p:nvPr>
        </p:nvSpPr>
        <p:spPr>
          <a:xfrm>
            <a:off x="9365513" y="6398855"/>
            <a:ext cx="2743200" cy="365125"/>
          </a:xfrm>
          <a:prstGeom prst="rect">
            <a:avLst/>
          </a:prstGeom>
        </p:spPr>
        <p:txBody>
          <a:bodyPr anchor="ctr"/>
          <a:lstStyle>
            <a:lvl1pPr algn="r">
              <a:defRPr>
                <a:solidFill>
                  <a:srgbClr val="5F5F5F"/>
                </a:solidFill>
              </a:defRPr>
            </a:lvl1pPr>
          </a:lstStyle>
          <a:p>
            <a:fld id="{F3469444-D02B-D446-9CF8-19DEDDE073D1}" type="slidenum">
              <a:rPr lang="en-US" smtClean="0"/>
              <a:pPr/>
              <a:t>‹#›</a:t>
            </a:fld>
            <a:endParaRPr lang="en-US" dirty="0"/>
          </a:p>
        </p:txBody>
      </p:sp>
      <p:pic>
        <p:nvPicPr>
          <p:cNvPr id="6" name="Picture 5">
            <a:extLst>
              <a:ext uri="{FF2B5EF4-FFF2-40B4-BE49-F238E27FC236}">
                <a16:creationId xmlns:a16="http://schemas.microsoft.com/office/drawing/2014/main" id="{E39219E7-A5DF-DCFC-ECD4-D3B7C5883387}"/>
              </a:ext>
              <a:ext uri="{C183D7F6-B498-43B3-948B-1728B52AA6E4}">
                <adec:decorative xmlns:adec="http://schemas.microsoft.com/office/drawing/2017/decorative" val="1"/>
              </a:ext>
            </a:extLst>
          </p:cNvPr>
          <p:cNvPicPr>
            <a:picLocks noChangeAspect="1"/>
          </p:cNvPicPr>
          <p:nvPr userDrawn="1"/>
        </p:nvPicPr>
        <p:blipFill>
          <a:blip r:embed="rId2">
            <a:extLst>
              <a:ext uri="{28A0092B-C50C-407E-A947-70E740481C1C}">
                <a14:useLocalDpi xmlns:a14="http://schemas.microsoft.com/office/drawing/2010/main" val="0"/>
              </a:ext>
            </a:extLst>
          </a:blip>
          <a:srcRect l="32165" t="33834" r="32165" b="33834"/>
          <a:stretch/>
        </p:blipFill>
        <p:spPr>
          <a:xfrm>
            <a:off x="153398" y="6326060"/>
            <a:ext cx="678452" cy="384353"/>
          </a:xfrm>
          <a:prstGeom prst="rect">
            <a:avLst/>
          </a:prstGeom>
        </p:spPr>
      </p:pic>
    </p:spTree>
    <p:extLst>
      <p:ext uri="{BB962C8B-B14F-4D97-AF65-F5344CB8AC3E}">
        <p14:creationId xmlns:p14="http://schemas.microsoft.com/office/powerpoint/2010/main" val="3505816327"/>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type="title">
  <p:cSld name="Purple_divider">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AB0B8D50-2C63-2F2E-599F-E921BF1F757F}"/>
              </a:ext>
              <a:ext uri="{C183D7F6-B498-43B3-948B-1728B52AA6E4}">
                <adec:decorative xmlns:adec="http://schemas.microsoft.com/office/drawing/2017/decorative" val="1"/>
              </a:ext>
            </a:extLst>
          </p:cNvPr>
          <p:cNvPicPr>
            <a:picLocks noChangeAspect="1"/>
          </p:cNvPicPr>
          <p:nvPr userDrawn="1"/>
        </p:nvPicPr>
        <p:blipFill>
          <a:blip r:embed="rId3"/>
          <a:stretch>
            <a:fillRect/>
          </a:stretch>
        </p:blipFill>
        <p:spPr>
          <a:xfrm>
            <a:off x="0" y="898802"/>
            <a:ext cx="8062294" cy="1684800"/>
          </a:xfrm>
          <a:prstGeom prst="rect">
            <a:avLst/>
          </a:prstGeom>
        </p:spPr>
      </p:pic>
      <p:sp>
        <p:nvSpPr>
          <p:cNvPr id="2" name="Title 1">
            <a:extLst>
              <a:ext uri="{FF2B5EF4-FFF2-40B4-BE49-F238E27FC236}">
                <a16:creationId xmlns:a16="http://schemas.microsoft.com/office/drawing/2014/main" id="{909D855A-1A49-ADBE-89C8-65ECAFD2AAB3}"/>
              </a:ext>
            </a:extLst>
          </p:cNvPr>
          <p:cNvSpPr>
            <a:spLocks noGrp="1"/>
          </p:cNvSpPr>
          <p:nvPr>
            <p:ph type="ctrTitle"/>
          </p:nvPr>
        </p:nvSpPr>
        <p:spPr>
          <a:xfrm>
            <a:off x="473406" y="1118152"/>
            <a:ext cx="6777996" cy="1247916"/>
          </a:xfrm>
          <a:prstGeom prst="rect">
            <a:avLst/>
          </a:prstGeom>
          <a:ln>
            <a:noFill/>
          </a:ln>
        </p:spPr>
        <p:txBody>
          <a:bodyPr lIns="0" rIns="0" anchor="ctr"/>
          <a:lstStyle>
            <a:lvl1pPr algn="l">
              <a:lnSpc>
                <a:spcPct val="100000"/>
              </a:lnSpc>
              <a:defRPr sz="3600">
                <a:solidFill>
                  <a:schemeClr val="tx1"/>
                </a:solidFill>
              </a:defRPr>
            </a:lvl1pPr>
          </a:lstStyle>
          <a:p>
            <a:endParaRPr lang="en-GB"/>
          </a:p>
        </p:txBody>
      </p:sp>
      <p:sp>
        <p:nvSpPr>
          <p:cNvPr id="3" name="Subtitle 2">
            <a:extLst>
              <a:ext uri="{FF2B5EF4-FFF2-40B4-BE49-F238E27FC236}">
                <a16:creationId xmlns:a16="http://schemas.microsoft.com/office/drawing/2014/main" id="{994AF8D4-DACD-9AF9-364C-02C474BC62A5}"/>
              </a:ext>
            </a:extLst>
          </p:cNvPr>
          <p:cNvSpPr>
            <a:spLocks noGrp="1"/>
          </p:cNvSpPr>
          <p:nvPr>
            <p:ph type="subTitle" idx="1"/>
          </p:nvPr>
        </p:nvSpPr>
        <p:spPr>
          <a:xfrm>
            <a:off x="473406" y="2902689"/>
            <a:ext cx="6150678" cy="863600"/>
          </a:xfrm>
          <a:prstGeom prst="rect">
            <a:avLst/>
          </a:prstGeom>
          <a:ln>
            <a:noFill/>
          </a:ln>
        </p:spPr>
        <p:txBody>
          <a:bodyPr lIns="0" rIns="0" anchor="t"/>
          <a:lstStyle>
            <a:lvl1pPr marL="0" indent="0" algn="l">
              <a:buNone/>
              <a:defRPr sz="180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endParaRPr lang="en-GB"/>
          </a:p>
        </p:txBody>
      </p:sp>
      <p:pic>
        <p:nvPicPr>
          <p:cNvPr id="9" name="Picture 8">
            <a:extLst>
              <a:ext uri="{FF2B5EF4-FFF2-40B4-BE49-F238E27FC236}">
                <a16:creationId xmlns:a16="http://schemas.microsoft.com/office/drawing/2014/main" id="{ADC96ABF-C649-123E-FBF1-598689C3D553}"/>
              </a:ext>
              <a:ext uri="{C183D7F6-B498-43B3-948B-1728B52AA6E4}">
                <adec:decorative xmlns:adec="http://schemas.microsoft.com/office/drawing/2017/decorative" val="1"/>
              </a:ext>
            </a:extLst>
          </p:cNvPr>
          <p:cNvPicPr>
            <a:picLocks noChangeAspect="1"/>
          </p:cNvPicPr>
          <p:nvPr userDrawn="1"/>
        </p:nvPicPr>
        <p:blipFill>
          <a:blip r:embed="rId4"/>
          <a:stretch>
            <a:fillRect/>
          </a:stretch>
        </p:blipFill>
        <p:spPr>
          <a:xfrm>
            <a:off x="473406" y="5650088"/>
            <a:ext cx="1972082" cy="650979"/>
          </a:xfrm>
          <a:prstGeom prst="rect">
            <a:avLst/>
          </a:prstGeom>
        </p:spPr>
      </p:pic>
    </p:spTree>
    <p:extLst>
      <p:ext uri="{BB962C8B-B14F-4D97-AF65-F5344CB8AC3E}">
        <p14:creationId xmlns:p14="http://schemas.microsoft.com/office/powerpoint/2010/main" val="486422717"/>
      </p:ext>
    </p:extLst>
  </p:cSld>
  <p:clrMapOvr>
    <a:masterClrMapping/>
  </p:clrMapOvr>
  <p:extLst>
    <p:ext uri="{DCECCB84-F9BA-43D5-87BE-67443E8EF086}">
      <p15:sldGuideLst xmlns:p15="http://schemas.microsoft.com/office/powerpoint/2012/main"/>
    </p:ext>
  </p:extLst>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9" Type="http://schemas.openxmlformats.org/officeDocument/2006/relationships/slideLayout" Target="../slideLayouts/slideLayout39.xml"/><Relationship Id="rId21" Type="http://schemas.openxmlformats.org/officeDocument/2006/relationships/slideLayout" Target="../slideLayouts/slideLayout21.xml"/><Relationship Id="rId34" Type="http://schemas.openxmlformats.org/officeDocument/2006/relationships/slideLayout" Target="../slideLayouts/slideLayout34.xml"/><Relationship Id="rId7" Type="http://schemas.openxmlformats.org/officeDocument/2006/relationships/slideLayout" Target="../slideLayouts/slideLayout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29" Type="http://schemas.openxmlformats.org/officeDocument/2006/relationships/slideLayout" Target="../slideLayouts/slideLayout29.xml"/><Relationship Id="rId41" Type="http://schemas.openxmlformats.org/officeDocument/2006/relationships/image" Target="../media/image1.png"/><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40" Type="http://schemas.openxmlformats.org/officeDocument/2006/relationships/theme" Target="../theme/theme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slideLayout" Target="../slideLayouts/slideLayout31.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8" Type="http://schemas.openxmlformats.org/officeDocument/2006/relationships/slideLayout" Target="../slideLayouts/slideLayout8.xml"/><Relationship Id="rId3" Type="http://schemas.openxmlformats.org/officeDocument/2006/relationships/slideLayout" Target="../slideLayouts/slideLayout3.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71FB68A7-A656-A348-AE42-02B5F30E1E55}"/>
              </a:ext>
            </a:extLst>
          </p:cNvPr>
          <p:cNvSpPr>
            <a:spLocks noGrp="1"/>
          </p:cNvSpPr>
          <p:nvPr userDrawn="1">
            <p:ph type="title"/>
          </p:nvPr>
        </p:nvSpPr>
        <p:spPr>
          <a:xfrm>
            <a:off x="339971" y="562058"/>
            <a:ext cx="11517818" cy="805001"/>
          </a:xfrm>
          <a:prstGeom prst="rect">
            <a:avLst/>
          </a:prstGeom>
        </p:spPr>
        <p:txBody>
          <a:bodyPr vert="horz" lIns="0" tIns="0" rIns="0" bIns="0" rtlCol="0" anchor="t" anchorCtr="0">
            <a:noAutofit/>
          </a:bodyPr>
          <a:lstStyle/>
          <a:p>
            <a:r>
              <a:rPr lang="en-US" dirty="0"/>
              <a:t>Click to edit Master title style</a:t>
            </a:r>
            <a:endParaRPr lang="en-GB" dirty="0"/>
          </a:p>
        </p:txBody>
      </p:sp>
      <p:sp>
        <p:nvSpPr>
          <p:cNvPr id="3" name="Text Placeholder 2">
            <a:extLst>
              <a:ext uri="{FF2B5EF4-FFF2-40B4-BE49-F238E27FC236}">
                <a16:creationId xmlns:a16="http://schemas.microsoft.com/office/drawing/2014/main" id="{B623AAC1-38C0-EC41-AF66-7EC76ACCB83E}"/>
              </a:ext>
            </a:extLst>
          </p:cNvPr>
          <p:cNvSpPr>
            <a:spLocks noGrp="1"/>
          </p:cNvSpPr>
          <p:nvPr userDrawn="1">
            <p:ph type="body" idx="1"/>
          </p:nvPr>
        </p:nvSpPr>
        <p:spPr>
          <a:xfrm>
            <a:off x="341272" y="1368256"/>
            <a:ext cx="11516239" cy="4955354"/>
          </a:xfrm>
          <a:prstGeom prst="rect">
            <a:avLst/>
          </a:prstGeom>
        </p:spPr>
        <p:txBody>
          <a:bodyPr vert="horz" lIns="0" tIns="0" rIns="0" bIns="0" rtlCol="0" anchor="t" anchorCtr="0">
            <a:noAutofit/>
          </a:bodyPr>
          <a:lstStyle/>
          <a:p>
            <a:pPr lvl="0"/>
            <a:r>
              <a:rPr lang="en-US" dirty="0"/>
              <a:t>Edit text styles</a:t>
            </a:r>
          </a:p>
          <a:p>
            <a:pPr lvl="1"/>
            <a:r>
              <a:rPr lang="en-US" dirty="0"/>
              <a:t>Second level</a:t>
            </a:r>
          </a:p>
          <a:p>
            <a:pPr lvl="2"/>
            <a:r>
              <a:rPr lang="en-US" dirty="0"/>
              <a:t>Third level</a:t>
            </a:r>
          </a:p>
          <a:p>
            <a:pPr lvl="3"/>
            <a:r>
              <a:rPr lang="en-US" dirty="0"/>
              <a:t>Fourth level</a:t>
            </a:r>
          </a:p>
          <a:p>
            <a:pPr lvl="4"/>
            <a:r>
              <a:rPr lang="en-US" dirty="0"/>
              <a:t>Fifth level</a:t>
            </a:r>
            <a:endParaRPr lang="en-GB" dirty="0"/>
          </a:p>
        </p:txBody>
      </p:sp>
      <p:sp>
        <p:nvSpPr>
          <p:cNvPr id="5"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98754" y="6584738"/>
            <a:ext cx="785483" cy="180000"/>
          </a:xfrm>
          <a:prstGeom prst="rect">
            <a:avLst/>
          </a:prstGeom>
        </p:spPr>
        <p:txBody>
          <a:bodyPr vert="horz" lIns="0" tIns="0" rIns="0" bIns="0" rtlCol="0" anchor="b" anchorCtr="0"/>
          <a:lstStyle>
            <a:lvl1pPr algn="r">
              <a:defRPr sz="1000" b="1" i="0">
                <a:solidFill>
                  <a:schemeClr val="bg1">
                    <a:lumMod val="50000"/>
                  </a:schemeClr>
                </a:solidFill>
                <a:latin typeface="Montserrat" pitchFamily="2" charset="77"/>
              </a:defRPr>
            </a:lvl1pPr>
          </a:lstStyle>
          <a:p>
            <a:fld id="{EF892D59-8F09-EF4B-AD6D-DA609442F868}" type="slidenum">
              <a:rPr lang="en-GB" smtClean="0"/>
              <a:pPr/>
              <a:t>‹#›</a:t>
            </a:fld>
            <a:endParaRPr lang="en-GB" dirty="0"/>
          </a:p>
        </p:txBody>
      </p:sp>
    </p:spTree>
    <p:extLst>
      <p:ext uri="{BB962C8B-B14F-4D97-AF65-F5344CB8AC3E}">
        <p14:creationId xmlns:p14="http://schemas.microsoft.com/office/powerpoint/2010/main" val="300464794"/>
      </p:ext>
    </p:extLst>
  </p:cSld>
  <p:clrMap bg1="lt1" tx1="dk1" bg2="lt2" tx2="dk2" accent1="accent1" accent2="accent2" accent3="accent3" accent4="accent4" accent5="accent5" accent6="accent6" hlink="hlink" folHlink="folHlink"/>
  <p:sldLayoutIdLst>
    <p:sldLayoutId id="2147483811" r:id="rId1"/>
    <p:sldLayoutId id="2147483812" r:id="rId2"/>
    <p:sldLayoutId id="2147483813" r:id="rId3"/>
    <p:sldLayoutId id="2147483798" r:id="rId4"/>
    <p:sldLayoutId id="2147483806" r:id="rId5"/>
    <p:sldLayoutId id="2147483709" r:id="rId6"/>
    <p:sldLayoutId id="2147483822" r:id="rId7"/>
    <p:sldLayoutId id="2147483802" r:id="rId8"/>
    <p:sldLayoutId id="2147483792" r:id="rId9"/>
    <p:sldLayoutId id="2147483810" r:id="rId10"/>
    <p:sldLayoutId id="2147483804" r:id="rId11"/>
    <p:sldLayoutId id="2147483821" r:id="rId12"/>
    <p:sldLayoutId id="2147483824" r:id="rId13"/>
    <p:sldLayoutId id="2147483828" r:id="rId14"/>
    <p:sldLayoutId id="2147483853" r:id="rId15"/>
    <p:sldLayoutId id="2147483899" r:id="rId16"/>
    <p:sldLayoutId id="2147483832" r:id="rId17"/>
    <p:sldLayoutId id="2147483833" r:id="rId18"/>
    <p:sldLayoutId id="2147483836" r:id="rId19"/>
    <p:sldLayoutId id="2147483852" r:id="rId20"/>
    <p:sldLayoutId id="2147483900" r:id="rId21"/>
    <p:sldLayoutId id="2147483820" r:id="rId22"/>
    <p:sldLayoutId id="2147483842" r:id="rId23"/>
    <p:sldLayoutId id="2147483845" r:id="rId24"/>
    <p:sldLayoutId id="2147483851" r:id="rId25"/>
    <p:sldLayoutId id="2147483901" r:id="rId26"/>
    <p:sldLayoutId id="2147483650" r:id="rId27"/>
    <p:sldLayoutId id="2147483734" r:id="rId28"/>
    <p:sldLayoutId id="2147483796" r:id="rId29"/>
    <p:sldLayoutId id="2147483719" r:id="rId30"/>
    <p:sldLayoutId id="2147483721" r:id="rId31"/>
    <p:sldLayoutId id="2147483724" r:id="rId32"/>
    <p:sldLayoutId id="2147483797" r:id="rId33"/>
    <p:sldLayoutId id="2147483814" r:id="rId34"/>
    <p:sldLayoutId id="2147483903" r:id="rId35"/>
    <p:sldLayoutId id="2147483905" r:id="rId36"/>
    <p:sldLayoutId id="2147483906" r:id="rId37"/>
    <p:sldLayoutId id="2147483907" r:id="rId38"/>
    <p:sldLayoutId id="2147483908" r:id="rId39"/>
  </p:sldLayoutIdLst>
  <p:hf hdr="0" dt="0"/>
  <p:txStyles>
    <p:titleStyle>
      <a:lvl1pPr algn="l" defTabSz="914400" rtl="0" eaLnBrk="1" latinLnBrk="0" hangingPunct="1">
        <a:lnSpc>
          <a:spcPct val="100000"/>
        </a:lnSpc>
        <a:spcBef>
          <a:spcPct val="0"/>
        </a:spcBef>
        <a:buNone/>
        <a:defRPr sz="3600" b="0" i="0" kern="1200" cap="none" baseline="0">
          <a:solidFill>
            <a:schemeClr val="tx1"/>
          </a:solidFill>
          <a:latin typeface="Krana Fat B" panose="00000B00000000000000" pitchFamily="50" charset="0"/>
          <a:ea typeface="+mj-ea"/>
          <a:cs typeface="+mj-cs"/>
        </a:defRPr>
      </a:lvl1pPr>
    </p:titleStyle>
    <p:bodyStyle>
      <a:lvl1pPr marL="0" indent="0" algn="l" defTabSz="914400" rtl="0" eaLnBrk="1" latinLnBrk="0" hangingPunct="1">
        <a:lnSpc>
          <a:spcPct val="100000"/>
        </a:lnSpc>
        <a:spcBef>
          <a:spcPts val="0"/>
        </a:spcBef>
        <a:spcAft>
          <a:spcPts val="650"/>
        </a:spcAft>
        <a:buSzPct val="115000"/>
        <a:buFontTx/>
        <a:buNone/>
        <a:defRPr sz="2000" b="0" i="0" kern="1200">
          <a:solidFill>
            <a:schemeClr val="tx1"/>
          </a:solidFill>
          <a:latin typeface="Montserrat" pitchFamily="2" charset="77"/>
          <a:ea typeface="+mn-ea"/>
          <a:cs typeface="+mn-cs"/>
        </a:defRPr>
      </a:lvl1pPr>
      <a:lvl2pPr marL="355600" indent="-266700" algn="l" defTabSz="914400" rtl="0" eaLnBrk="1" latinLnBrk="0" hangingPunct="1">
        <a:lnSpc>
          <a:spcPct val="100000"/>
        </a:lnSpc>
        <a:spcBef>
          <a:spcPts val="0"/>
        </a:spcBef>
        <a:spcAft>
          <a:spcPts val="650"/>
        </a:spcAft>
        <a:buSzPct val="125000"/>
        <a:buFontTx/>
        <a:buBlip>
          <a:blip r:embed="rId41"/>
        </a:buBlip>
        <a:tabLst/>
        <a:defRPr sz="2000" b="0" kern="1200">
          <a:solidFill>
            <a:schemeClr val="tx1"/>
          </a:solidFill>
          <a:latin typeface="Montserrat" pitchFamily="2" charset="77"/>
          <a:ea typeface="+mn-ea"/>
          <a:cs typeface="+mn-cs"/>
        </a:defRPr>
      </a:lvl2pPr>
      <a:lvl3pPr marL="355600" indent="-266700" algn="l" defTabSz="914400" rtl="0" eaLnBrk="1" latinLnBrk="0" hangingPunct="1">
        <a:lnSpc>
          <a:spcPct val="100000"/>
        </a:lnSpc>
        <a:spcBef>
          <a:spcPts val="0"/>
        </a:spcBef>
        <a:spcAft>
          <a:spcPts val="650"/>
        </a:spcAft>
        <a:buSzPct val="120000"/>
        <a:buFontTx/>
        <a:buBlip>
          <a:blip r:embed="rId41"/>
        </a:buBlip>
        <a:tabLst/>
        <a:defRPr sz="2000" b="0" i="0" kern="1200">
          <a:solidFill>
            <a:schemeClr val="tx1"/>
          </a:solidFill>
          <a:latin typeface="Montserrat" pitchFamily="2" charset="77"/>
          <a:ea typeface="+mn-ea"/>
          <a:cs typeface="+mn-cs"/>
        </a:defRPr>
      </a:lvl3pPr>
      <a:lvl4pPr marL="355600" indent="-266700" algn="l" defTabSz="914400" rtl="0" eaLnBrk="1" latinLnBrk="0" hangingPunct="1">
        <a:lnSpc>
          <a:spcPct val="100000"/>
        </a:lnSpc>
        <a:spcBef>
          <a:spcPts val="0"/>
        </a:spcBef>
        <a:spcAft>
          <a:spcPts val="650"/>
        </a:spcAft>
        <a:buSzPct val="120000"/>
        <a:buFontTx/>
        <a:buBlip>
          <a:blip r:embed="rId41"/>
        </a:buBlip>
        <a:tabLst/>
        <a:defRPr sz="2000" b="0" kern="1200">
          <a:solidFill>
            <a:schemeClr val="tx1"/>
          </a:solidFill>
          <a:latin typeface="Montserrat" pitchFamily="2" charset="77"/>
          <a:ea typeface="+mn-ea"/>
          <a:cs typeface="+mn-cs"/>
        </a:defRPr>
      </a:lvl4pPr>
      <a:lvl5pPr marL="355600" indent="-266700" algn="l" defTabSz="914400" rtl="0" eaLnBrk="1" latinLnBrk="0" hangingPunct="1">
        <a:lnSpc>
          <a:spcPct val="100000"/>
        </a:lnSpc>
        <a:spcBef>
          <a:spcPts val="0"/>
        </a:spcBef>
        <a:spcAft>
          <a:spcPts val="650"/>
        </a:spcAft>
        <a:buSzPct val="125000"/>
        <a:buFontTx/>
        <a:buBlip>
          <a:blip r:embed="rId41"/>
        </a:buBlip>
        <a:tabLst/>
        <a:defRPr sz="2000" b="0" kern="1200">
          <a:solidFill>
            <a:schemeClr val="tx1"/>
          </a:solidFill>
          <a:latin typeface="Montserrat" pitchFamily="2" charset="77"/>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38" userDrawn="1">
          <p15:clr>
            <a:srgbClr val="F26B43"/>
          </p15:clr>
        </p15:guide>
        <p15:guide id="2" orient="horz" pos="4081" userDrawn="1">
          <p15:clr>
            <a:srgbClr val="F26B43"/>
          </p15:clr>
        </p15:guide>
        <p15:guide id="3" pos="237" userDrawn="1">
          <p15:clr>
            <a:srgbClr val="F26B43"/>
          </p15:clr>
        </p15:guide>
        <p15:guide id="4" pos="732" userDrawn="1">
          <p15:clr>
            <a:srgbClr val="F26B43"/>
          </p15:clr>
        </p15:guide>
        <p15:guide id="5" pos="850" userDrawn="1">
          <p15:clr>
            <a:srgbClr val="F26B43"/>
          </p15:clr>
        </p15:guide>
        <p15:guide id="6" pos="1345" userDrawn="1">
          <p15:clr>
            <a:srgbClr val="F26B43"/>
          </p15:clr>
        </p15:guide>
        <p15:guide id="7" pos="1460" userDrawn="1">
          <p15:clr>
            <a:srgbClr val="F26B43"/>
          </p15:clr>
        </p15:guide>
        <p15:guide id="8" pos="1954" userDrawn="1">
          <p15:clr>
            <a:srgbClr val="F26B43"/>
          </p15:clr>
        </p15:guide>
        <p15:guide id="9" pos="2069" userDrawn="1">
          <p15:clr>
            <a:srgbClr val="F26B43"/>
          </p15:clr>
        </p15:guide>
        <p15:guide id="10" pos="2564" userDrawn="1">
          <p15:clr>
            <a:srgbClr val="F26B43"/>
          </p15:clr>
        </p15:guide>
        <p15:guide id="11" pos="2683" userDrawn="1">
          <p15:clr>
            <a:srgbClr val="F26B43"/>
          </p15:clr>
        </p15:guide>
        <p15:guide id="12" pos="3173" userDrawn="1">
          <p15:clr>
            <a:srgbClr val="F26B43"/>
          </p15:clr>
        </p15:guide>
        <p15:guide id="13" pos="3288" userDrawn="1">
          <p15:clr>
            <a:srgbClr val="F26B43"/>
          </p15:clr>
        </p15:guide>
        <p15:guide id="14" pos="3782" userDrawn="1">
          <p15:clr>
            <a:srgbClr val="F26B43"/>
          </p15:clr>
        </p15:guide>
        <p15:guide id="15" pos="3897" userDrawn="1">
          <p15:clr>
            <a:srgbClr val="F26B43"/>
          </p15:clr>
        </p15:guide>
        <p15:guide id="16" pos="4392" userDrawn="1">
          <p15:clr>
            <a:srgbClr val="F26B43"/>
          </p15:clr>
        </p15:guide>
        <p15:guide id="17" pos="4506" userDrawn="1">
          <p15:clr>
            <a:srgbClr val="F26B43"/>
          </p15:clr>
        </p15:guide>
        <p15:guide id="18" pos="5001" userDrawn="1">
          <p15:clr>
            <a:srgbClr val="F26B43"/>
          </p15:clr>
        </p15:guide>
        <p15:guide id="19" pos="5115" userDrawn="1">
          <p15:clr>
            <a:srgbClr val="F26B43"/>
          </p15:clr>
        </p15:guide>
        <p15:guide id="20" pos="5610" userDrawn="1">
          <p15:clr>
            <a:srgbClr val="F26B43"/>
          </p15:clr>
        </p15:guide>
        <p15:guide id="21" pos="5725" userDrawn="1">
          <p15:clr>
            <a:srgbClr val="F26B43"/>
          </p15:clr>
        </p15:guide>
        <p15:guide id="22" pos="6220" userDrawn="1">
          <p15:clr>
            <a:srgbClr val="F26B43"/>
          </p15:clr>
        </p15:guide>
        <p15:guide id="23" pos="6334" userDrawn="1">
          <p15:clr>
            <a:srgbClr val="F26B43"/>
          </p15:clr>
        </p15:guide>
        <p15:guide id="24" pos="6829" userDrawn="1">
          <p15:clr>
            <a:srgbClr val="F26B43"/>
          </p15:clr>
        </p15:guide>
        <p15:guide id="25" pos="6943" userDrawn="1">
          <p15:clr>
            <a:srgbClr val="F26B43"/>
          </p15:clr>
        </p15:guide>
        <p15:guide id="26" pos="7438" userDrawn="1">
          <p15:clr>
            <a:srgbClr val="F26B43"/>
          </p15:clr>
        </p15:guide>
        <p15:guide id="27" pos="3840" userDrawn="1">
          <p15:clr>
            <a:srgbClr val="9FCC3B"/>
          </p15:clr>
        </p15:guide>
        <p15:guide id="28" orient="horz" pos="2160" userDrawn="1">
          <p15:clr>
            <a:srgbClr val="9FCC3B"/>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39.xml"/></Relationships>
</file>

<file path=ppt/slides/_rels/slide2.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2.xml"/><Relationship Id="rId1" Type="http://schemas.openxmlformats.org/officeDocument/2006/relationships/slideLayout" Target="../slideLayouts/slideLayout8.xml"/><Relationship Id="rId6" Type="http://schemas.openxmlformats.org/officeDocument/2006/relationships/image" Target="../media/image17.svg"/><Relationship Id="rId5" Type="http://schemas.openxmlformats.org/officeDocument/2006/relationships/image" Target="../media/image16.png"/><Relationship Id="rId4" Type="http://schemas.openxmlformats.org/officeDocument/2006/relationships/image" Target="../media/image15.svg"/></Relationships>
</file>

<file path=ppt/slides/_rels/slide3.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3.xml"/><Relationship Id="rId1" Type="http://schemas.openxmlformats.org/officeDocument/2006/relationships/slideLayout" Target="../slideLayouts/slideLayout3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37.xml"/></Relationships>
</file>

<file path=ppt/slides/_rels/slide5.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5.xml"/><Relationship Id="rId1" Type="http://schemas.openxmlformats.org/officeDocument/2006/relationships/slideLayout" Target="../slideLayouts/slideLayout38.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38.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38.xml"/></Relationships>
</file>

<file path=ppt/slides/_rels/slide8.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8.xml"/><Relationship Id="rId1" Type="http://schemas.openxmlformats.org/officeDocument/2006/relationships/slideLayout" Target="../slideLayouts/slideLayout38.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8.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8.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3.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8.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8.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3.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8.xml"/></Relationships>
</file>

<file path=ppt/slides/_rels/slide16.xml.rels><?xml version="1.0" encoding="UTF-8" standalone="yes"?>
<Relationships xmlns="http://schemas.openxmlformats.org/package/2006/relationships"><Relationship Id="rId3" Type="http://schemas.openxmlformats.org/officeDocument/2006/relationships/image" Target="../media/image21.jpeg"/><Relationship Id="rId2" Type="http://schemas.openxmlformats.org/officeDocument/2006/relationships/notesSlide" Target="../notesSlides/notesSlide16.xml"/><Relationship Id="rId1" Type="http://schemas.openxmlformats.org/officeDocument/2006/relationships/slideLayout" Target="../slideLayouts/slideLayout9.xml"/></Relationships>
</file>

<file path=ppt/slides/_rels/slide17.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17.xml"/><Relationship Id="rId1" Type="http://schemas.openxmlformats.org/officeDocument/2006/relationships/slideLayout" Target="../slideLayouts/slideLayout8.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6B10A2E5-A3AA-7BE3-7C87-983A58C15C46}"/>
              </a:ext>
            </a:extLst>
          </p:cNvPr>
          <p:cNvSpPr>
            <a:spLocks noGrp="1"/>
          </p:cNvSpPr>
          <p:nvPr>
            <p:ph type="ctrTitle"/>
          </p:nvPr>
        </p:nvSpPr>
        <p:spPr/>
        <p:txBody>
          <a:bodyPr/>
          <a:lstStyle/>
          <a:p>
            <a:r>
              <a:rPr lang="en-GB" dirty="0"/>
              <a:t>Inheritance</a:t>
            </a:r>
            <a:endParaRPr lang="en-US" dirty="0"/>
          </a:p>
        </p:txBody>
      </p:sp>
      <p:sp>
        <p:nvSpPr>
          <p:cNvPr id="3" name="Subtitle 2">
            <a:extLst>
              <a:ext uri="{FF2B5EF4-FFF2-40B4-BE49-F238E27FC236}">
                <a16:creationId xmlns:a16="http://schemas.microsoft.com/office/drawing/2014/main" id="{52534D79-CFC0-C4F4-AD12-F13DBCAB1A97}"/>
              </a:ext>
            </a:extLst>
          </p:cNvPr>
          <p:cNvSpPr>
            <a:spLocks noGrp="1"/>
          </p:cNvSpPr>
          <p:nvPr>
            <p:ph type="subTitle" idx="1"/>
          </p:nvPr>
        </p:nvSpPr>
        <p:spPr/>
        <p:txBody>
          <a:bodyPr/>
          <a:lstStyle/>
          <a:p>
            <a:endParaRPr lang="en-GB"/>
          </a:p>
        </p:txBody>
      </p:sp>
    </p:spTree>
    <p:extLst>
      <p:ext uri="{BB962C8B-B14F-4D97-AF65-F5344CB8AC3E}">
        <p14:creationId xmlns:p14="http://schemas.microsoft.com/office/powerpoint/2010/main" val="100393226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Rectangle 2"/>
          <p:cNvSpPr>
            <a:spLocks noChangeArrowheads="1"/>
          </p:cNvSpPr>
          <p:nvPr/>
        </p:nvSpPr>
        <p:spPr bwMode="auto">
          <a:xfrm>
            <a:off x="4678364" y="6267450"/>
            <a:ext cx="2835275" cy="438150"/>
          </a:xfrm>
          <a:prstGeom prst="rect">
            <a:avLst/>
          </a:prstGeom>
          <a:noFill/>
          <a:ln w="12700">
            <a:noFill/>
            <a:miter lim="800000"/>
            <a:headEnd/>
            <a:tailEnd/>
          </a:ln>
        </p:spPr>
        <p:txBody>
          <a:bodyPr wrap="none" anchor="ctr"/>
          <a:lstStyle/>
          <a:p>
            <a:pPr eaLnBrk="0" hangingPunct="0">
              <a:spcBef>
                <a:spcPct val="50000"/>
              </a:spcBef>
            </a:pPr>
            <a:endParaRPr lang="en-US"/>
          </a:p>
        </p:txBody>
      </p:sp>
      <p:sp>
        <p:nvSpPr>
          <p:cNvPr id="3" name="Text Placeholder 2"/>
          <p:cNvSpPr>
            <a:spLocks noGrp="1"/>
          </p:cNvSpPr>
          <p:nvPr>
            <p:ph type="body" sz="quarter" idx="15"/>
          </p:nvPr>
        </p:nvSpPr>
        <p:spPr>
          <a:xfrm>
            <a:off x="5037137" y="1349984"/>
            <a:ext cx="5935663" cy="5119407"/>
          </a:xfrm>
        </p:spPr>
        <p:txBody>
          <a:bodyPr vert="horz" lIns="0" tIns="0" rIns="0" bIns="0" rtlCol="0" anchor="t" anchorCtr="0">
            <a:noAutofit/>
          </a:bodyPr>
          <a:lstStyle/>
          <a:p>
            <a:pPr marL="342900" indent="-342900">
              <a:buChar char="•"/>
            </a:pPr>
            <a:r>
              <a:rPr lang="en-GB" b="1" dirty="0"/>
              <a:t>Objectives</a:t>
            </a:r>
          </a:p>
          <a:p>
            <a:pPr marL="684000" lvl="1" indent="-342900">
              <a:buSzPct val="115000"/>
            </a:pPr>
            <a:r>
              <a:rPr lang="en-GB" dirty="0"/>
              <a:t>To add functionality to existing classes using inheritance</a:t>
            </a:r>
          </a:p>
          <a:p>
            <a:pPr marL="342900" indent="-342900">
              <a:buChar char="•"/>
            </a:pPr>
            <a:endParaRPr lang="en-GB" b="1" dirty="0"/>
          </a:p>
          <a:p>
            <a:pPr marL="342900" indent="-342900">
              <a:buChar char="•"/>
            </a:pPr>
            <a:r>
              <a:rPr lang="en-GB" b="1" dirty="0"/>
              <a:t>Contents</a:t>
            </a:r>
          </a:p>
          <a:p>
            <a:pPr marL="684000" lvl="1" indent="-342900">
              <a:buSzPct val="115000"/>
            </a:pPr>
            <a:r>
              <a:rPr lang="en-GB" dirty="0"/>
              <a:t>Basic concepts of inheritance</a:t>
            </a:r>
          </a:p>
          <a:p>
            <a:pPr marL="684000" lvl="1" indent="-342900">
              <a:buSzPct val="115000"/>
            </a:pPr>
            <a:r>
              <a:rPr lang="en-GB" dirty="0"/>
              <a:t>Extending a simple class</a:t>
            </a:r>
          </a:p>
          <a:p>
            <a:pPr lvl="1"/>
            <a:endParaRPr lang="en-GB" dirty="0"/>
          </a:p>
          <a:p>
            <a:pPr marL="342900" indent="-342900">
              <a:buChar char="•"/>
            </a:pPr>
            <a:r>
              <a:rPr lang="en-GB" b="1" dirty="0"/>
              <a:t>Hands-on labs</a:t>
            </a:r>
          </a:p>
          <a:p>
            <a:pPr marL="342900" indent="-342900">
              <a:buChar char="•"/>
            </a:pPr>
            <a:endParaRPr lang="en-IN" b="1" dirty="0"/>
          </a:p>
        </p:txBody>
      </p:sp>
      <p:sp>
        <p:nvSpPr>
          <p:cNvPr id="2" name="Text Placeholder 1"/>
          <p:cNvSpPr>
            <a:spLocks noGrp="1"/>
          </p:cNvSpPr>
          <p:nvPr>
            <p:ph type="body" sz="quarter" idx="10"/>
          </p:nvPr>
        </p:nvSpPr>
        <p:spPr/>
        <p:txBody>
          <a:bodyPr/>
          <a:lstStyle/>
          <a:p>
            <a:r>
              <a:rPr lang="en-GB"/>
              <a:t>Contents</a:t>
            </a:r>
            <a:endParaRPr lang="en-IN" dirty="0"/>
          </a:p>
        </p:txBody>
      </p:sp>
      <p:sp>
        <p:nvSpPr>
          <p:cNvPr id="4" name="Rectangle 3" descr="Document">
            <a:extLst>
              <a:ext uri="{FF2B5EF4-FFF2-40B4-BE49-F238E27FC236}">
                <a16:creationId xmlns:a16="http://schemas.microsoft.com/office/drawing/2014/main" id="{39824F5B-436F-0BF0-1109-17834917B9EA}"/>
              </a:ext>
            </a:extLst>
          </p:cNvPr>
          <p:cNvSpPr/>
          <p:nvPr/>
        </p:nvSpPr>
        <p:spPr>
          <a:xfrm>
            <a:off x="4215204" y="3282181"/>
            <a:ext cx="796640" cy="700120"/>
          </a:xfrm>
          <a:prstGeom prst="rect">
            <a:avLst/>
          </a:prstGeom>
          <a: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p:spPr>
        <p:style>
          <a:lnRef idx="2">
            <a:scrgbClr r="0" g="0" b="0"/>
          </a:lnRef>
          <a:fillRef idx="1">
            <a:scrgbClr r="0" g="0" b="0"/>
          </a:fillRef>
          <a:effectRef idx="0">
            <a:schemeClr val="accent2">
              <a:hueOff val="0"/>
              <a:satOff val="0"/>
              <a:lumOff val="0"/>
              <a:alphaOff val="0"/>
            </a:schemeClr>
          </a:effectRef>
          <a:fontRef idx="minor">
            <a:schemeClr val="lt1"/>
          </a:fontRef>
        </p:style>
        <p:txBody>
          <a:bodyPr/>
          <a:lstStyle/>
          <a:p>
            <a:endParaRPr lang="en-GB"/>
          </a:p>
        </p:txBody>
      </p:sp>
      <p:sp>
        <p:nvSpPr>
          <p:cNvPr id="5" name="Rectangle 4" descr="Bullseye">
            <a:extLst>
              <a:ext uri="{FF2B5EF4-FFF2-40B4-BE49-F238E27FC236}">
                <a16:creationId xmlns:a16="http://schemas.microsoft.com/office/drawing/2014/main" id="{436A92A9-7EBF-BD18-261B-48831A53482A}"/>
              </a:ext>
            </a:extLst>
          </p:cNvPr>
          <p:cNvSpPr/>
          <p:nvPr/>
        </p:nvSpPr>
        <p:spPr>
          <a:xfrm>
            <a:off x="4235524" y="1548827"/>
            <a:ext cx="796640" cy="801720"/>
          </a:xfrm>
          <a:prstGeom prst="rect">
            <a:avLst/>
          </a:prstGeom>
          <a:blipFill>
            <a:blip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a:noFill/>
          </a:ln>
        </p:spPr>
        <p:style>
          <a:lnRef idx="2">
            <a:scrgbClr r="0" g="0" b="0"/>
          </a:lnRef>
          <a:fillRef idx="1">
            <a:scrgbClr r="0" g="0" b="0"/>
          </a:fillRef>
          <a:effectRef idx="0">
            <a:schemeClr val="accent2">
              <a:hueOff val="0"/>
              <a:satOff val="0"/>
              <a:lumOff val="0"/>
              <a:alphaOff val="0"/>
            </a:schemeClr>
          </a:effectRef>
          <a:fontRef idx="minor">
            <a:schemeClr val="lt1"/>
          </a:fontRef>
        </p:style>
        <p:txBody>
          <a:bodyPr/>
          <a:lstStyle/>
          <a:p>
            <a:endParaRPr lang="en-GB"/>
          </a:p>
        </p:txBody>
      </p:sp>
    </p:spTree>
    <p:extLst>
      <p:ext uri="{BB962C8B-B14F-4D97-AF65-F5344CB8AC3E}">
        <p14:creationId xmlns:p14="http://schemas.microsoft.com/office/powerpoint/2010/main" val="3881823652"/>
      </p:ext>
    </p:extLst>
  </p:cSld>
  <p:clrMapOvr>
    <a:masterClrMapping/>
  </p:clrMapOvr>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BB9587-084B-EA06-AF5B-B89656810EC5}"/>
              </a:ext>
            </a:extLst>
          </p:cNvPr>
          <p:cNvSpPr>
            <a:spLocks noGrp="1"/>
          </p:cNvSpPr>
          <p:nvPr>
            <p:ph type="ctrTitle"/>
          </p:nvPr>
        </p:nvSpPr>
        <p:spPr/>
        <p:txBody>
          <a:bodyPr/>
          <a:lstStyle/>
          <a:p>
            <a:r>
              <a:rPr lang="en-GB" dirty="0"/>
              <a:t>Base and derived classes</a:t>
            </a:r>
          </a:p>
        </p:txBody>
      </p:sp>
      <p:sp>
        <p:nvSpPr>
          <p:cNvPr id="5" name="Slide Number Placeholder 4">
            <a:extLst>
              <a:ext uri="{FF2B5EF4-FFF2-40B4-BE49-F238E27FC236}">
                <a16:creationId xmlns:a16="http://schemas.microsoft.com/office/drawing/2014/main" id="{21544A1D-3981-DC9A-D9F1-B73B66992BD5}"/>
              </a:ext>
            </a:extLst>
          </p:cNvPr>
          <p:cNvSpPr>
            <a:spLocks noGrp="1"/>
          </p:cNvSpPr>
          <p:nvPr>
            <p:ph type="sldNum" sz="quarter" idx="12"/>
          </p:nvPr>
        </p:nvSpPr>
        <p:spPr/>
        <p:txBody>
          <a:bodyPr/>
          <a:lstStyle/>
          <a:p>
            <a:fld id="{F3469444-D02B-D446-9CF8-19DEDDE073D1}" type="slidenum">
              <a:rPr lang="en-US" smtClean="0"/>
              <a:pPr/>
              <a:t>3</a:t>
            </a:fld>
            <a:endParaRPr lang="en-US" dirty="0"/>
          </a:p>
        </p:txBody>
      </p:sp>
      <p:sp>
        <p:nvSpPr>
          <p:cNvPr id="6" name="Rectangle 3">
            <a:extLst>
              <a:ext uri="{FF2B5EF4-FFF2-40B4-BE49-F238E27FC236}">
                <a16:creationId xmlns:a16="http://schemas.microsoft.com/office/drawing/2014/main" id="{855FC1B0-4EE1-D153-BFD8-CE84E088CB93}"/>
              </a:ext>
            </a:extLst>
          </p:cNvPr>
          <p:cNvSpPr txBox="1">
            <a:spLocks noChangeArrowheads="1"/>
          </p:cNvSpPr>
          <p:nvPr/>
        </p:nvSpPr>
        <p:spPr>
          <a:xfrm>
            <a:off x="392650" y="1486503"/>
            <a:ext cx="10619653" cy="3161214"/>
          </a:xfrm>
          <a:prstGeom prst="rect">
            <a:avLst/>
          </a:prstGeom>
        </p:spPr>
        <p:txBody>
          <a:bodyPr vert="horz" lIns="0" tIns="0" rIns="0" bIns="0" rtlCol="0" anchor="t" anchorCtr="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1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42900" indent="-342900"/>
            <a:r>
              <a:rPr lang="en-GB" b="1" dirty="0"/>
              <a:t>A class can inherit the features of another class.</a:t>
            </a:r>
          </a:p>
          <a:p>
            <a:pPr marL="341100" lvl="1" indent="0">
              <a:buSzPct val="115000"/>
              <a:buFont typeface="Arial" panose="020B0604020202020204" pitchFamily="34" charset="0"/>
              <a:buNone/>
            </a:pPr>
            <a:r>
              <a:rPr lang="en-GB" dirty="0"/>
              <a:t> </a:t>
            </a:r>
          </a:p>
          <a:p>
            <a:pPr marL="342900" indent="-342900"/>
            <a:r>
              <a:rPr lang="en-GB" b="1" dirty="0"/>
              <a:t>The ‘sub’ class can:</a:t>
            </a:r>
          </a:p>
          <a:p>
            <a:pPr marL="684000" lvl="1" indent="-342900">
              <a:buSzPct val="115000"/>
            </a:pPr>
            <a:r>
              <a:rPr lang="en-GB" dirty="0"/>
              <a:t>utilise all the features of the super class.</a:t>
            </a:r>
          </a:p>
          <a:p>
            <a:pPr marL="684000" lvl="1" indent="-342900">
              <a:buSzPct val="115000"/>
            </a:pPr>
            <a:r>
              <a:rPr lang="en-GB" dirty="0"/>
              <a:t>override certain behaviour of the super class.</a:t>
            </a:r>
          </a:p>
          <a:p>
            <a:pPr marL="684000" lvl="1" indent="-342900">
              <a:buSzPct val="115000"/>
            </a:pPr>
            <a:r>
              <a:rPr lang="en-GB" dirty="0"/>
              <a:t>add new features. </a:t>
            </a:r>
          </a:p>
          <a:p>
            <a:endParaRPr lang="en-GB" b="1" dirty="0"/>
          </a:p>
          <a:p>
            <a:pPr marL="342900" indent="-342900"/>
            <a:r>
              <a:rPr lang="en-GB" b="1" dirty="0"/>
              <a:t>Inheritance is a fundamental object-oriented concept.</a:t>
            </a:r>
          </a:p>
        </p:txBody>
      </p:sp>
      <p:grpSp>
        <p:nvGrpSpPr>
          <p:cNvPr id="7" name="Group 4">
            <a:extLst>
              <a:ext uri="{FF2B5EF4-FFF2-40B4-BE49-F238E27FC236}">
                <a16:creationId xmlns:a16="http://schemas.microsoft.com/office/drawing/2014/main" id="{2F270F2A-3478-5DDB-AF76-A4441C8E0862}"/>
              </a:ext>
            </a:extLst>
          </p:cNvPr>
          <p:cNvGrpSpPr>
            <a:grpSpLocks/>
          </p:cNvGrpSpPr>
          <p:nvPr/>
        </p:nvGrpSpPr>
        <p:grpSpPr bwMode="auto">
          <a:xfrm>
            <a:off x="443921" y="4551039"/>
            <a:ext cx="8336741" cy="1284289"/>
            <a:chOff x="1036" y="2765"/>
            <a:chExt cx="4224" cy="809"/>
          </a:xfrm>
        </p:grpSpPr>
        <p:sp>
          <p:nvSpPr>
            <p:cNvPr id="8" name="Rectangle 7">
              <a:extLst>
                <a:ext uri="{FF2B5EF4-FFF2-40B4-BE49-F238E27FC236}">
                  <a16:creationId xmlns:a16="http://schemas.microsoft.com/office/drawing/2014/main" id="{CC76CFE1-79A9-4F6A-00CF-F7959FE5D1DC}"/>
                </a:ext>
              </a:extLst>
            </p:cNvPr>
            <p:cNvSpPr>
              <a:spLocks noChangeArrowheads="1"/>
            </p:cNvSpPr>
            <p:nvPr/>
          </p:nvSpPr>
          <p:spPr bwMode="auto">
            <a:xfrm>
              <a:off x="1036" y="2765"/>
              <a:ext cx="4224" cy="266"/>
            </a:xfrm>
            <a:prstGeom prst="rect">
              <a:avLst/>
            </a:prstGeom>
            <a:noFill/>
            <a:ln w="12700">
              <a:noFill/>
              <a:miter lim="800000"/>
              <a:headEnd/>
              <a:tailEnd/>
            </a:ln>
          </p:spPr>
          <p:txBody>
            <a:bodyPr lIns="90488" tIns="44450" rIns="90488" bIns="44450">
              <a:spAutoFit/>
            </a:bodyPr>
            <a:lstStyle/>
            <a:p>
              <a:pPr defTabSz="739775" eaLnBrk="0" hangingPunct="0">
                <a:lnSpc>
                  <a:spcPct val="90000"/>
                </a:lnSpc>
                <a:spcBef>
                  <a:spcPct val="30000"/>
                </a:spcBef>
              </a:pPr>
              <a:r>
                <a:rPr lang="en-GB" dirty="0"/>
                <a:t>The code in the super class can be reused by the subclass.  </a:t>
              </a:r>
              <a:r>
                <a:rPr lang="en-GB" sz="2400" dirty="0"/>
                <a:t>✔️</a:t>
              </a:r>
              <a:endParaRPr lang="en-GB" dirty="0"/>
            </a:p>
          </p:txBody>
        </p:sp>
        <p:sp>
          <p:nvSpPr>
            <p:cNvPr id="9" name="Rectangle 8">
              <a:extLst>
                <a:ext uri="{FF2B5EF4-FFF2-40B4-BE49-F238E27FC236}">
                  <a16:creationId xmlns:a16="http://schemas.microsoft.com/office/drawing/2014/main" id="{FF7F6A25-C229-2B63-CE6A-8A625B617A05}"/>
                </a:ext>
              </a:extLst>
            </p:cNvPr>
            <p:cNvSpPr>
              <a:spLocks noChangeArrowheads="1"/>
            </p:cNvSpPr>
            <p:nvPr/>
          </p:nvSpPr>
          <p:spPr bwMode="auto">
            <a:xfrm>
              <a:off x="1036" y="3151"/>
              <a:ext cx="4224" cy="423"/>
            </a:xfrm>
            <a:prstGeom prst="rect">
              <a:avLst/>
            </a:prstGeom>
            <a:noFill/>
            <a:ln w="12700">
              <a:noFill/>
              <a:miter lim="800000"/>
              <a:headEnd/>
              <a:tailEnd/>
            </a:ln>
          </p:spPr>
          <p:txBody>
            <a:bodyPr lIns="90488" tIns="44450" rIns="90488" bIns="44450">
              <a:spAutoFit/>
            </a:bodyPr>
            <a:lstStyle/>
            <a:p>
              <a:pPr defTabSz="739775" eaLnBrk="0" hangingPunct="0">
                <a:lnSpc>
                  <a:spcPct val="90000"/>
                </a:lnSpc>
                <a:spcBef>
                  <a:spcPct val="30000"/>
                </a:spcBef>
              </a:pPr>
              <a:r>
                <a:rPr lang="en-GB" dirty="0"/>
                <a:t>New classes can be defined simply in the terms of their  </a:t>
              </a:r>
              <a:r>
                <a:rPr lang="en-GB" b="1" dirty="0"/>
                <a:t>    </a:t>
              </a:r>
              <a:r>
                <a:rPr lang="en-GB" sz="2400" b="1" dirty="0"/>
                <a:t>✔️ </a:t>
              </a:r>
              <a:br>
                <a:rPr lang="en-GB" b="1" dirty="0"/>
              </a:br>
              <a:r>
                <a:rPr lang="en-GB" b="1" dirty="0"/>
                <a:t>differences</a:t>
              </a:r>
              <a:r>
                <a:rPr lang="en-GB" dirty="0"/>
                <a:t> from an existing class.</a:t>
              </a:r>
            </a:p>
          </p:txBody>
        </p:sp>
      </p:grpSp>
      <p:pic>
        <p:nvPicPr>
          <p:cNvPr id="10" name="Picture 9" descr="A UML class diagram displaying two classes: 'Account' and 'Savings Account'.  The 'Savings Account' class contains a sub class of 'Account'.">
            <a:extLst>
              <a:ext uri="{FF2B5EF4-FFF2-40B4-BE49-F238E27FC236}">
                <a16:creationId xmlns:a16="http://schemas.microsoft.com/office/drawing/2014/main" id="{98642923-F8A4-2059-61E4-BAD9002AE6F5}"/>
              </a:ext>
            </a:extLst>
          </p:cNvPr>
          <p:cNvPicPr>
            <a:picLocks noChangeAspect="1"/>
          </p:cNvPicPr>
          <p:nvPr/>
        </p:nvPicPr>
        <p:blipFill>
          <a:blip r:embed="rId3"/>
          <a:stretch>
            <a:fillRect/>
          </a:stretch>
        </p:blipFill>
        <p:spPr>
          <a:xfrm>
            <a:off x="7932611" y="1486503"/>
            <a:ext cx="3797300" cy="2761673"/>
          </a:xfrm>
          <a:prstGeom prst="rect">
            <a:avLst/>
          </a:prstGeom>
          <a:ln>
            <a:noFill/>
          </a:ln>
          <a:effectLst/>
        </p:spPr>
      </p:pic>
    </p:spTree>
    <p:extLst>
      <p:ext uri="{BB962C8B-B14F-4D97-AF65-F5344CB8AC3E}">
        <p14:creationId xmlns:p14="http://schemas.microsoft.com/office/powerpoint/2010/main" val="56062882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6C1FE8-F7B0-B46B-CA04-884045CF02F7}"/>
              </a:ext>
            </a:extLst>
          </p:cNvPr>
          <p:cNvSpPr>
            <a:spLocks noGrp="1"/>
          </p:cNvSpPr>
          <p:nvPr>
            <p:ph type="ctrTitle"/>
          </p:nvPr>
        </p:nvSpPr>
        <p:spPr/>
        <p:txBody>
          <a:bodyPr/>
          <a:lstStyle/>
          <a:p>
            <a:r>
              <a:rPr lang="en-GB" dirty="0"/>
              <a:t>Inheritance in action</a:t>
            </a:r>
          </a:p>
        </p:txBody>
      </p:sp>
      <p:sp>
        <p:nvSpPr>
          <p:cNvPr id="5" name="Slide Number Placeholder 4">
            <a:extLst>
              <a:ext uri="{FF2B5EF4-FFF2-40B4-BE49-F238E27FC236}">
                <a16:creationId xmlns:a16="http://schemas.microsoft.com/office/drawing/2014/main" id="{21ECE208-D8DE-0CDE-652E-AECBD6425974}"/>
              </a:ext>
            </a:extLst>
          </p:cNvPr>
          <p:cNvSpPr>
            <a:spLocks noGrp="1"/>
          </p:cNvSpPr>
          <p:nvPr>
            <p:ph type="sldNum" sz="quarter" idx="12"/>
          </p:nvPr>
        </p:nvSpPr>
        <p:spPr/>
        <p:txBody>
          <a:bodyPr/>
          <a:lstStyle/>
          <a:p>
            <a:fld id="{F3469444-D02B-D446-9CF8-19DEDDE073D1}" type="slidenum">
              <a:rPr lang="en-US" smtClean="0"/>
              <a:pPr/>
              <a:t>4</a:t>
            </a:fld>
            <a:endParaRPr lang="en-US" dirty="0"/>
          </a:p>
        </p:txBody>
      </p:sp>
      <p:sp>
        <p:nvSpPr>
          <p:cNvPr id="11" name="Rectangle 3">
            <a:extLst>
              <a:ext uri="{FF2B5EF4-FFF2-40B4-BE49-F238E27FC236}">
                <a16:creationId xmlns:a16="http://schemas.microsoft.com/office/drawing/2014/main" id="{842E1E02-79F3-729C-186C-2F83A8590883}"/>
              </a:ext>
            </a:extLst>
          </p:cNvPr>
          <p:cNvSpPr txBox="1">
            <a:spLocks noChangeArrowheads="1"/>
          </p:cNvSpPr>
          <p:nvPr/>
        </p:nvSpPr>
        <p:spPr>
          <a:xfrm>
            <a:off x="443921" y="1799233"/>
            <a:ext cx="11516239" cy="4955354"/>
          </a:xfrm>
          <a:prstGeom prst="rect">
            <a:avLst/>
          </a:prstGeom>
        </p:spPr>
        <p:txBody>
          <a:bodyPr vert="horz" lIns="0" tIns="0" rIns="0" bIns="0" rtlCol="0" anchor="t" anchorCtr="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1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42900" indent="-342900"/>
            <a:r>
              <a:rPr lang="en-GB" b="1" dirty="0"/>
              <a:t>A vector graphics program</a:t>
            </a:r>
          </a:p>
          <a:p>
            <a:pPr marL="684000" lvl="1" indent="-342900">
              <a:buSzPct val="115000"/>
            </a:pPr>
            <a:r>
              <a:rPr lang="en-GB" dirty="0"/>
              <a:t>Lots of commonality </a:t>
            </a:r>
          </a:p>
          <a:p>
            <a:pPr marL="1026000" lvl="2" indent="-342900">
              <a:buSzPct val="115000"/>
            </a:pPr>
            <a:r>
              <a:rPr lang="en-GB" dirty="0">
                <a:latin typeface="Consolas" panose="020B0609020204030204" pitchFamily="49" charset="0"/>
              </a:rPr>
              <a:t>position</a:t>
            </a:r>
            <a:r>
              <a:rPr lang="en-GB" dirty="0"/>
              <a:t> and </a:t>
            </a:r>
            <a:r>
              <a:rPr lang="en-GB" dirty="0">
                <a:latin typeface="Consolas" panose="020B0609020204030204" pitchFamily="49" charset="0"/>
              </a:rPr>
              <a:t>colour</a:t>
            </a:r>
            <a:r>
              <a:rPr lang="en-GB" dirty="0"/>
              <a:t> fields</a:t>
            </a:r>
          </a:p>
          <a:p>
            <a:pPr marL="1026000" lvl="2" indent="-342900">
              <a:buSzPct val="115000"/>
            </a:pPr>
            <a:r>
              <a:rPr lang="en-GB" dirty="0">
                <a:latin typeface="Consolas" panose="020B0609020204030204" pitchFamily="49" charset="0"/>
              </a:rPr>
              <a:t>draw</a:t>
            </a:r>
            <a:r>
              <a:rPr lang="en-GB" dirty="0"/>
              <a:t> method</a:t>
            </a:r>
          </a:p>
          <a:p>
            <a:pPr marL="684000" lvl="1" indent="-342900">
              <a:buSzPct val="115000"/>
            </a:pPr>
            <a:r>
              <a:rPr lang="en-GB" dirty="0"/>
              <a:t>Want to benefit from re-use</a:t>
            </a:r>
          </a:p>
          <a:p>
            <a:pPr marL="180000" lvl="1" indent="-180000"/>
            <a:endParaRPr lang="en-GB" dirty="0"/>
          </a:p>
          <a:p>
            <a:pPr marL="342900" indent="-342900"/>
            <a:r>
              <a:rPr lang="en-GB" b="1" dirty="0"/>
              <a:t>Create a base class called Shape</a:t>
            </a:r>
          </a:p>
          <a:p>
            <a:pPr marL="684000" lvl="1" indent="-342900">
              <a:buSzPct val="115000"/>
            </a:pPr>
            <a:r>
              <a:rPr lang="en-GB" dirty="0"/>
              <a:t>Implement common code there</a:t>
            </a:r>
          </a:p>
          <a:p>
            <a:pPr marL="180000" lvl="1" indent="-180000"/>
            <a:endParaRPr lang="en-GB" dirty="0"/>
          </a:p>
          <a:p>
            <a:pPr marL="342900" indent="-342900"/>
            <a:r>
              <a:rPr lang="en-GB" b="1" dirty="0"/>
              <a:t>Derive classes from </a:t>
            </a:r>
            <a:r>
              <a:rPr lang="en-GB" b="1" dirty="0">
                <a:latin typeface="Consolas" panose="020B0609020204030204" pitchFamily="49" charset="0"/>
              </a:rPr>
              <a:t>Shape</a:t>
            </a:r>
          </a:p>
          <a:p>
            <a:pPr marL="684000" lvl="1" indent="-342900">
              <a:buSzPct val="115000"/>
            </a:pPr>
            <a:r>
              <a:rPr lang="en-GB" dirty="0">
                <a:latin typeface="Consolas" panose="020B0609020204030204" pitchFamily="49" charset="0"/>
              </a:rPr>
              <a:t>Rectangle, Ellipse, Triangle</a:t>
            </a:r>
          </a:p>
        </p:txBody>
      </p:sp>
      <p:sp>
        <p:nvSpPr>
          <p:cNvPr id="12" name="Rectangle 4" descr="Square">
            <a:extLst>
              <a:ext uri="{FF2B5EF4-FFF2-40B4-BE49-F238E27FC236}">
                <a16:creationId xmlns:a16="http://schemas.microsoft.com/office/drawing/2014/main" id="{9246238D-350B-2D6A-AF6A-FF5D13A21BA7}"/>
              </a:ext>
            </a:extLst>
          </p:cNvPr>
          <p:cNvSpPr>
            <a:spLocks noChangeArrowheads="1"/>
          </p:cNvSpPr>
          <p:nvPr/>
        </p:nvSpPr>
        <p:spPr bwMode="auto">
          <a:xfrm>
            <a:off x="8430979" y="5306614"/>
            <a:ext cx="1187450" cy="1187450"/>
          </a:xfrm>
          <a:prstGeom prst="rect">
            <a:avLst/>
          </a:prstGeom>
          <a:solidFill>
            <a:srgbClr val="659830"/>
          </a:solidFill>
          <a:ln w="9525">
            <a:noFill/>
            <a:miter lim="800000"/>
            <a:headEnd/>
            <a:tailEnd/>
          </a:ln>
        </p:spPr>
        <p:txBody>
          <a:bodyPr wrap="none" anchor="ctr"/>
          <a:lstStyle/>
          <a:p>
            <a:pPr eaLnBrk="0" hangingPunct="0">
              <a:spcBef>
                <a:spcPct val="50000"/>
              </a:spcBef>
            </a:pPr>
            <a:endParaRPr lang="en-US" dirty="0"/>
          </a:p>
        </p:txBody>
      </p:sp>
      <p:sp>
        <p:nvSpPr>
          <p:cNvPr id="13" name="Oval 5" descr="Circle">
            <a:extLst>
              <a:ext uri="{FF2B5EF4-FFF2-40B4-BE49-F238E27FC236}">
                <a16:creationId xmlns:a16="http://schemas.microsoft.com/office/drawing/2014/main" id="{881915CE-D6B6-DEFD-81E7-9C5517AE348E}"/>
              </a:ext>
            </a:extLst>
          </p:cNvPr>
          <p:cNvSpPr>
            <a:spLocks noChangeArrowheads="1"/>
          </p:cNvSpPr>
          <p:nvPr/>
        </p:nvSpPr>
        <p:spPr bwMode="auto">
          <a:xfrm>
            <a:off x="8364304" y="3303234"/>
            <a:ext cx="1320800" cy="1320800"/>
          </a:xfrm>
          <a:prstGeom prst="ellipse">
            <a:avLst/>
          </a:prstGeom>
          <a:solidFill>
            <a:srgbClr val="539FD2"/>
          </a:solidFill>
          <a:ln w="9525">
            <a:noFill/>
            <a:round/>
            <a:headEnd/>
            <a:tailEnd/>
          </a:ln>
        </p:spPr>
        <p:txBody>
          <a:bodyPr wrap="none" anchor="ctr"/>
          <a:lstStyle/>
          <a:p>
            <a:pPr eaLnBrk="0" hangingPunct="0">
              <a:spcBef>
                <a:spcPct val="50000"/>
              </a:spcBef>
            </a:pPr>
            <a:endParaRPr lang="en-US" dirty="0"/>
          </a:p>
        </p:txBody>
      </p:sp>
      <p:sp>
        <p:nvSpPr>
          <p:cNvPr id="14" name="AutoShape 6" descr="Triangle">
            <a:extLst>
              <a:ext uri="{FF2B5EF4-FFF2-40B4-BE49-F238E27FC236}">
                <a16:creationId xmlns:a16="http://schemas.microsoft.com/office/drawing/2014/main" id="{A95D0248-D01B-8C9B-FAD1-1C699BF78F3F}"/>
              </a:ext>
            </a:extLst>
          </p:cNvPr>
          <p:cNvSpPr>
            <a:spLocks noChangeArrowheads="1"/>
          </p:cNvSpPr>
          <p:nvPr/>
        </p:nvSpPr>
        <p:spPr bwMode="auto">
          <a:xfrm>
            <a:off x="8315885" y="1500889"/>
            <a:ext cx="1417638" cy="1225550"/>
          </a:xfrm>
          <a:prstGeom prst="triangle">
            <a:avLst>
              <a:gd name="adj" fmla="val 50000"/>
            </a:avLst>
          </a:prstGeom>
          <a:solidFill>
            <a:srgbClr val="EC881D"/>
          </a:solidFill>
          <a:ln w="9525">
            <a:noFill/>
            <a:miter lim="800000"/>
            <a:headEnd/>
            <a:tailEnd/>
          </a:ln>
        </p:spPr>
        <p:txBody>
          <a:bodyPr wrap="none" anchor="ctr"/>
          <a:lstStyle/>
          <a:p>
            <a:pPr eaLnBrk="0" hangingPunct="0">
              <a:spcBef>
                <a:spcPct val="50000"/>
              </a:spcBef>
            </a:pPr>
            <a:endParaRPr lang="en-US" dirty="0"/>
          </a:p>
        </p:txBody>
      </p:sp>
    </p:spTree>
    <p:extLst>
      <p:ext uri="{BB962C8B-B14F-4D97-AF65-F5344CB8AC3E}">
        <p14:creationId xmlns:p14="http://schemas.microsoft.com/office/powerpoint/2010/main" val="231779128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E3748E-4516-5141-C691-68F47ED631EC}"/>
              </a:ext>
            </a:extLst>
          </p:cNvPr>
          <p:cNvSpPr>
            <a:spLocks noGrp="1"/>
          </p:cNvSpPr>
          <p:nvPr>
            <p:ph type="ctrTitle"/>
          </p:nvPr>
        </p:nvSpPr>
        <p:spPr/>
        <p:txBody>
          <a:bodyPr/>
          <a:lstStyle/>
          <a:p>
            <a:r>
              <a:rPr lang="en-GB" dirty="0"/>
              <a:t>The inheritance hierarchy</a:t>
            </a:r>
          </a:p>
        </p:txBody>
      </p:sp>
      <p:sp>
        <p:nvSpPr>
          <p:cNvPr id="4" name="Slide Number Placeholder 3">
            <a:extLst>
              <a:ext uri="{FF2B5EF4-FFF2-40B4-BE49-F238E27FC236}">
                <a16:creationId xmlns:a16="http://schemas.microsoft.com/office/drawing/2014/main" id="{90847B7D-1D5F-27F0-F38F-39E934251947}"/>
              </a:ext>
            </a:extLst>
          </p:cNvPr>
          <p:cNvSpPr>
            <a:spLocks noGrp="1"/>
          </p:cNvSpPr>
          <p:nvPr>
            <p:ph type="sldNum" sz="quarter" idx="12"/>
          </p:nvPr>
        </p:nvSpPr>
        <p:spPr/>
        <p:txBody>
          <a:bodyPr/>
          <a:lstStyle/>
          <a:p>
            <a:fld id="{F3469444-D02B-D446-9CF8-19DEDDE073D1}" type="slidenum">
              <a:rPr lang="en-US" smtClean="0"/>
              <a:pPr/>
              <a:t>5</a:t>
            </a:fld>
            <a:endParaRPr lang="en-US" dirty="0"/>
          </a:p>
        </p:txBody>
      </p:sp>
      <p:sp>
        <p:nvSpPr>
          <p:cNvPr id="5" name="AutoShape 23">
            <a:extLst>
              <a:ext uri="{FF2B5EF4-FFF2-40B4-BE49-F238E27FC236}">
                <a16:creationId xmlns:a16="http://schemas.microsoft.com/office/drawing/2014/main" id="{67934DCA-BF9C-5AAA-E2D9-EEA8CC4FD8F4}"/>
              </a:ext>
            </a:extLst>
          </p:cNvPr>
          <p:cNvSpPr>
            <a:spLocks/>
          </p:cNvSpPr>
          <p:nvPr/>
        </p:nvSpPr>
        <p:spPr bwMode="auto">
          <a:xfrm flipH="1">
            <a:off x="492006" y="4221784"/>
            <a:ext cx="2413851" cy="805001"/>
          </a:xfrm>
          <a:prstGeom prst="borderCallout2">
            <a:avLst>
              <a:gd name="adj1" fmla="val 12718"/>
              <a:gd name="adj2" fmla="val -4236"/>
              <a:gd name="adj3" fmla="val 14222"/>
              <a:gd name="adj4" fmla="val -3594"/>
              <a:gd name="adj5" fmla="val 14446"/>
              <a:gd name="adj6" fmla="val -4129"/>
            </a:avLst>
          </a:prstGeom>
          <a:solidFill>
            <a:schemeClr val="accent5">
              <a:lumMod val="20000"/>
              <a:lumOff val="80000"/>
            </a:schemeClr>
          </a:solidFill>
          <a:ln>
            <a:noFill/>
            <a:headEnd/>
            <a:tailEnd/>
          </a:ln>
        </p:spPr>
        <p:style>
          <a:lnRef idx="1">
            <a:schemeClr val="accent1"/>
          </a:lnRef>
          <a:fillRef idx="3">
            <a:schemeClr val="accent1"/>
          </a:fillRef>
          <a:effectRef idx="2">
            <a:schemeClr val="accent1"/>
          </a:effectRef>
          <a:fontRef idx="minor">
            <a:schemeClr val="lt1"/>
          </a:fontRef>
        </p:style>
        <p:txBody>
          <a:bodyPr/>
          <a:lstStyle/>
          <a:p>
            <a:pPr algn="ctr" eaLnBrk="0" hangingPunct="0"/>
            <a:r>
              <a:rPr lang="en-GB" sz="1400" b="1" dirty="0">
                <a:solidFill>
                  <a:schemeClr val="tx1"/>
                </a:solidFill>
              </a:rPr>
              <a:t>Derived types that extend Shape</a:t>
            </a:r>
          </a:p>
        </p:txBody>
      </p:sp>
      <p:pic>
        <p:nvPicPr>
          <p:cNvPr id="6" name="Picture 5" descr="A UML class diagram illustrating an inheritance hierarchy. At the top, the 'Object' class serves as the root superclass. Below it, the 'Shape' class inherits from 'Object', acting as a generalisation for different shapes. Further down, four subclasses - 'Rectangle', 'Ellipse', 'Triangle', and 'Circle' - inherit from 'Shape', indicating that they share common properties and behaviours defined in 'Shape' while also having their own specialised attribute.">
            <a:extLst>
              <a:ext uri="{FF2B5EF4-FFF2-40B4-BE49-F238E27FC236}">
                <a16:creationId xmlns:a16="http://schemas.microsoft.com/office/drawing/2014/main" id="{293EDDAF-4766-17B5-2041-821735AB8014}"/>
              </a:ext>
            </a:extLst>
          </p:cNvPr>
          <p:cNvPicPr>
            <a:picLocks noChangeAspect="1"/>
          </p:cNvPicPr>
          <p:nvPr/>
        </p:nvPicPr>
        <p:blipFill>
          <a:blip r:embed="rId3"/>
          <a:stretch>
            <a:fillRect/>
          </a:stretch>
        </p:blipFill>
        <p:spPr>
          <a:xfrm>
            <a:off x="3077663" y="1366843"/>
            <a:ext cx="6163491" cy="5195507"/>
          </a:xfrm>
          <a:prstGeom prst="rect">
            <a:avLst/>
          </a:prstGeom>
        </p:spPr>
      </p:pic>
      <p:sp>
        <p:nvSpPr>
          <p:cNvPr id="7" name="AutoShape 24">
            <a:extLst>
              <a:ext uri="{FF2B5EF4-FFF2-40B4-BE49-F238E27FC236}">
                <a16:creationId xmlns:a16="http://schemas.microsoft.com/office/drawing/2014/main" id="{03D22332-4F41-4577-BFE8-D8B5F86FADE3}"/>
              </a:ext>
            </a:extLst>
          </p:cNvPr>
          <p:cNvSpPr>
            <a:spLocks/>
          </p:cNvSpPr>
          <p:nvPr/>
        </p:nvSpPr>
        <p:spPr bwMode="auto">
          <a:xfrm>
            <a:off x="7625432" y="5748946"/>
            <a:ext cx="4185821" cy="719883"/>
          </a:xfrm>
          <a:prstGeom prst="borderCallout2">
            <a:avLst>
              <a:gd name="adj1" fmla="val 12370"/>
              <a:gd name="adj2" fmla="val -3074"/>
              <a:gd name="adj3" fmla="val 12370"/>
              <a:gd name="adj4" fmla="val -26056"/>
              <a:gd name="adj5" fmla="val -11685"/>
              <a:gd name="adj6" fmla="val -49935"/>
            </a:avLst>
          </a:prstGeom>
          <a:solidFill>
            <a:schemeClr val="accent5">
              <a:lumMod val="20000"/>
              <a:lumOff val="80000"/>
            </a:schemeClr>
          </a:solidFill>
          <a:ln>
            <a:noFill/>
            <a:headEnd/>
            <a:tailEnd/>
          </a:ln>
        </p:spPr>
        <p:style>
          <a:lnRef idx="1">
            <a:schemeClr val="accent1"/>
          </a:lnRef>
          <a:fillRef idx="3">
            <a:schemeClr val="accent1"/>
          </a:fillRef>
          <a:effectRef idx="2">
            <a:schemeClr val="accent1"/>
          </a:effectRef>
          <a:fontRef idx="minor">
            <a:schemeClr val="lt1"/>
          </a:fontRef>
        </p:style>
        <p:txBody>
          <a:bodyPr/>
          <a:lstStyle/>
          <a:p>
            <a:pPr algn="ctr" eaLnBrk="0" hangingPunct="0">
              <a:defRPr/>
            </a:pPr>
            <a:r>
              <a:rPr lang="en-GB" sz="1400" b="1" dirty="0">
                <a:solidFill>
                  <a:schemeClr val="tx1"/>
                </a:solidFill>
              </a:rPr>
              <a:t>Single inheritance – each class </a:t>
            </a:r>
            <a:br>
              <a:rPr lang="en-GB" sz="1400" b="1" dirty="0">
                <a:solidFill>
                  <a:schemeClr val="tx1"/>
                </a:solidFill>
              </a:rPr>
            </a:br>
            <a:r>
              <a:rPr lang="en-GB" sz="1400" b="1" dirty="0">
                <a:solidFill>
                  <a:schemeClr val="tx1"/>
                </a:solidFill>
              </a:rPr>
              <a:t>can have one direct super class</a:t>
            </a:r>
          </a:p>
        </p:txBody>
      </p:sp>
      <p:sp>
        <p:nvSpPr>
          <p:cNvPr id="8" name="AutoShape 21">
            <a:extLst>
              <a:ext uri="{FF2B5EF4-FFF2-40B4-BE49-F238E27FC236}">
                <a16:creationId xmlns:a16="http://schemas.microsoft.com/office/drawing/2014/main" id="{D5F556F8-CE5F-5F89-4CEA-BAC5204EC7D2}"/>
              </a:ext>
            </a:extLst>
          </p:cNvPr>
          <p:cNvSpPr>
            <a:spLocks/>
          </p:cNvSpPr>
          <p:nvPr/>
        </p:nvSpPr>
        <p:spPr bwMode="auto">
          <a:xfrm>
            <a:off x="8273496" y="1359179"/>
            <a:ext cx="2762496" cy="744537"/>
          </a:xfrm>
          <a:prstGeom prst="borderCallout2">
            <a:avLst>
              <a:gd name="adj1" fmla="val 15352"/>
              <a:gd name="adj2" fmla="val -3444"/>
              <a:gd name="adj3" fmla="val 15352"/>
              <a:gd name="adj4" fmla="val -25056"/>
              <a:gd name="adj5" fmla="val 87847"/>
              <a:gd name="adj6" fmla="val -47523"/>
            </a:avLst>
          </a:prstGeom>
          <a:solidFill>
            <a:schemeClr val="accent5">
              <a:lumMod val="20000"/>
              <a:lumOff val="80000"/>
            </a:schemeClr>
          </a:solidFill>
          <a:ln>
            <a:noFill/>
            <a:headEnd/>
            <a:tailEnd/>
          </a:ln>
        </p:spPr>
        <p:style>
          <a:lnRef idx="1">
            <a:schemeClr val="accent1"/>
          </a:lnRef>
          <a:fillRef idx="3">
            <a:schemeClr val="accent1"/>
          </a:fillRef>
          <a:effectRef idx="2">
            <a:schemeClr val="accent1"/>
          </a:effectRef>
          <a:fontRef idx="minor">
            <a:schemeClr val="lt1"/>
          </a:fontRef>
        </p:style>
        <p:txBody>
          <a:bodyPr/>
          <a:lstStyle/>
          <a:p>
            <a:pPr algn="ctr" eaLnBrk="0" hangingPunct="0"/>
            <a:r>
              <a:rPr lang="en-GB" sz="1400" b="1" dirty="0">
                <a:solidFill>
                  <a:schemeClr val="tx1"/>
                </a:solidFill>
              </a:rPr>
              <a:t>Ultimate super class for all Java types</a:t>
            </a:r>
          </a:p>
        </p:txBody>
      </p:sp>
      <p:sp>
        <p:nvSpPr>
          <p:cNvPr id="9" name="AutoShape 22">
            <a:extLst>
              <a:ext uri="{FF2B5EF4-FFF2-40B4-BE49-F238E27FC236}">
                <a16:creationId xmlns:a16="http://schemas.microsoft.com/office/drawing/2014/main" id="{9170E6F3-0577-EAB1-9FB8-9FAD78B2336A}"/>
              </a:ext>
            </a:extLst>
          </p:cNvPr>
          <p:cNvSpPr>
            <a:spLocks/>
          </p:cNvSpPr>
          <p:nvPr/>
        </p:nvSpPr>
        <p:spPr bwMode="auto">
          <a:xfrm>
            <a:off x="8273496" y="2604251"/>
            <a:ext cx="2762496" cy="744537"/>
          </a:xfrm>
          <a:prstGeom prst="borderCallout2">
            <a:avLst>
              <a:gd name="adj1" fmla="val 15352"/>
              <a:gd name="adj2" fmla="val -3444"/>
              <a:gd name="adj3" fmla="val 15352"/>
              <a:gd name="adj4" fmla="val -25056"/>
              <a:gd name="adj5" fmla="val 87847"/>
              <a:gd name="adj6" fmla="val -47523"/>
            </a:avLst>
          </a:prstGeom>
          <a:solidFill>
            <a:schemeClr val="accent5">
              <a:lumMod val="20000"/>
              <a:lumOff val="80000"/>
            </a:schemeClr>
          </a:solidFill>
          <a:ln>
            <a:noFill/>
            <a:headEnd/>
            <a:tailEnd/>
          </a:ln>
        </p:spPr>
        <p:style>
          <a:lnRef idx="1">
            <a:schemeClr val="accent1"/>
          </a:lnRef>
          <a:fillRef idx="3">
            <a:schemeClr val="accent1"/>
          </a:fillRef>
          <a:effectRef idx="2">
            <a:schemeClr val="accent1"/>
          </a:effectRef>
          <a:fontRef idx="minor">
            <a:schemeClr val="lt1"/>
          </a:fontRef>
        </p:style>
        <p:txBody>
          <a:bodyPr/>
          <a:lstStyle/>
          <a:p>
            <a:pPr algn="ctr" eaLnBrk="0" hangingPunct="0"/>
            <a:r>
              <a:rPr lang="en-GB" sz="1400" b="1" dirty="0">
                <a:solidFill>
                  <a:schemeClr val="tx1"/>
                </a:solidFill>
              </a:rPr>
              <a:t>Super class of all</a:t>
            </a:r>
          </a:p>
          <a:p>
            <a:pPr algn="ctr" eaLnBrk="0" hangingPunct="0"/>
            <a:r>
              <a:rPr lang="en-GB" sz="1400" b="1" dirty="0">
                <a:solidFill>
                  <a:schemeClr val="tx1"/>
                </a:solidFill>
              </a:rPr>
              <a:t>Shape types</a:t>
            </a:r>
          </a:p>
        </p:txBody>
      </p:sp>
      <p:sp>
        <p:nvSpPr>
          <p:cNvPr id="10" name="Arrow: Left 9">
            <a:extLst>
              <a:ext uri="{FF2B5EF4-FFF2-40B4-BE49-F238E27FC236}">
                <a16:creationId xmlns:a16="http://schemas.microsoft.com/office/drawing/2014/main" id="{B1BC2232-F498-7443-9867-D4BA39C87C33}"/>
              </a:ext>
            </a:extLst>
          </p:cNvPr>
          <p:cNvSpPr/>
          <p:nvPr/>
        </p:nvSpPr>
        <p:spPr>
          <a:xfrm>
            <a:off x="7486351" y="1686428"/>
            <a:ext cx="802988" cy="199387"/>
          </a:xfrm>
          <a:prstGeom prst="leftArrow">
            <a:avLst/>
          </a:prstGeom>
          <a:solidFill>
            <a:schemeClr val="accent1">
              <a:lumMod val="50000"/>
            </a:schemeClr>
          </a:solidFill>
          <a:ln/>
        </p:spPr>
        <p:style>
          <a:lnRef idx="0">
            <a:schemeClr val="accent3"/>
          </a:lnRef>
          <a:fillRef idx="3">
            <a:schemeClr val="accent3"/>
          </a:fillRef>
          <a:effectRef idx="3">
            <a:schemeClr val="accent3"/>
          </a:effectRef>
          <a:fontRef idx="minor">
            <a:schemeClr val="lt1"/>
          </a:fontRef>
        </p:style>
        <p:txBody>
          <a:bodyPr rtlCol="0" anchor="ctr"/>
          <a:lstStyle/>
          <a:p>
            <a:pPr algn="ctr"/>
            <a:endParaRPr lang="en-GB" dirty="0"/>
          </a:p>
        </p:txBody>
      </p:sp>
      <p:sp>
        <p:nvSpPr>
          <p:cNvPr id="11" name="Arrow: Left 10">
            <a:extLst>
              <a:ext uri="{FF2B5EF4-FFF2-40B4-BE49-F238E27FC236}">
                <a16:creationId xmlns:a16="http://schemas.microsoft.com/office/drawing/2014/main" id="{32130767-9EDC-B8F5-7209-96EA2A3EA63A}"/>
              </a:ext>
            </a:extLst>
          </p:cNvPr>
          <p:cNvSpPr/>
          <p:nvPr/>
        </p:nvSpPr>
        <p:spPr>
          <a:xfrm>
            <a:off x="7544625" y="2883858"/>
            <a:ext cx="729989" cy="199387"/>
          </a:xfrm>
          <a:prstGeom prst="leftArrow">
            <a:avLst/>
          </a:prstGeom>
          <a:solidFill>
            <a:schemeClr val="accent1">
              <a:lumMod val="50000"/>
            </a:schemeClr>
          </a:solidFill>
          <a:ln/>
        </p:spPr>
        <p:style>
          <a:lnRef idx="0">
            <a:schemeClr val="accent3"/>
          </a:lnRef>
          <a:fillRef idx="3">
            <a:schemeClr val="accent3"/>
          </a:fillRef>
          <a:effectRef idx="3">
            <a:schemeClr val="accent3"/>
          </a:effectRef>
          <a:fontRef idx="minor">
            <a:schemeClr val="lt1"/>
          </a:fontRef>
        </p:style>
        <p:txBody>
          <a:bodyPr rtlCol="0" anchor="ctr"/>
          <a:lstStyle/>
          <a:p>
            <a:pPr algn="ctr"/>
            <a:endParaRPr lang="en-GB" dirty="0"/>
          </a:p>
        </p:txBody>
      </p:sp>
      <p:sp>
        <p:nvSpPr>
          <p:cNvPr id="12" name="Arrow: Right 11">
            <a:extLst>
              <a:ext uri="{FF2B5EF4-FFF2-40B4-BE49-F238E27FC236}">
                <a16:creationId xmlns:a16="http://schemas.microsoft.com/office/drawing/2014/main" id="{C3D8F225-D679-AE4E-3E53-EE420ABF38F6}"/>
              </a:ext>
            </a:extLst>
          </p:cNvPr>
          <p:cNvSpPr/>
          <p:nvPr/>
        </p:nvSpPr>
        <p:spPr>
          <a:xfrm>
            <a:off x="2884969" y="4505465"/>
            <a:ext cx="304838" cy="237640"/>
          </a:xfrm>
          <a:prstGeom prst="rightArrow">
            <a:avLst/>
          </a:prstGeom>
          <a:solidFill>
            <a:schemeClr val="accent1">
              <a:lumMod val="50000"/>
            </a:schemeClr>
          </a:solidFill>
          <a:ln/>
        </p:spPr>
        <p:style>
          <a:lnRef idx="0">
            <a:schemeClr val="accent3"/>
          </a:lnRef>
          <a:fillRef idx="3">
            <a:schemeClr val="accent3"/>
          </a:fillRef>
          <a:effectRef idx="3">
            <a:schemeClr val="accent3"/>
          </a:effectRef>
          <a:fontRef idx="minor">
            <a:schemeClr val="lt1"/>
          </a:fontRef>
        </p:style>
        <p:txBody>
          <a:bodyPr rtlCol="0" anchor="ctr"/>
          <a:lstStyle/>
          <a:p>
            <a:pPr algn="ctr"/>
            <a:endParaRPr lang="en-GB" dirty="0"/>
          </a:p>
        </p:txBody>
      </p:sp>
    </p:spTree>
    <p:extLst>
      <p:ext uri="{BB962C8B-B14F-4D97-AF65-F5344CB8AC3E}">
        <p14:creationId xmlns:p14="http://schemas.microsoft.com/office/powerpoint/2010/main" val="16808724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62F4DF-1287-248A-2A1C-4B3EBA653179}"/>
              </a:ext>
            </a:extLst>
          </p:cNvPr>
          <p:cNvSpPr>
            <a:spLocks noGrp="1"/>
          </p:cNvSpPr>
          <p:nvPr>
            <p:ph type="ctrTitle"/>
          </p:nvPr>
        </p:nvSpPr>
        <p:spPr/>
        <p:txBody>
          <a:bodyPr/>
          <a:lstStyle/>
          <a:p>
            <a:r>
              <a:rPr lang="en-GB" dirty="0"/>
              <a:t>Specifying the base class</a:t>
            </a:r>
          </a:p>
        </p:txBody>
      </p:sp>
      <p:sp>
        <p:nvSpPr>
          <p:cNvPr id="4" name="Slide Number Placeholder 3">
            <a:extLst>
              <a:ext uri="{FF2B5EF4-FFF2-40B4-BE49-F238E27FC236}">
                <a16:creationId xmlns:a16="http://schemas.microsoft.com/office/drawing/2014/main" id="{DC0D4A9B-F218-81D3-BB8B-13451B64F04B}"/>
              </a:ext>
            </a:extLst>
          </p:cNvPr>
          <p:cNvSpPr>
            <a:spLocks noGrp="1"/>
          </p:cNvSpPr>
          <p:nvPr>
            <p:ph type="sldNum" sz="quarter" idx="12"/>
          </p:nvPr>
        </p:nvSpPr>
        <p:spPr>
          <a:xfrm>
            <a:off x="9365513" y="6436842"/>
            <a:ext cx="2743200" cy="365125"/>
          </a:xfrm>
        </p:spPr>
        <p:txBody>
          <a:bodyPr/>
          <a:lstStyle/>
          <a:p>
            <a:fld id="{F3469444-D02B-D446-9CF8-19DEDDE073D1}" type="slidenum">
              <a:rPr lang="en-US" smtClean="0"/>
              <a:pPr/>
              <a:t>6</a:t>
            </a:fld>
            <a:endParaRPr lang="en-US" dirty="0"/>
          </a:p>
        </p:txBody>
      </p:sp>
      <p:sp>
        <p:nvSpPr>
          <p:cNvPr id="5" name="Rectangle 4">
            <a:extLst>
              <a:ext uri="{FF2B5EF4-FFF2-40B4-BE49-F238E27FC236}">
                <a16:creationId xmlns:a16="http://schemas.microsoft.com/office/drawing/2014/main" id="{67446CB3-3281-1241-888A-1DA9E69946F7}"/>
              </a:ext>
            </a:extLst>
          </p:cNvPr>
          <p:cNvSpPr>
            <a:spLocks noChangeArrowheads="1"/>
          </p:cNvSpPr>
          <p:nvPr/>
        </p:nvSpPr>
        <p:spPr bwMode="auto">
          <a:xfrm>
            <a:off x="3695701" y="1474674"/>
            <a:ext cx="5757648" cy="1751762"/>
          </a:xfrm>
          <a:prstGeom prst="rect">
            <a:avLst/>
          </a:prstGeom>
          <a:solidFill>
            <a:schemeClr val="accent5">
              <a:lumMod val="20000"/>
              <a:lumOff val="80000"/>
            </a:schemeClr>
          </a:solidFill>
          <a:ln w="19050">
            <a:noFill/>
            <a:miter lim="800000"/>
            <a:headEnd/>
            <a:tailEnd/>
          </a:ln>
          <a:effectLst>
            <a:outerShdw blurRad="50800" dist="38100" algn="l" rotWithShape="0">
              <a:prstClr val="black">
                <a:alpha val="40000"/>
              </a:prstClr>
            </a:outerShdw>
          </a:effectLst>
        </p:spPr>
        <p:txBody>
          <a:bodyPr wrap="square" lIns="90488" tIns="44450" rIns="0" bIns="44450">
            <a:spAutoFit/>
          </a:bodyPr>
          <a:lstStyle/>
          <a:p>
            <a:pPr defTabSz="739775" eaLnBrk="0" hangingPunct="0">
              <a:tabLst>
                <a:tab pos="347663" algn="l"/>
                <a:tab pos="685800" algn="l"/>
                <a:tab pos="1033463" algn="l"/>
                <a:tab pos="1371600" algn="l"/>
                <a:tab pos="1719263" algn="l"/>
                <a:tab pos="2057400" algn="l"/>
                <a:tab pos="2405063" algn="l"/>
                <a:tab pos="2743200" algn="l"/>
              </a:tabLst>
              <a:defRPr/>
            </a:pPr>
            <a:r>
              <a:rPr lang="en-GB" b="1" dirty="0">
                <a:solidFill>
                  <a:srgbClr val="0000FF"/>
                </a:solidFill>
                <a:latin typeface="Consolas" panose="020B0609020204030204" pitchFamily="49" charset="0"/>
              </a:rPr>
              <a:t>public class</a:t>
            </a:r>
            <a:r>
              <a:rPr lang="en-GB" b="1" dirty="0">
                <a:latin typeface="Consolas" panose="020B0609020204030204" pitchFamily="49" charset="0"/>
              </a:rPr>
              <a:t> </a:t>
            </a:r>
            <a:r>
              <a:rPr lang="en-GB" b="1" dirty="0">
                <a:solidFill>
                  <a:srgbClr val="000000"/>
                </a:solidFill>
                <a:latin typeface="Consolas" panose="020B0609020204030204" pitchFamily="49" charset="0"/>
              </a:rPr>
              <a:t>Shape {</a:t>
            </a:r>
          </a:p>
          <a:p>
            <a:pPr defTabSz="739775" eaLnBrk="0" hangingPunct="0">
              <a:tabLst>
                <a:tab pos="347663" algn="l"/>
                <a:tab pos="685800" algn="l"/>
                <a:tab pos="1033463" algn="l"/>
                <a:tab pos="1371600" algn="l"/>
                <a:tab pos="1719263" algn="l"/>
                <a:tab pos="2057400" algn="l"/>
                <a:tab pos="2405063" algn="l"/>
                <a:tab pos="2743200" algn="l"/>
              </a:tabLst>
              <a:defRPr/>
            </a:pPr>
            <a:br>
              <a:rPr lang="en-GB" b="1" dirty="0">
                <a:solidFill>
                  <a:srgbClr val="0000FF"/>
                </a:solidFill>
                <a:latin typeface="Consolas" panose="020B0609020204030204" pitchFamily="49" charset="0"/>
              </a:rPr>
            </a:br>
            <a:r>
              <a:rPr lang="en-GB" b="1" dirty="0">
                <a:solidFill>
                  <a:srgbClr val="0000FF"/>
                </a:solidFill>
                <a:latin typeface="Consolas" panose="020B0609020204030204" pitchFamily="49" charset="0"/>
              </a:rPr>
              <a:t>  private </a:t>
            </a:r>
            <a:r>
              <a:rPr lang="en-GB" b="1" dirty="0">
                <a:solidFill>
                  <a:srgbClr val="000000"/>
                </a:solidFill>
                <a:latin typeface="Consolas" panose="020B0609020204030204" pitchFamily="49" charset="0"/>
              </a:rPr>
              <a:t>int x, y; </a:t>
            </a:r>
          </a:p>
          <a:p>
            <a:pPr defTabSz="739775" eaLnBrk="0" hangingPunct="0">
              <a:tabLst>
                <a:tab pos="347663" algn="l"/>
                <a:tab pos="685800" algn="l"/>
                <a:tab pos="1033463" algn="l"/>
                <a:tab pos="1371600" algn="l"/>
                <a:tab pos="1719263" algn="l"/>
                <a:tab pos="2057400" algn="l"/>
                <a:tab pos="2405063" algn="l"/>
                <a:tab pos="2743200" algn="l"/>
              </a:tabLst>
              <a:defRPr/>
            </a:pPr>
            <a:r>
              <a:rPr lang="en-GB" b="1" dirty="0">
                <a:solidFill>
                  <a:srgbClr val="000000"/>
                </a:solidFill>
                <a:latin typeface="Consolas" panose="020B0609020204030204" pitchFamily="49" charset="0"/>
              </a:rPr>
              <a:t>  </a:t>
            </a:r>
            <a:r>
              <a:rPr lang="en-GB" b="1" dirty="0">
                <a:solidFill>
                  <a:srgbClr val="0000FF"/>
                </a:solidFill>
                <a:latin typeface="Consolas" panose="020B0609020204030204" pitchFamily="49" charset="0"/>
              </a:rPr>
              <a:t>private </a:t>
            </a:r>
            <a:r>
              <a:rPr lang="en-GB" b="1" dirty="0">
                <a:solidFill>
                  <a:srgbClr val="000000"/>
                </a:solidFill>
                <a:latin typeface="Consolas" panose="020B0609020204030204" pitchFamily="49" charset="0"/>
              </a:rPr>
              <a:t>String colour;</a:t>
            </a:r>
            <a:br>
              <a:rPr lang="en-GB" b="1" dirty="0">
                <a:solidFill>
                  <a:srgbClr val="000000"/>
                </a:solidFill>
                <a:latin typeface="Consolas" panose="020B0609020204030204" pitchFamily="49" charset="0"/>
              </a:rPr>
            </a:br>
            <a:r>
              <a:rPr lang="en-GB" b="1" dirty="0">
                <a:solidFill>
                  <a:srgbClr val="000000"/>
                </a:solidFill>
                <a:latin typeface="Consolas" panose="020B0609020204030204" pitchFamily="49" charset="0"/>
              </a:rPr>
              <a:t>  ...</a:t>
            </a:r>
          </a:p>
          <a:p>
            <a:pPr defTabSz="739775" eaLnBrk="0" hangingPunct="0">
              <a:tabLst>
                <a:tab pos="347663" algn="l"/>
                <a:tab pos="685800" algn="l"/>
                <a:tab pos="1033463" algn="l"/>
                <a:tab pos="1371600" algn="l"/>
                <a:tab pos="1719263" algn="l"/>
                <a:tab pos="2057400" algn="l"/>
                <a:tab pos="2405063" algn="l"/>
                <a:tab pos="2743200" algn="l"/>
              </a:tabLst>
              <a:defRPr/>
            </a:pPr>
            <a:r>
              <a:rPr lang="en-GB" b="1" dirty="0">
                <a:solidFill>
                  <a:srgbClr val="000000"/>
                </a:solidFill>
                <a:latin typeface="Consolas" panose="020B0609020204030204" pitchFamily="49" charset="0"/>
              </a:rPr>
              <a:t>}</a:t>
            </a:r>
            <a:endParaRPr lang="en-GB" b="1" dirty="0">
              <a:solidFill>
                <a:srgbClr val="000046"/>
              </a:solidFill>
              <a:latin typeface="Consolas" panose="020B0609020204030204" pitchFamily="49" charset="0"/>
            </a:endParaRPr>
          </a:p>
        </p:txBody>
      </p:sp>
      <p:sp>
        <p:nvSpPr>
          <p:cNvPr id="6" name="Rectangle 5">
            <a:extLst>
              <a:ext uri="{FF2B5EF4-FFF2-40B4-BE49-F238E27FC236}">
                <a16:creationId xmlns:a16="http://schemas.microsoft.com/office/drawing/2014/main" id="{779BA3F3-01C3-0D6D-697A-40D08042F13E}"/>
              </a:ext>
            </a:extLst>
          </p:cNvPr>
          <p:cNvSpPr>
            <a:spLocks noChangeArrowheads="1"/>
          </p:cNvSpPr>
          <p:nvPr/>
        </p:nvSpPr>
        <p:spPr bwMode="auto">
          <a:xfrm>
            <a:off x="3695701" y="3463661"/>
            <a:ext cx="5757648" cy="3136756"/>
          </a:xfrm>
          <a:prstGeom prst="rect">
            <a:avLst/>
          </a:prstGeom>
          <a:solidFill>
            <a:srgbClr val="FDFDFD"/>
          </a:solidFill>
          <a:ln w="19050">
            <a:solidFill>
              <a:schemeClr val="bg1">
                <a:lumMod val="95000"/>
              </a:schemeClr>
            </a:solidFill>
            <a:miter lim="800000"/>
            <a:headEnd/>
            <a:tailEnd/>
          </a:ln>
          <a:effectLst>
            <a:outerShdw blurRad="50800" dist="38100" algn="l" rotWithShape="0">
              <a:prstClr val="black">
                <a:alpha val="40000"/>
              </a:prstClr>
            </a:outerShdw>
          </a:effectLst>
        </p:spPr>
        <p:txBody>
          <a:bodyPr wrap="square" lIns="90488" tIns="44450" rIns="0" bIns="44450">
            <a:spAutoFit/>
          </a:bodyPr>
          <a:lstStyle/>
          <a:p>
            <a:pPr defTabSz="739775" eaLnBrk="0" hangingPunct="0">
              <a:tabLst>
                <a:tab pos="347663" algn="l"/>
                <a:tab pos="685800" algn="l"/>
                <a:tab pos="1033463" algn="l"/>
                <a:tab pos="1371600" algn="l"/>
                <a:tab pos="1719263" algn="l"/>
                <a:tab pos="2057400" algn="l"/>
                <a:tab pos="2405063" algn="l"/>
                <a:tab pos="2743200" algn="l"/>
              </a:tabLst>
              <a:defRPr/>
            </a:pPr>
            <a:r>
              <a:rPr lang="en-GB" b="1" dirty="0">
                <a:solidFill>
                  <a:srgbClr val="0000FF"/>
                </a:solidFill>
                <a:latin typeface="Consolas" panose="020B0609020204030204" pitchFamily="49" charset="0"/>
              </a:rPr>
              <a:t>public class</a:t>
            </a:r>
            <a:r>
              <a:rPr lang="en-GB" b="1" dirty="0">
                <a:latin typeface="Consolas" panose="020B0609020204030204" pitchFamily="49" charset="0"/>
              </a:rPr>
              <a:t> </a:t>
            </a:r>
            <a:r>
              <a:rPr lang="en-GB" b="1" dirty="0">
                <a:solidFill>
                  <a:srgbClr val="000000"/>
                </a:solidFill>
                <a:latin typeface="Consolas" panose="020B0609020204030204" pitchFamily="49" charset="0"/>
              </a:rPr>
              <a:t>Rectangle </a:t>
            </a:r>
            <a:r>
              <a:rPr lang="en-GB" b="1" dirty="0">
                <a:solidFill>
                  <a:srgbClr val="FF3300"/>
                </a:solidFill>
                <a:latin typeface="Consolas" panose="020B0609020204030204" pitchFamily="49" charset="0"/>
              </a:rPr>
              <a:t>: Shape</a:t>
            </a:r>
            <a:r>
              <a:rPr lang="en-GB" b="1" dirty="0">
                <a:solidFill>
                  <a:srgbClr val="000000"/>
                </a:solidFill>
                <a:latin typeface="Consolas" panose="020B0609020204030204" pitchFamily="49" charset="0"/>
              </a:rPr>
              <a:t> {</a:t>
            </a:r>
          </a:p>
          <a:p>
            <a:pPr defTabSz="739775" eaLnBrk="0" hangingPunct="0">
              <a:tabLst>
                <a:tab pos="347663" algn="l"/>
                <a:tab pos="685800" algn="l"/>
                <a:tab pos="1033463" algn="l"/>
                <a:tab pos="1371600" algn="l"/>
                <a:tab pos="1719263" algn="l"/>
                <a:tab pos="2057400" algn="l"/>
                <a:tab pos="2405063" algn="l"/>
                <a:tab pos="2743200" algn="l"/>
              </a:tabLst>
              <a:defRPr/>
            </a:pPr>
            <a:r>
              <a:rPr lang="en-GB" b="1" dirty="0">
                <a:solidFill>
                  <a:srgbClr val="000000"/>
                </a:solidFill>
                <a:latin typeface="Consolas" panose="020B0609020204030204" pitchFamily="49" charset="0"/>
              </a:rPr>
              <a:t>	... </a:t>
            </a:r>
            <a:endParaRPr lang="en-GB" b="1" dirty="0">
              <a:solidFill>
                <a:srgbClr val="008000"/>
              </a:solidFill>
              <a:latin typeface="Consolas" panose="020B0609020204030204" pitchFamily="49" charset="0"/>
            </a:endParaRPr>
          </a:p>
          <a:p>
            <a:pPr defTabSz="739775" eaLnBrk="0" hangingPunct="0">
              <a:tabLst>
                <a:tab pos="347663" algn="l"/>
                <a:tab pos="685800" algn="l"/>
                <a:tab pos="1033463" algn="l"/>
                <a:tab pos="1371600" algn="l"/>
                <a:tab pos="1719263" algn="l"/>
                <a:tab pos="2057400" algn="l"/>
                <a:tab pos="2405063" algn="l"/>
                <a:tab pos="2743200" algn="l"/>
              </a:tabLst>
              <a:defRPr/>
            </a:pPr>
            <a:r>
              <a:rPr lang="en-GB" b="1" dirty="0">
                <a:solidFill>
                  <a:srgbClr val="000000"/>
                </a:solidFill>
                <a:latin typeface="Consolas" panose="020B0609020204030204" pitchFamily="49" charset="0"/>
              </a:rPr>
              <a:t>}</a:t>
            </a:r>
          </a:p>
          <a:p>
            <a:pPr defTabSz="739775" eaLnBrk="0" hangingPunct="0">
              <a:tabLst>
                <a:tab pos="347663" algn="l"/>
                <a:tab pos="685800" algn="l"/>
                <a:tab pos="1033463" algn="l"/>
                <a:tab pos="1371600" algn="l"/>
                <a:tab pos="1719263" algn="l"/>
                <a:tab pos="2057400" algn="l"/>
                <a:tab pos="2405063" algn="l"/>
                <a:tab pos="2743200" algn="l"/>
              </a:tabLst>
              <a:defRPr/>
            </a:pPr>
            <a:endParaRPr lang="en-GB" b="1" dirty="0">
              <a:solidFill>
                <a:srgbClr val="000000"/>
              </a:solidFill>
              <a:latin typeface="Consolas" panose="020B0609020204030204" pitchFamily="49" charset="0"/>
            </a:endParaRPr>
          </a:p>
          <a:p>
            <a:pPr defTabSz="739775" eaLnBrk="0" hangingPunct="0">
              <a:tabLst>
                <a:tab pos="347663" algn="l"/>
                <a:tab pos="685800" algn="l"/>
                <a:tab pos="1033463" algn="l"/>
                <a:tab pos="1371600" algn="l"/>
                <a:tab pos="1719263" algn="l"/>
                <a:tab pos="2057400" algn="l"/>
                <a:tab pos="2405063" algn="l"/>
                <a:tab pos="2743200" algn="l"/>
              </a:tabLst>
              <a:defRPr/>
            </a:pPr>
            <a:r>
              <a:rPr lang="en-GB" b="1" dirty="0">
                <a:solidFill>
                  <a:srgbClr val="0000FF"/>
                </a:solidFill>
                <a:latin typeface="Consolas" panose="020B0609020204030204" pitchFamily="49" charset="0"/>
              </a:rPr>
              <a:t>public class</a:t>
            </a:r>
            <a:r>
              <a:rPr lang="en-GB" b="1" dirty="0">
                <a:solidFill>
                  <a:srgbClr val="000000"/>
                </a:solidFill>
                <a:latin typeface="Consolas" panose="020B0609020204030204" pitchFamily="49" charset="0"/>
              </a:rPr>
              <a:t> Ellipse </a:t>
            </a:r>
            <a:r>
              <a:rPr lang="en-GB" b="1" dirty="0">
                <a:solidFill>
                  <a:srgbClr val="FF3300"/>
                </a:solidFill>
                <a:latin typeface="Consolas" panose="020B0609020204030204" pitchFamily="49" charset="0"/>
              </a:rPr>
              <a:t>: Shape</a:t>
            </a:r>
            <a:r>
              <a:rPr lang="en-GB" b="1" dirty="0">
                <a:solidFill>
                  <a:srgbClr val="000000"/>
                </a:solidFill>
                <a:latin typeface="Consolas" panose="020B0609020204030204" pitchFamily="49" charset="0"/>
              </a:rPr>
              <a:t> {</a:t>
            </a:r>
          </a:p>
          <a:p>
            <a:pPr defTabSz="739775" eaLnBrk="0" hangingPunct="0">
              <a:tabLst>
                <a:tab pos="347663" algn="l"/>
                <a:tab pos="685800" algn="l"/>
                <a:tab pos="1033463" algn="l"/>
                <a:tab pos="1371600" algn="l"/>
                <a:tab pos="1719263" algn="l"/>
                <a:tab pos="2057400" algn="l"/>
                <a:tab pos="2405063" algn="l"/>
                <a:tab pos="2743200" algn="l"/>
              </a:tabLst>
              <a:defRPr/>
            </a:pPr>
            <a:r>
              <a:rPr lang="en-GB" b="1" dirty="0">
                <a:solidFill>
                  <a:srgbClr val="000000"/>
                </a:solidFill>
                <a:latin typeface="Consolas" panose="020B0609020204030204" pitchFamily="49" charset="0"/>
              </a:rPr>
              <a:t>	... </a:t>
            </a:r>
            <a:endParaRPr lang="en-GB" b="1" dirty="0">
              <a:solidFill>
                <a:srgbClr val="008000"/>
              </a:solidFill>
              <a:latin typeface="Consolas" panose="020B0609020204030204" pitchFamily="49" charset="0"/>
            </a:endParaRPr>
          </a:p>
          <a:p>
            <a:pPr defTabSz="739775" eaLnBrk="0" hangingPunct="0">
              <a:tabLst>
                <a:tab pos="347663" algn="l"/>
                <a:tab pos="685800" algn="l"/>
                <a:tab pos="1033463" algn="l"/>
                <a:tab pos="1371600" algn="l"/>
                <a:tab pos="1719263" algn="l"/>
                <a:tab pos="2057400" algn="l"/>
                <a:tab pos="2405063" algn="l"/>
                <a:tab pos="2743200" algn="l"/>
              </a:tabLst>
              <a:defRPr/>
            </a:pPr>
            <a:r>
              <a:rPr lang="en-GB" b="1" dirty="0">
                <a:solidFill>
                  <a:srgbClr val="000000"/>
                </a:solidFill>
                <a:latin typeface="Consolas" panose="020B0609020204030204" pitchFamily="49" charset="0"/>
              </a:rPr>
              <a:t>} </a:t>
            </a:r>
          </a:p>
          <a:p>
            <a:pPr defTabSz="739775" eaLnBrk="0" hangingPunct="0">
              <a:tabLst>
                <a:tab pos="347663" algn="l"/>
                <a:tab pos="685800" algn="l"/>
                <a:tab pos="1033463" algn="l"/>
                <a:tab pos="1371600" algn="l"/>
                <a:tab pos="1719263" algn="l"/>
                <a:tab pos="2057400" algn="l"/>
                <a:tab pos="2405063" algn="l"/>
                <a:tab pos="2743200" algn="l"/>
              </a:tabLst>
              <a:defRPr/>
            </a:pPr>
            <a:endParaRPr lang="en-GB" b="1" dirty="0">
              <a:solidFill>
                <a:srgbClr val="000000"/>
              </a:solidFill>
              <a:latin typeface="Consolas" panose="020B0609020204030204" pitchFamily="49" charset="0"/>
            </a:endParaRPr>
          </a:p>
          <a:p>
            <a:pPr defTabSz="739775" eaLnBrk="0" hangingPunct="0">
              <a:tabLst>
                <a:tab pos="347663" algn="l"/>
                <a:tab pos="685800" algn="l"/>
                <a:tab pos="1033463" algn="l"/>
                <a:tab pos="1371600" algn="l"/>
                <a:tab pos="1719263" algn="l"/>
                <a:tab pos="2057400" algn="l"/>
                <a:tab pos="2405063" algn="l"/>
                <a:tab pos="2743200" algn="l"/>
              </a:tabLst>
              <a:defRPr/>
            </a:pPr>
            <a:r>
              <a:rPr lang="en-GB" b="1" dirty="0">
                <a:solidFill>
                  <a:srgbClr val="0000FF"/>
                </a:solidFill>
                <a:latin typeface="Consolas" panose="020B0609020204030204" pitchFamily="49" charset="0"/>
              </a:rPr>
              <a:t>public class</a:t>
            </a:r>
            <a:r>
              <a:rPr lang="en-GB" b="1" dirty="0">
                <a:solidFill>
                  <a:srgbClr val="000000"/>
                </a:solidFill>
                <a:latin typeface="Consolas" panose="020B0609020204030204" pitchFamily="49" charset="0"/>
              </a:rPr>
              <a:t> Circle </a:t>
            </a:r>
            <a:r>
              <a:rPr lang="en-GB" b="1" dirty="0">
                <a:solidFill>
                  <a:srgbClr val="FF3300"/>
                </a:solidFill>
                <a:latin typeface="Consolas" panose="020B0609020204030204" pitchFamily="49" charset="0"/>
              </a:rPr>
              <a:t>: Ellipse</a:t>
            </a:r>
            <a:r>
              <a:rPr lang="en-GB" b="1" dirty="0">
                <a:solidFill>
                  <a:srgbClr val="000000"/>
                </a:solidFill>
                <a:latin typeface="Consolas" panose="020B0609020204030204" pitchFamily="49" charset="0"/>
              </a:rPr>
              <a:t> {</a:t>
            </a:r>
          </a:p>
          <a:p>
            <a:pPr defTabSz="739775" eaLnBrk="0" hangingPunct="0">
              <a:tabLst>
                <a:tab pos="347663" algn="l"/>
                <a:tab pos="685800" algn="l"/>
                <a:tab pos="1033463" algn="l"/>
                <a:tab pos="1371600" algn="l"/>
                <a:tab pos="1719263" algn="l"/>
                <a:tab pos="2057400" algn="l"/>
                <a:tab pos="2405063" algn="l"/>
                <a:tab pos="2743200" algn="l"/>
              </a:tabLst>
              <a:defRPr/>
            </a:pPr>
            <a:r>
              <a:rPr lang="en-GB" b="1" dirty="0">
                <a:solidFill>
                  <a:srgbClr val="000000"/>
                </a:solidFill>
                <a:latin typeface="Consolas" panose="020B0609020204030204" pitchFamily="49" charset="0"/>
              </a:rPr>
              <a:t>	... </a:t>
            </a:r>
            <a:endParaRPr lang="en-GB" b="1" dirty="0">
              <a:solidFill>
                <a:srgbClr val="008000"/>
              </a:solidFill>
              <a:latin typeface="Consolas" panose="020B0609020204030204" pitchFamily="49" charset="0"/>
            </a:endParaRPr>
          </a:p>
          <a:p>
            <a:pPr defTabSz="739775" eaLnBrk="0" hangingPunct="0">
              <a:tabLst>
                <a:tab pos="347663" algn="l"/>
                <a:tab pos="685800" algn="l"/>
                <a:tab pos="1033463" algn="l"/>
                <a:tab pos="1371600" algn="l"/>
                <a:tab pos="1719263" algn="l"/>
                <a:tab pos="2057400" algn="l"/>
                <a:tab pos="2405063" algn="l"/>
                <a:tab pos="2743200" algn="l"/>
              </a:tabLst>
              <a:defRPr/>
            </a:pPr>
            <a:r>
              <a:rPr lang="en-GB" b="1" dirty="0">
                <a:solidFill>
                  <a:srgbClr val="000000"/>
                </a:solidFill>
                <a:latin typeface="Consolas" panose="020B0609020204030204" pitchFamily="49" charset="0"/>
              </a:rPr>
              <a:t>}</a:t>
            </a:r>
            <a:endParaRPr lang="en-GB" b="1" dirty="0">
              <a:solidFill>
                <a:srgbClr val="000046"/>
              </a:solidFill>
              <a:latin typeface="Consolas" panose="020B0609020204030204" pitchFamily="49" charset="0"/>
            </a:endParaRPr>
          </a:p>
        </p:txBody>
      </p:sp>
      <p:sp>
        <p:nvSpPr>
          <p:cNvPr id="7" name="Rectangle 7">
            <a:extLst>
              <a:ext uri="{FF2B5EF4-FFF2-40B4-BE49-F238E27FC236}">
                <a16:creationId xmlns:a16="http://schemas.microsoft.com/office/drawing/2014/main" id="{1EB794AF-546F-F83B-FC9D-0BA7473F399A}"/>
              </a:ext>
            </a:extLst>
          </p:cNvPr>
          <p:cNvSpPr>
            <a:spLocks noChangeArrowheads="1"/>
          </p:cNvSpPr>
          <p:nvPr/>
        </p:nvSpPr>
        <p:spPr bwMode="auto">
          <a:xfrm>
            <a:off x="4911181" y="3902930"/>
            <a:ext cx="2888013" cy="305212"/>
          </a:xfrm>
          <a:prstGeom prst="rect">
            <a:avLst/>
          </a:prstGeom>
          <a:solidFill>
            <a:schemeClr val="bg1">
              <a:lumMod val="95000"/>
            </a:schemeClr>
          </a:solidFill>
          <a:ln>
            <a:noFill/>
            <a:headEnd/>
            <a:tailEnd/>
          </a:ln>
          <a:effectLst>
            <a:outerShdw blurRad="50800" dist="38100" algn="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a:lstStyle/>
          <a:p>
            <a:pPr algn="ctr" eaLnBrk="0" hangingPunct="0"/>
            <a:r>
              <a:rPr lang="en-GB" sz="1400" b="1" dirty="0">
                <a:solidFill>
                  <a:schemeClr val="tx1"/>
                </a:solidFill>
              </a:rPr>
              <a:t>Rectangle-specific members</a:t>
            </a:r>
          </a:p>
        </p:txBody>
      </p:sp>
      <p:sp>
        <p:nvSpPr>
          <p:cNvPr id="8" name="Rectangle 8">
            <a:extLst>
              <a:ext uri="{FF2B5EF4-FFF2-40B4-BE49-F238E27FC236}">
                <a16:creationId xmlns:a16="http://schemas.microsoft.com/office/drawing/2014/main" id="{469DE366-F5BE-D854-C953-3F961ADF77B0}"/>
              </a:ext>
            </a:extLst>
          </p:cNvPr>
          <p:cNvSpPr>
            <a:spLocks noChangeArrowheads="1"/>
          </p:cNvSpPr>
          <p:nvPr/>
        </p:nvSpPr>
        <p:spPr bwMode="auto">
          <a:xfrm>
            <a:off x="4911182" y="4976367"/>
            <a:ext cx="2888012" cy="305212"/>
          </a:xfrm>
          <a:prstGeom prst="rect">
            <a:avLst/>
          </a:prstGeom>
          <a:solidFill>
            <a:schemeClr val="bg1">
              <a:lumMod val="95000"/>
            </a:schemeClr>
          </a:solidFill>
          <a:ln>
            <a:noFill/>
            <a:headEnd/>
            <a:tailEnd/>
          </a:ln>
          <a:effectLst>
            <a:outerShdw blurRad="50800" dist="38100" algn="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a:lstStyle/>
          <a:p>
            <a:pPr algn="ctr" eaLnBrk="0" hangingPunct="0"/>
            <a:r>
              <a:rPr lang="en-GB" sz="1400" b="1" dirty="0">
                <a:solidFill>
                  <a:schemeClr val="tx1"/>
                </a:solidFill>
              </a:rPr>
              <a:t>Ellipse-specific members</a:t>
            </a:r>
          </a:p>
        </p:txBody>
      </p:sp>
      <p:sp>
        <p:nvSpPr>
          <p:cNvPr id="9" name="Rectangle 9">
            <a:extLst>
              <a:ext uri="{FF2B5EF4-FFF2-40B4-BE49-F238E27FC236}">
                <a16:creationId xmlns:a16="http://schemas.microsoft.com/office/drawing/2014/main" id="{21276522-61D7-5D18-D334-C909BB4959D7}"/>
              </a:ext>
            </a:extLst>
          </p:cNvPr>
          <p:cNvSpPr>
            <a:spLocks noChangeArrowheads="1"/>
          </p:cNvSpPr>
          <p:nvPr/>
        </p:nvSpPr>
        <p:spPr bwMode="auto">
          <a:xfrm>
            <a:off x="4922781" y="6100603"/>
            <a:ext cx="2877515" cy="305212"/>
          </a:xfrm>
          <a:prstGeom prst="rect">
            <a:avLst/>
          </a:prstGeom>
          <a:solidFill>
            <a:schemeClr val="bg1">
              <a:lumMod val="95000"/>
            </a:schemeClr>
          </a:solidFill>
          <a:ln>
            <a:noFill/>
            <a:headEnd/>
            <a:tailEnd/>
          </a:ln>
          <a:effectLst>
            <a:outerShdw blurRad="50800" dist="38100" algn="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a:lstStyle/>
          <a:p>
            <a:pPr algn="ctr" eaLnBrk="0" hangingPunct="0"/>
            <a:r>
              <a:rPr lang="en-GB" sz="1400" b="1" dirty="0">
                <a:solidFill>
                  <a:schemeClr val="tx1"/>
                </a:solidFill>
              </a:rPr>
              <a:t>Circle-specific members</a:t>
            </a:r>
          </a:p>
        </p:txBody>
      </p:sp>
      <p:sp>
        <p:nvSpPr>
          <p:cNvPr id="10" name="Rounded Rectangular Callout 2">
            <a:extLst>
              <a:ext uri="{FF2B5EF4-FFF2-40B4-BE49-F238E27FC236}">
                <a16:creationId xmlns:a16="http://schemas.microsoft.com/office/drawing/2014/main" id="{5D922C59-1A26-FD2B-F3F6-4668161EBE1B}"/>
              </a:ext>
            </a:extLst>
          </p:cNvPr>
          <p:cNvSpPr/>
          <p:nvPr/>
        </p:nvSpPr>
        <p:spPr>
          <a:xfrm>
            <a:off x="2103119" y="1742739"/>
            <a:ext cx="1188721" cy="608575"/>
          </a:xfrm>
          <a:prstGeom prst="wedgeRoundRectCallout">
            <a:avLst>
              <a:gd name="adj1" fmla="val 64402"/>
              <a:gd name="adj2" fmla="val -20577"/>
              <a:gd name="adj3" fmla="val 16667"/>
            </a:avLst>
          </a:prstGeom>
          <a:solidFill>
            <a:schemeClr val="bg1">
              <a:lumMod val="95000"/>
            </a:schemeClr>
          </a:solidFill>
          <a:ln>
            <a:noFill/>
            <a:headEnd/>
            <a:tailEnd/>
          </a:ln>
          <a:effectLst>
            <a:outerShdw blurRad="50800" dist="38100" algn="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a:lstStyle/>
          <a:p>
            <a:pPr algn="ctr" eaLnBrk="0" hangingPunct="0"/>
            <a:r>
              <a:rPr lang="en-GB" sz="1400" b="1" dirty="0">
                <a:solidFill>
                  <a:schemeClr val="tx1"/>
                </a:solidFill>
              </a:rPr>
              <a:t>Super class</a:t>
            </a:r>
          </a:p>
        </p:txBody>
      </p:sp>
      <p:sp>
        <p:nvSpPr>
          <p:cNvPr id="11" name="Rounded Rectangular Callout 11">
            <a:extLst>
              <a:ext uri="{FF2B5EF4-FFF2-40B4-BE49-F238E27FC236}">
                <a16:creationId xmlns:a16="http://schemas.microsoft.com/office/drawing/2014/main" id="{81878BD5-3A1D-6ADE-552D-B7F0E418FC67}"/>
              </a:ext>
            </a:extLst>
          </p:cNvPr>
          <p:cNvSpPr/>
          <p:nvPr/>
        </p:nvSpPr>
        <p:spPr>
          <a:xfrm>
            <a:off x="768096" y="3687921"/>
            <a:ext cx="2559115" cy="608575"/>
          </a:xfrm>
          <a:prstGeom prst="wedgeRoundRectCallout">
            <a:avLst>
              <a:gd name="adj1" fmla="val 64402"/>
              <a:gd name="adj2" fmla="val -20577"/>
              <a:gd name="adj3" fmla="val 16667"/>
            </a:avLst>
          </a:prstGeom>
          <a:solidFill>
            <a:schemeClr val="bg1">
              <a:lumMod val="95000"/>
            </a:schemeClr>
          </a:solidFill>
          <a:ln>
            <a:noFill/>
            <a:headEnd/>
            <a:tailEnd/>
          </a:ln>
          <a:effectLst>
            <a:outerShdw blurRad="50800" dist="38100" algn="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a:lstStyle/>
          <a:p>
            <a:pPr algn="ctr" eaLnBrk="0" hangingPunct="0"/>
            <a:r>
              <a:rPr lang="en-GB" sz="1400" b="1" dirty="0">
                <a:solidFill>
                  <a:schemeClr val="tx1"/>
                </a:solidFill>
              </a:rPr>
              <a:t>Sub classes extending the super class</a:t>
            </a:r>
          </a:p>
        </p:txBody>
      </p:sp>
    </p:spTree>
    <p:extLst>
      <p:ext uri="{BB962C8B-B14F-4D97-AF65-F5344CB8AC3E}">
        <p14:creationId xmlns:p14="http://schemas.microsoft.com/office/powerpoint/2010/main" val="165108602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854E232-88E9-2829-1C34-5A3EB6EC813D}"/>
              </a:ext>
            </a:extLst>
          </p:cNvPr>
          <p:cNvSpPr>
            <a:spLocks noGrp="1"/>
          </p:cNvSpPr>
          <p:nvPr>
            <p:ph type="ctrTitle"/>
          </p:nvPr>
        </p:nvSpPr>
        <p:spPr/>
        <p:txBody>
          <a:bodyPr/>
          <a:lstStyle/>
          <a:p>
            <a:r>
              <a:rPr lang="en-GB" sz="2800" dirty="0"/>
              <a:t>Sub class inherits all the super class fields</a:t>
            </a:r>
            <a:endParaRPr lang="en-GB" dirty="0"/>
          </a:p>
        </p:txBody>
      </p:sp>
      <p:sp>
        <p:nvSpPr>
          <p:cNvPr id="4" name="Slide Number Placeholder 3">
            <a:extLst>
              <a:ext uri="{FF2B5EF4-FFF2-40B4-BE49-F238E27FC236}">
                <a16:creationId xmlns:a16="http://schemas.microsoft.com/office/drawing/2014/main" id="{B13F8C5F-F8AA-E635-A69F-8B235ACA6193}"/>
              </a:ext>
            </a:extLst>
          </p:cNvPr>
          <p:cNvSpPr>
            <a:spLocks noGrp="1"/>
          </p:cNvSpPr>
          <p:nvPr>
            <p:ph type="sldNum" sz="quarter" idx="12"/>
          </p:nvPr>
        </p:nvSpPr>
        <p:spPr/>
        <p:txBody>
          <a:bodyPr/>
          <a:lstStyle/>
          <a:p>
            <a:fld id="{F3469444-D02B-D446-9CF8-19DEDDE073D1}" type="slidenum">
              <a:rPr lang="en-US" smtClean="0"/>
              <a:pPr/>
              <a:t>7</a:t>
            </a:fld>
            <a:endParaRPr lang="en-US" dirty="0"/>
          </a:p>
        </p:txBody>
      </p:sp>
      <p:sp>
        <p:nvSpPr>
          <p:cNvPr id="5" name="AutoShape 3">
            <a:extLst>
              <a:ext uri="{FF2B5EF4-FFF2-40B4-BE49-F238E27FC236}">
                <a16:creationId xmlns:a16="http://schemas.microsoft.com/office/drawing/2014/main" id="{964CEEA5-010D-817E-F464-AC5A698204D4}"/>
              </a:ext>
            </a:extLst>
          </p:cNvPr>
          <p:cNvSpPr>
            <a:spLocks noChangeArrowheads="1"/>
          </p:cNvSpPr>
          <p:nvPr/>
        </p:nvSpPr>
        <p:spPr bwMode="auto">
          <a:xfrm>
            <a:off x="7606975" y="4423284"/>
            <a:ext cx="2386013" cy="715963"/>
          </a:xfrm>
          <a:prstGeom prst="cube">
            <a:avLst>
              <a:gd name="adj" fmla="val 14116"/>
            </a:avLst>
          </a:prstGeom>
          <a:solidFill>
            <a:schemeClr val="hlink"/>
          </a:solidFill>
          <a:ln w="9525">
            <a:solidFill>
              <a:schemeClr val="tx1"/>
            </a:solidFill>
            <a:miter lim="800000"/>
            <a:headEnd/>
            <a:tailEnd/>
          </a:ln>
        </p:spPr>
        <p:txBody>
          <a:bodyPr wrap="none"/>
          <a:lstStyle/>
          <a:p>
            <a:pPr eaLnBrk="0" hangingPunct="0">
              <a:tabLst>
                <a:tab pos="1262063" algn="l"/>
              </a:tabLst>
            </a:pPr>
            <a:r>
              <a:rPr lang="en-GB" sz="1600" dirty="0">
                <a:solidFill>
                  <a:schemeClr val="bg1"/>
                </a:solidFill>
                <a:latin typeface="Consolas" panose="020B0609020204030204" pitchFamily="49" charset="0"/>
              </a:rPr>
              <a:t>width:	20</a:t>
            </a:r>
            <a:br>
              <a:rPr lang="en-GB" sz="1600" dirty="0">
                <a:solidFill>
                  <a:schemeClr val="bg1"/>
                </a:solidFill>
                <a:latin typeface="Consolas" panose="020B0609020204030204" pitchFamily="49" charset="0"/>
              </a:rPr>
            </a:br>
            <a:r>
              <a:rPr lang="en-GB" sz="1600" dirty="0">
                <a:solidFill>
                  <a:schemeClr val="bg1"/>
                </a:solidFill>
                <a:latin typeface="Consolas" panose="020B0609020204030204" pitchFamily="49" charset="0"/>
              </a:rPr>
              <a:t>height: 	10</a:t>
            </a:r>
          </a:p>
          <a:p>
            <a:pPr eaLnBrk="0" hangingPunct="0">
              <a:tabLst>
                <a:tab pos="1262063" algn="l"/>
              </a:tabLst>
            </a:pPr>
            <a:endParaRPr lang="en-GB" sz="1600" dirty="0">
              <a:solidFill>
                <a:srgbClr val="000000"/>
              </a:solidFill>
              <a:latin typeface="Consolas" panose="020B0609020204030204" pitchFamily="49" charset="0"/>
            </a:endParaRPr>
          </a:p>
        </p:txBody>
      </p:sp>
      <p:sp>
        <p:nvSpPr>
          <p:cNvPr id="6" name="Rectangle 5">
            <a:extLst>
              <a:ext uri="{FF2B5EF4-FFF2-40B4-BE49-F238E27FC236}">
                <a16:creationId xmlns:a16="http://schemas.microsoft.com/office/drawing/2014/main" id="{6B1A2880-08B3-0395-1A7E-376035C96C4A}"/>
              </a:ext>
            </a:extLst>
          </p:cNvPr>
          <p:cNvSpPr>
            <a:spLocks noChangeArrowheads="1"/>
          </p:cNvSpPr>
          <p:nvPr/>
        </p:nvSpPr>
        <p:spPr bwMode="auto">
          <a:xfrm>
            <a:off x="2472999" y="1614044"/>
            <a:ext cx="3938588" cy="1323975"/>
          </a:xfrm>
          <a:prstGeom prst="rect">
            <a:avLst/>
          </a:prstGeom>
          <a:solidFill>
            <a:schemeClr val="accent5">
              <a:lumMod val="20000"/>
              <a:lumOff val="80000"/>
            </a:schemeClr>
          </a:solidFill>
          <a:ln w="19050">
            <a:noFill/>
            <a:miter lim="800000"/>
            <a:headEnd/>
            <a:tailEnd/>
          </a:ln>
          <a:effectLst>
            <a:outerShdw blurRad="50800" dist="38100" algn="l" rotWithShape="0">
              <a:prstClr val="black">
                <a:alpha val="40000"/>
              </a:prstClr>
            </a:outerShdw>
          </a:effectLst>
        </p:spPr>
        <p:txBody>
          <a:bodyPr lIns="90488" tIns="44450" rIns="0" bIns="44450">
            <a:spAutoFit/>
          </a:bodyPr>
          <a:lstStyle/>
          <a:p>
            <a:pPr defTabSz="739775" eaLnBrk="0" hangingPunct="0">
              <a:tabLst>
                <a:tab pos="347663" algn="l"/>
                <a:tab pos="685800" algn="l"/>
                <a:tab pos="1033463" algn="l"/>
                <a:tab pos="1371600" algn="l"/>
                <a:tab pos="1719263" algn="l"/>
                <a:tab pos="2057400" algn="l"/>
                <a:tab pos="2405063" algn="l"/>
                <a:tab pos="2743200" algn="l"/>
              </a:tabLst>
              <a:defRPr/>
            </a:pPr>
            <a:r>
              <a:rPr lang="en-GB" sz="1600" b="1" dirty="0">
                <a:solidFill>
                  <a:srgbClr val="0000FF"/>
                </a:solidFill>
                <a:latin typeface="Consolas" panose="020B0609020204030204" pitchFamily="49" charset="0"/>
              </a:rPr>
              <a:t>public class</a:t>
            </a:r>
            <a:r>
              <a:rPr lang="en-GB" sz="1600" b="1" dirty="0">
                <a:latin typeface="Consolas" panose="020B0609020204030204" pitchFamily="49" charset="0"/>
              </a:rPr>
              <a:t> </a:t>
            </a:r>
            <a:r>
              <a:rPr lang="en-GB" sz="1600" b="1" dirty="0">
                <a:solidFill>
                  <a:srgbClr val="000000"/>
                </a:solidFill>
                <a:latin typeface="Consolas" panose="020B0609020204030204" pitchFamily="49" charset="0"/>
              </a:rPr>
              <a:t>Shape {</a:t>
            </a:r>
          </a:p>
          <a:p>
            <a:pPr defTabSz="739775" eaLnBrk="0" hangingPunct="0">
              <a:tabLst>
                <a:tab pos="347663" algn="l"/>
                <a:tab pos="685800" algn="l"/>
                <a:tab pos="1033463" algn="l"/>
                <a:tab pos="1371600" algn="l"/>
                <a:tab pos="1719263" algn="l"/>
                <a:tab pos="2057400" algn="l"/>
                <a:tab pos="2405063" algn="l"/>
                <a:tab pos="2743200" algn="l"/>
              </a:tabLst>
              <a:defRPr/>
            </a:pPr>
            <a:r>
              <a:rPr lang="en-GB" sz="1600" b="1" dirty="0">
                <a:solidFill>
                  <a:srgbClr val="000000"/>
                </a:solidFill>
                <a:latin typeface="Consolas" panose="020B0609020204030204" pitchFamily="49" charset="0"/>
              </a:rPr>
              <a:t>  </a:t>
            </a:r>
            <a:r>
              <a:rPr lang="en-GB" sz="1600" b="1" dirty="0">
                <a:solidFill>
                  <a:srgbClr val="0000FF"/>
                </a:solidFill>
                <a:latin typeface="Consolas" panose="020B0609020204030204" pitchFamily="49" charset="0"/>
              </a:rPr>
              <a:t>private </a:t>
            </a:r>
            <a:r>
              <a:rPr lang="en-GB" sz="1600" b="1" dirty="0">
                <a:latin typeface="Consolas" panose="020B0609020204030204" pitchFamily="49" charset="0"/>
              </a:rPr>
              <a:t>int x, y</a:t>
            </a:r>
            <a:r>
              <a:rPr lang="en-GB" sz="1600" b="1" dirty="0">
                <a:solidFill>
                  <a:srgbClr val="000000"/>
                </a:solidFill>
                <a:latin typeface="Consolas" panose="020B0609020204030204" pitchFamily="49" charset="0"/>
              </a:rPr>
              <a:t>;</a:t>
            </a:r>
          </a:p>
          <a:p>
            <a:pPr defTabSz="739775" eaLnBrk="0" hangingPunct="0">
              <a:tabLst>
                <a:tab pos="347663" algn="l"/>
                <a:tab pos="685800" algn="l"/>
                <a:tab pos="1033463" algn="l"/>
                <a:tab pos="1371600" algn="l"/>
                <a:tab pos="1719263" algn="l"/>
                <a:tab pos="2057400" algn="l"/>
                <a:tab pos="2405063" algn="l"/>
                <a:tab pos="2743200" algn="l"/>
              </a:tabLst>
              <a:defRPr/>
            </a:pPr>
            <a:r>
              <a:rPr lang="en-GB" sz="1600" b="1" dirty="0">
                <a:solidFill>
                  <a:srgbClr val="000000"/>
                </a:solidFill>
                <a:latin typeface="Consolas" panose="020B0609020204030204" pitchFamily="49" charset="0"/>
              </a:rPr>
              <a:t>  </a:t>
            </a:r>
            <a:r>
              <a:rPr lang="en-GB" sz="1600" b="1" dirty="0">
                <a:solidFill>
                  <a:srgbClr val="0000FF"/>
                </a:solidFill>
                <a:latin typeface="Consolas" panose="020B0609020204030204" pitchFamily="49" charset="0"/>
              </a:rPr>
              <a:t>private </a:t>
            </a:r>
            <a:r>
              <a:rPr lang="en-GB" sz="1600" b="1" dirty="0">
                <a:latin typeface="Consolas" panose="020B0609020204030204" pitchFamily="49" charset="0"/>
              </a:rPr>
              <a:t>String</a:t>
            </a:r>
            <a:r>
              <a:rPr lang="en-GB" sz="1600" b="1" dirty="0">
                <a:solidFill>
                  <a:srgbClr val="000000"/>
                </a:solidFill>
                <a:latin typeface="Consolas" panose="020B0609020204030204" pitchFamily="49" charset="0"/>
              </a:rPr>
              <a:t> colour;</a:t>
            </a:r>
          </a:p>
          <a:p>
            <a:pPr defTabSz="739775" eaLnBrk="0" hangingPunct="0">
              <a:tabLst>
                <a:tab pos="347663" algn="l"/>
                <a:tab pos="685800" algn="l"/>
                <a:tab pos="1033463" algn="l"/>
                <a:tab pos="1371600" algn="l"/>
                <a:tab pos="1719263" algn="l"/>
                <a:tab pos="2057400" algn="l"/>
                <a:tab pos="2405063" algn="l"/>
                <a:tab pos="2743200" algn="l"/>
              </a:tabLst>
              <a:defRPr/>
            </a:pPr>
            <a:r>
              <a:rPr lang="en-GB" sz="1600" b="1" dirty="0">
                <a:solidFill>
                  <a:srgbClr val="000000"/>
                </a:solidFill>
                <a:latin typeface="Consolas" panose="020B0609020204030204" pitchFamily="49" charset="0"/>
              </a:rPr>
              <a:t>	...</a:t>
            </a:r>
          </a:p>
          <a:p>
            <a:pPr defTabSz="739775" eaLnBrk="0" hangingPunct="0">
              <a:tabLst>
                <a:tab pos="347663" algn="l"/>
                <a:tab pos="685800" algn="l"/>
                <a:tab pos="1033463" algn="l"/>
                <a:tab pos="1371600" algn="l"/>
                <a:tab pos="1719263" algn="l"/>
                <a:tab pos="2057400" algn="l"/>
                <a:tab pos="2405063" algn="l"/>
                <a:tab pos="2743200" algn="l"/>
              </a:tabLst>
              <a:defRPr/>
            </a:pPr>
            <a:r>
              <a:rPr lang="en-GB" sz="1600" b="1" dirty="0">
                <a:solidFill>
                  <a:srgbClr val="000000"/>
                </a:solidFill>
                <a:latin typeface="Consolas" panose="020B0609020204030204" pitchFamily="49" charset="0"/>
              </a:rPr>
              <a:t>}</a:t>
            </a:r>
            <a:endParaRPr lang="en-GB" sz="1600" b="1" dirty="0">
              <a:solidFill>
                <a:srgbClr val="000046"/>
              </a:solidFill>
              <a:latin typeface="Consolas" panose="020B0609020204030204" pitchFamily="49" charset="0"/>
            </a:endParaRPr>
          </a:p>
        </p:txBody>
      </p:sp>
      <p:sp>
        <p:nvSpPr>
          <p:cNvPr id="7" name="Rectangle 6">
            <a:extLst>
              <a:ext uri="{FF2B5EF4-FFF2-40B4-BE49-F238E27FC236}">
                <a16:creationId xmlns:a16="http://schemas.microsoft.com/office/drawing/2014/main" id="{44C2AE5E-5DC4-57A4-43D2-DF2A0E839312}"/>
              </a:ext>
            </a:extLst>
          </p:cNvPr>
          <p:cNvSpPr>
            <a:spLocks noChangeArrowheads="1"/>
          </p:cNvSpPr>
          <p:nvPr/>
        </p:nvSpPr>
        <p:spPr bwMode="auto">
          <a:xfrm>
            <a:off x="2472998" y="3678388"/>
            <a:ext cx="4459606" cy="1320874"/>
          </a:xfrm>
          <a:prstGeom prst="rect">
            <a:avLst/>
          </a:prstGeom>
          <a:solidFill>
            <a:srgbClr val="FDFDFD"/>
          </a:solidFill>
          <a:ln w="19050">
            <a:noFill/>
            <a:miter lim="800000"/>
            <a:headEnd/>
            <a:tailEnd/>
          </a:ln>
          <a:effectLst>
            <a:outerShdw blurRad="50800" dist="38100" algn="l" rotWithShape="0">
              <a:prstClr val="black">
                <a:alpha val="40000"/>
              </a:prstClr>
            </a:outerShdw>
          </a:effectLst>
        </p:spPr>
        <p:txBody>
          <a:bodyPr wrap="square" lIns="90488" tIns="44450" rIns="0" bIns="44450">
            <a:spAutoFit/>
          </a:bodyPr>
          <a:lstStyle/>
          <a:p>
            <a:pPr defTabSz="739775" eaLnBrk="0" hangingPunct="0">
              <a:tabLst>
                <a:tab pos="347663" algn="l"/>
                <a:tab pos="685800" algn="l"/>
                <a:tab pos="1033463" algn="l"/>
                <a:tab pos="1371600" algn="l"/>
                <a:tab pos="1719263" algn="l"/>
                <a:tab pos="2057400" algn="l"/>
                <a:tab pos="2405063" algn="l"/>
                <a:tab pos="2743200" algn="l"/>
              </a:tabLst>
              <a:defRPr/>
            </a:pPr>
            <a:r>
              <a:rPr lang="en-GB" sz="1600" b="1" dirty="0">
                <a:solidFill>
                  <a:srgbClr val="0000FF"/>
                </a:solidFill>
                <a:latin typeface="Consolas" panose="020B0609020204030204" pitchFamily="49" charset="0"/>
              </a:rPr>
              <a:t>public class</a:t>
            </a:r>
            <a:r>
              <a:rPr lang="en-GB" sz="1600" b="1" dirty="0">
                <a:latin typeface="Consolas" panose="020B0609020204030204" pitchFamily="49" charset="0"/>
              </a:rPr>
              <a:t> </a:t>
            </a:r>
            <a:r>
              <a:rPr lang="en-GB" sz="1600" b="1" dirty="0">
                <a:solidFill>
                  <a:srgbClr val="000000"/>
                </a:solidFill>
                <a:latin typeface="Consolas" panose="020B0609020204030204" pitchFamily="49" charset="0"/>
              </a:rPr>
              <a:t>Ellipse </a:t>
            </a:r>
            <a:r>
              <a:rPr lang="en-GB" sz="1600" b="1" dirty="0">
                <a:solidFill>
                  <a:srgbClr val="0000C8"/>
                </a:solidFill>
                <a:latin typeface="Consolas" panose="020B0609020204030204" pitchFamily="49" charset="0"/>
              </a:rPr>
              <a:t>:</a:t>
            </a:r>
            <a:r>
              <a:rPr lang="en-GB" sz="1600" b="1" dirty="0">
                <a:solidFill>
                  <a:srgbClr val="000000"/>
                </a:solidFill>
                <a:latin typeface="Consolas" panose="020B0609020204030204" pitchFamily="49" charset="0"/>
              </a:rPr>
              <a:t> Shape {</a:t>
            </a:r>
          </a:p>
          <a:p>
            <a:pPr defTabSz="739775" eaLnBrk="0" hangingPunct="0">
              <a:tabLst>
                <a:tab pos="347663" algn="l"/>
                <a:tab pos="685800" algn="l"/>
                <a:tab pos="1033463" algn="l"/>
                <a:tab pos="1371600" algn="l"/>
                <a:tab pos="1719263" algn="l"/>
                <a:tab pos="2057400" algn="l"/>
                <a:tab pos="2405063" algn="l"/>
                <a:tab pos="2743200" algn="l"/>
              </a:tabLst>
              <a:defRPr/>
            </a:pPr>
            <a:r>
              <a:rPr lang="en-GB" sz="1600" b="1" dirty="0">
                <a:solidFill>
                  <a:srgbClr val="000000"/>
                </a:solidFill>
                <a:latin typeface="Consolas" panose="020B0609020204030204" pitchFamily="49" charset="0"/>
              </a:rPr>
              <a:t>  </a:t>
            </a:r>
            <a:r>
              <a:rPr lang="en-GB" sz="1600" b="1" dirty="0">
                <a:solidFill>
                  <a:srgbClr val="0000FF"/>
                </a:solidFill>
                <a:latin typeface="Consolas" panose="020B0609020204030204" pitchFamily="49" charset="0"/>
              </a:rPr>
              <a:t>private int</a:t>
            </a:r>
            <a:r>
              <a:rPr lang="en-GB" sz="1600" b="1" dirty="0">
                <a:solidFill>
                  <a:srgbClr val="000000"/>
                </a:solidFill>
                <a:latin typeface="Consolas" panose="020B0609020204030204" pitchFamily="49" charset="0"/>
              </a:rPr>
              <a:t> width;</a:t>
            </a:r>
          </a:p>
          <a:p>
            <a:pPr defTabSz="739775" eaLnBrk="0" hangingPunct="0">
              <a:tabLst>
                <a:tab pos="347663" algn="l"/>
                <a:tab pos="685800" algn="l"/>
                <a:tab pos="1033463" algn="l"/>
                <a:tab pos="1371600" algn="l"/>
                <a:tab pos="1719263" algn="l"/>
                <a:tab pos="2057400" algn="l"/>
                <a:tab pos="2405063" algn="l"/>
                <a:tab pos="2743200" algn="l"/>
              </a:tabLst>
              <a:defRPr/>
            </a:pPr>
            <a:r>
              <a:rPr lang="en-GB" sz="1600" b="1" dirty="0">
                <a:solidFill>
                  <a:srgbClr val="000000"/>
                </a:solidFill>
                <a:latin typeface="Consolas" panose="020B0609020204030204" pitchFamily="49" charset="0"/>
              </a:rPr>
              <a:t>  </a:t>
            </a:r>
            <a:r>
              <a:rPr lang="en-GB" sz="1600" b="1" dirty="0">
                <a:solidFill>
                  <a:srgbClr val="0000FF"/>
                </a:solidFill>
                <a:latin typeface="Consolas" panose="020B0609020204030204" pitchFamily="49" charset="0"/>
              </a:rPr>
              <a:t>private int</a:t>
            </a:r>
            <a:r>
              <a:rPr lang="en-GB" sz="1600" b="1" dirty="0">
                <a:solidFill>
                  <a:srgbClr val="000000"/>
                </a:solidFill>
                <a:latin typeface="Consolas" panose="020B0609020204030204" pitchFamily="49" charset="0"/>
              </a:rPr>
              <a:t> height;</a:t>
            </a:r>
          </a:p>
          <a:p>
            <a:pPr defTabSz="739775" eaLnBrk="0" hangingPunct="0">
              <a:tabLst>
                <a:tab pos="347663" algn="l"/>
                <a:tab pos="685800" algn="l"/>
                <a:tab pos="1033463" algn="l"/>
                <a:tab pos="1371600" algn="l"/>
                <a:tab pos="1719263" algn="l"/>
                <a:tab pos="2057400" algn="l"/>
                <a:tab pos="2405063" algn="l"/>
                <a:tab pos="2743200" algn="l"/>
              </a:tabLst>
              <a:defRPr/>
            </a:pPr>
            <a:r>
              <a:rPr lang="en-GB" sz="1600" b="1" dirty="0">
                <a:solidFill>
                  <a:srgbClr val="000000"/>
                </a:solidFill>
                <a:latin typeface="Consolas" panose="020B0609020204030204" pitchFamily="49" charset="0"/>
              </a:rPr>
              <a:t>	...</a:t>
            </a:r>
          </a:p>
          <a:p>
            <a:pPr defTabSz="739775" eaLnBrk="0" hangingPunct="0">
              <a:tabLst>
                <a:tab pos="347663" algn="l"/>
                <a:tab pos="685800" algn="l"/>
                <a:tab pos="1033463" algn="l"/>
                <a:tab pos="1371600" algn="l"/>
                <a:tab pos="1719263" algn="l"/>
                <a:tab pos="2057400" algn="l"/>
                <a:tab pos="2405063" algn="l"/>
                <a:tab pos="2743200" algn="l"/>
              </a:tabLst>
              <a:defRPr/>
            </a:pPr>
            <a:r>
              <a:rPr lang="en-GB" sz="1600" b="1" dirty="0">
                <a:solidFill>
                  <a:srgbClr val="000000"/>
                </a:solidFill>
                <a:latin typeface="Consolas" panose="020B0609020204030204" pitchFamily="49" charset="0"/>
              </a:rPr>
              <a:t>}</a:t>
            </a:r>
            <a:endParaRPr lang="en-GB" sz="1600" b="1" dirty="0">
              <a:solidFill>
                <a:srgbClr val="000046"/>
              </a:solidFill>
              <a:latin typeface="Consolas" panose="020B0609020204030204" pitchFamily="49" charset="0"/>
            </a:endParaRPr>
          </a:p>
        </p:txBody>
      </p:sp>
      <p:sp>
        <p:nvSpPr>
          <p:cNvPr id="8" name="AutoShape 7">
            <a:extLst>
              <a:ext uri="{FF2B5EF4-FFF2-40B4-BE49-F238E27FC236}">
                <a16:creationId xmlns:a16="http://schemas.microsoft.com/office/drawing/2014/main" id="{2B000FF7-F63F-BE4A-A252-2C422E5F0D53}"/>
              </a:ext>
            </a:extLst>
          </p:cNvPr>
          <p:cNvSpPr>
            <a:spLocks noChangeArrowheads="1"/>
          </p:cNvSpPr>
          <p:nvPr/>
        </p:nvSpPr>
        <p:spPr bwMode="auto">
          <a:xfrm>
            <a:off x="7606975" y="2334134"/>
            <a:ext cx="2386013" cy="715963"/>
          </a:xfrm>
          <a:prstGeom prst="cube">
            <a:avLst>
              <a:gd name="adj" fmla="val 14116"/>
            </a:avLst>
          </a:prstGeom>
          <a:ln>
            <a:headEnd/>
            <a:tailEnd/>
          </a:ln>
        </p:spPr>
        <p:style>
          <a:lnRef idx="1">
            <a:schemeClr val="accent5"/>
          </a:lnRef>
          <a:fillRef idx="2">
            <a:schemeClr val="accent5"/>
          </a:fillRef>
          <a:effectRef idx="1">
            <a:schemeClr val="accent5"/>
          </a:effectRef>
          <a:fontRef idx="minor">
            <a:schemeClr val="dk1"/>
          </a:fontRef>
        </p:style>
        <p:txBody>
          <a:bodyPr wrap="none"/>
          <a:lstStyle/>
          <a:p>
            <a:pPr eaLnBrk="0" hangingPunct="0">
              <a:tabLst>
                <a:tab pos="1262063" algn="l"/>
              </a:tabLst>
            </a:pPr>
            <a:r>
              <a:rPr lang="en-GB" sz="1600" dirty="0">
                <a:solidFill>
                  <a:srgbClr val="000000"/>
                </a:solidFill>
                <a:latin typeface="Consolas" panose="020B0609020204030204" pitchFamily="49" charset="0"/>
              </a:rPr>
              <a:t>X &amp; y:	10, 10</a:t>
            </a:r>
            <a:br>
              <a:rPr lang="en-GB" sz="1600" dirty="0">
                <a:solidFill>
                  <a:srgbClr val="000000"/>
                </a:solidFill>
                <a:latin typeface="Consolas" panose="020B0609020204030204" pitchFamily="49" charset="0"/>
              </a:rPr>
            </a:br>
            <a:r>
              <a:rPr lang="en-GB" sz="1600" dirty="0">
                <a:solidFill>
                  <a:srgbClr val="000000"/>
                </a:solidFill>
                <a:latin typeface="Consolas" panose="020B0609020204030204" pitchFamily="49" charset="0"/>
              </a:rPr>
              <a:t>colour: 	Green</a:t>
            </a:r>
          </a:p>
        </p:txBody>
      </p:sp>
      <p:sp>
        <p:nvSpPr>
          <p:cNvPr id="9" name="AutoShape 8">
            <a:extLst>
              <a:ext uri="{FF2B5EF4-FFF2-40B4-BE49-F238E27FC236}">
                <a16:creationId xmlns:a16="http://schemas.microsoft.com/office/drawing/2014/main" id="{ECADC3BB-AC16-BF13-4085-033794337B0F}"/>
              </a:ext>
            </a:extLst>
          </p:cNvPr>
          <p:cNvSpPr>
            <a:spLocks noChangeArrowheads="1"/>
          </p:cNvSpPr>
          <p:nvPr/>
        </p:nvSpPr>
        <p:spPr bwMode="auto">
          <a:xfrm>
            <a:off x="7606975" y="3815271"/>
            <a:ext cx="2386013" cy="715962"/>
          </a:xfrm>
          <a:prstGeom prst="cube">
            <a:avLst>
              <a:gd name="adj" fmla="val 14116"/>
            </a:avLst>
          </a:prstGeom>
          <a:ln>
            <a:headEnd/>
            <a:tailEnd/>
          </a:ln>
        </p:spPr>
        <p:style>
          <a:lnRef idx="1">
            <a:schemeClr val="accent5"/>
          </a:lnRef>
          <a:fillRef idx="2">
            <a:schemeClr val="accent5"/>
          </a:fillRef>
          <a:effectRef idx="1">
            <a:schemeClr val="accent5"/>
          </a:effectRef>
          <a:fontRef idx="minor">
            <a:schemeClr val="dk1"/>
          </a:fontRef>
        </p:style>
        <p:txBody>
          <a:bodyPr wrap="none"/>
          <a:lstStyle/>
          <a:p>
            <a:pPr eaLnBrk="0" hangingPunct="0">
              <a:tabLst>
                <a:tab pos="1262063" algn="l"/>
              </a:tabLst>
            </a:pPr>
            <a:r>
              <a:rPr lang="en-GB" sz="1600" dirty="0">
                <a:solidFill>
                  <a:srgbClr val="000000"/>
                </a:solidFill>
                <a:latin typeface="Consolas" panose="020B0609020204030204" pitchFamily="49" charset="0"/>
              </a:rPr>
              <a:t>X &amp; y:	10, 10</a:t>
            </a:r>
            <a:br>
              <a:rPr lang="en-GB" sz="1600" dirty="0">
                <a:solidFill>
                  <a:srgbClr val="000000"/>
                </a:solidFill>
                <a:latin typeface="Consolas" panose="020B0609020204030204" pitchFamily="49" charset="0"/>
              </a:rPr>
            </a:br>
            <a:r>
              <a:rPr lang="en-GB" sz="1600" dirty="0">
                <a:solidFill>
                  <a:srgbClr val="000000"/>
                </a:solidFill>
                <a:latin typeface="Consolas" panose="020B0609020204030204" pitchFamily="49" charset="0"/>
              </a:rPr>
              <a:t>colour: 	Green</a:t>
            </a:r>
          </a:p>
          <a:p>
            <a:pPr eaLnBrk="0" hangingPunct="0">
              <a:tabLst>
                <a:tab pos="1262063" algn="l"/>
              </a:tabLst>
            </a:pPr>
            <a:endParaRPr lang="en-GB" sz="1600" dirty="0">
              <a:solidFill>
                <a:srgbClr val="000000"/>
              </a:solidFill>
              <a:latin typeface="Consolas" panose="020B0609020204030204" pitchFamily="49" charset="0"/>
            </a:endParaRPr>
          </a:p>
        </p:txBody>
      </p:sp>
      <p:sp>
        <p:nvSpPr>
          <p:cNvPr id="10" name="AutoShape 9">
            <a:extLst>
              <a:ext uri="{FF2B5EF4-FFF2-40B4-BE49-F238E27FC236}">
                <a16:creationId xmlns:a16="http://schemas.microsoft.com/office/drawing/2014/main" id="{3BE837E0-BE32-8EE9-DE84-E577F81EB896}"/>
              </a:ext>
            </a:extLst>
          </p:cNvPr>
          <p:cNvSpPr>
            <a:spLocks/>
          </p:cNvSpPr>
          <p:nvPr/>
        </p:nvSpPr>
        <p:spPr bwMode="auto">
          <a:xfrm>
            <a:off x="10200950" y="2524869"/>
            <a:ext cx="1789480" cy="374650"/>
          </a:xfrm>
          <a:prstGeom prst="borderCallout2">
            <a:avLst>
              <a:gd name="adj1" fmla="val 30509"/>
              <a:gd name="adj2" fmla="val -4593"/>
              <a:gd name="adj3" fmla="val 30509"/>
              <a:gd name="adj4" fmla="val -29472"/>
              <a:gd name="adj5" fmla="val 138560"/>
              <a:gd name="adj6" fmla="val -55407"/>
            </a:avLst>
          </a:prstGeom>
          <a:solidFill>
            <a:schemeClr val="bg1">
              <a:lumMod val="95000"/>
            </a:schemeClr>
          </a:solidFill>
          <a:ln>
            <a:noFill/>
          </a:ln>
          <a:effectLst>
            <a:outerShdw blurRad="50800" dist="38100" algn="l" rotWithShape="0">
              <a:prstClr val="black">
                <a:alpha val="40000"/>
              </a:prstClr>
            </a:outerShdw>
          </a:effectLst>
        </p:spPr>
        <p:style>
          <a:lnRef idx="0">
            <a:scrgbClr r="0" g="0" b="0"/>
          </a:lnRef>
          <a:fillRef idx="0">
            <a:scrgbClr r="0" g="0" b="0"/>
          </a:fillRef>
          <a:effectRef idx="0">
            <a:scrgbClr r="0" g="0" b="0"/>
          </a:effectRef>
          <a:fontRef idx="minor">
            <a:schemeClr val="lt1"/>
          </a:fontRef>
        </p:style>
        <p:txBody>
          <a:bodyPr/>
          <a:lstStyle/>
          <a:p>
            <a:pPr eaLnBrk="0" hangingPunct="0">
              <a:defRPr/>
            </a:pPr>
            <a:r>
              <a:rPr lang="en-GB" dirty="0">
                <a:solidFill>
                  <a:schemeClr val="tx1"/>
                </a:solidFill>
              </a:rPr>
              <a:t>Shape object</a:t>
            </a:r>
          </a:p>
        </p:txBody>
      </p:sp>
      <p:sp>
        <p:nvSpPr>
          <p:cNvPr id="11" name="AutoShape 10">
            <a:extLst>
              <a:ext uri="{FF2B5EF4-FFF2-40B4-BE49-F238E27FC236}">
                <a16:creationId xmlns:a16="http://schemas.microsoft.com/office/drawing/2014/main" id="{6F94C0B9-FDD6-4DFD-0A3C-755A9EA9D6C7}"/>
              </a:ext>
            </a:extLst>
          </p:cNvPr>
          <p:cNvSpPr>
            <a:spLocks/>
          </p:cNvSpPr>
          <p:nvPr/>
        </p:nvSpPr>
        <p:spPr bwMode="auto">
          <a:xfrm>
            <a:off x="10200950" y="3877183"/>
            <a:ext cx="1789480" cy="374650"/>
          </a:xfrm>
          <a:prstGeom prst="borderCallout2">
            <a:avLst>
              <a:gd name="adj1" fmla="val 30509"/>
              <a:gd name="adj2" fmla="val -4593"/>
              <a:gd name="adj3" fmla="val 30509"/>
              <a:gd name="adj4" fmla="val -29472"/>
              <a:gd name="adj5" fmla="val 138560"/>
              <a:gd name="adj6" fmla="val -55407"/>
            </a:avLst>
          </a:prstGeom>
          <a:solidFill>
            <a:schemeClr val="bg1">
              <a:lumMod val="95000"/>
            </a:schemeClr>
          </a:solidFill>
          <a:ln>
            <a:noFill/>
          </a:ln>
          <a:effectLst>
            <a:outerShdw blurRad="50800" dist="38100" algn="l" rotWithShape="0">
              <a:prstClr val="black">
                <a:alpha val="40000"/>
              </a:prstClr>
            </a:outerShdw>
          </a:effectLst>
        </p:spPr>
        <p:style>
          <a:lnRef idx="0">
            <a:scrgbClr r="0" g="0" b="0"/>
          </a:lnRef>
          <a:fillRef idx="0">
            <a:scrgbClr r="0" g="0" b="0"/>
          </a:fillRef>
          <a:effectRef idx="0">
            <a:scrgbClr r="0" g="0" b="0"/>
          </a:effectRef>
          <a:fontRef idx="minor">
            <a:schemeClr val="lt1"/>
          </a:fontRef>
        </p:style>
        <p:txBody>
          <a:bodyPr/>
          <a:lstStyle/>
          <a:p>
            <a:pPr eaLnBrk="0" hangingPunct="0">
              <a:defRPr/>
            </a:pPr>
            <a:r>
              <a:rPr lang="en-GB" dirty="0">
                <a:solidFill>
                  <a:schemeClr val="tx1"/>
                </a:solidFill>
              </a:rPr>
              <a:t>Ellipse object</a:t>
            </a:r>
          </a:p>
        </p:txBody>
      </p:sp>
      <p:sp>
        <p:nvSpPr>
          <p:cNvPr id="12" name="AutoShape 11">
            <a:extLst>
              <a:ext uri="{FF2B5EF4-FFF2-40B4-BE49-F238E27FC236}">
                <a16:creationId xmlns:a16="http://schemas.microsoft.com/office/drawing/2014/main" id="{BA1386C3-5047-FB75-DE6D-54868FEE1892}"/>
              </a:ext>
            </a:extLst>
          </p:cNvPr>
          <p:cNvSpPr>
            <a:spLocks/>
          </p:cNvSpPr>
          <p:nvPr/>
        </p:nvSpPr>
        <p:spPr bwMode="auto">
          <a:xfrm>
            <a:off x="5954388" y="2232534"/>
            <a:ext cx="98425" cy="557213"/>
          </a:xfrm>
          <a:prstGeom prst="rightBrace">
            <a:avLst>
              <a:gd name="adj1" fmla="val 47177"/>
              <a:gd name="adj2" fmla="val 50000"/>
            </a:avLst>
          </a:prstGeom>
          <a:noFill/>
          <a:ln w="19050">
            <a:solidFill>
              <a:schemeClr val="tx1"/>
            </a:solidFill>
            <a:prstDash val="sysDot"/>
            <a:round/>
            <a:headEnd/>
            <a:tailEnd/>
          </a:ln>
        </p:spPr>
        <p:txBody>
          <a:bodyPr wrap="none" anchor="ctr"/>
          <a:lstStyle/>
          <a:p>
            <a:pPr eaLnBrk="0" hangingPunct="0">
              <a:spcBef>
                <a:spcPct val="50000"/>
              </a:spcBef>
            </a:pPr>
            <a:endParaRPr lang="en-US" dirty="0"/>
          </a:p>
        </p:txBody>
      </p:sp>
      <p:sp>
        <p:nvSpPr>
          <p:cNvPr id="13" name="AutoShape 12">
            <a:extLst>
              <a:ext uri="{FF2B5EF4-FFF2-40B4-BE49-F238E27FC236}">
                <a16:creationId xmlns:a16="http://schemas.microsoft.com/office/drawing/2014/main" id="{0B510303-6D07-B39E-300E-B6AB6C92BE8D}"/>
              </a:ext>
            </a:extLst>
          </p:cNvPr>
          <p:cNvSpPr>
            <a:spLocks/>
          </p:cNvSpPr>
          <p:nvPr/>
        </p:nvSpPr>
        <p:spPr bwMode="auto">
          <a:xfrm flipH="1">
            <a:off x="7408538" y="3974021"/>
            <a:ext cx="98425" cy="557212"/>
          </a:xfrm>
          <a:prstGeom prst="rightBrace">
            <a:avLst>
              <a:gd name="adj1" fmla="val 47177"/>
              <a:gd name="adj2" fmla="val 50000"/>
            </a:avLst>
          </a:prstGeom>
          <a:noFill/>
          <a:ln w="19050">
            <a:solidFill>
              <a:schemeClr val="tx1"/>
            </a:solidFill>
            <a:prstDash val="sysDot"/>
            <a:round/>
            <a:headEnd/>
            <a:tailEnd/>
          </a:ln>
        </p:spPr>
        <p:txBody>
          <a:bodyPr wrap="none" anchor="ctr"/>
          <a:lstStyle/>
          <a:p>
            <a:pPr eaLnBrk="0" hangingPunct="0">
              <a:spcBef>
                <a:spcPct val="50000"/>
              </a:spcBef>
            </a:pPr>
            <a:endParaRPr lang="en-US" dirty="0"/>
          </a:p>
        </p:txBody>
      </p:sp>
      <p:cxnSp>
        <p:nvCxnSpPr>
          <p:cNvPr id="14" name="AutoShape 13">
            <a:extLst>
              <a:ext uri="{FF2B5EF4-FFF2-40B4-BE49-F238E27FC236}">
                <a16:creationId xmlns:a16="http://schemas.microsoft.com/office/drawing/2014/main" id="{08F34042-9C12-0740-EEC3-7E4AD939664C}"/>
              </a:ext>
            </a:extLst>
          </p:cNvPr>
          <p:cNvCxnSpPr>
            <a:cxnSpLocks noChangeShapeType="1"/>
            <a:stCxn id="12" idx="1"/>
            <a:endCxn id="13" idx="1"/>
          </p:cNvCxnSpPr>
          <p:nvPr/>
        </p:nvCxnSpPr>
        <p:spPr bwMode="auto">
          <a:xfrm>
            <a:off x="6062338" y="2511933"/>
            <a:ext cx="1336675" cy="1739900"/>
          </a:xfrm>
          <a:prstGeom prst="bentConnector3">
            <a:avLst>
              <a:gd name="adj1" fmla="val 50000"/>
            </a:avLst>
          </a:prstGeom>
          <a:noFill/>
          <a:ln w="19050">
            <a:solidFill>
              <a:schemeClr val="tx1"/>
            </a:solidFill>
            <a:prstDash val="sysDot"/>
            <a:miter lim="800000"/>
            <a:headEnd/>
            <a:tailEnd/>
          </a:ln>
        </p:spPr>
      </p:cxnSp>
      <p:sp>
        <p:nvSpPr>
          <p:cNvPr id="15" name="Rounded Rectangle 2">
            <a:extLst>
              <a:ext uri="{FF2B5EF4-FFF2-40B4-BE49-F238E27FC236}">
                <a16:creationId xmlns:a16="http://schemas.microsoft.com/office/drawing/2014/main" id="{7680F8A2-59A3-EF27-A90E-651E36F916A5}"/>
              </a:ext>
            </a:extLst>
          </p:cNvPr>
          <p:cNvSpPr/>
          <p:nvPr/>
        </p:nvSpPr>
        <p:spPr>
          <a:xfrm>
            <a:off x="1294411" y="5820161"/>
            <a:ext cx="6685808" cy="435366"/>
          </a:xfrm>
          <a:prstGeom prst="roundRect">
            <a:avLst/>
          </a:prstGeom>
          <a:ln/>
        </p:spPr>
        <p:style>
          <a:lnRef idx="0">
            <a:schemeClr val="accent1"/>
          </a:lnRef>
          <a:fillRef idx="3">
            <a:schemeClr val="accent1"/>
          </a:fillRef>
          <a:effectRef idx="3">
            <a:schemeClr val="accent1"/>
          </a:effectRef>
          <a:fontRef idx="minor">
            <a:schemeClr val="lt1"/>
          </a:fontRef>
        </p:style>
        <p:txBody>
          <a:bodyPr rtlCol="0" anchor="ctr"/>
          <a:lstStyle/>
          <a:p>
            <a:pPr algn="ctr"/>
            <a:r>
              <a:rPr lang="en-GB" sz="2000" b="1" dirty="0">
                <a:solidFill>
                  <a:schemeClr val="bg1"/>
                </a:solidFill>
              </a:rPr>
              <a:t>A sub type is a kind of super type</a:t>
            </a:r>
          </a:p>
        </p:txBody>
      </p:sp>
      <p:sp>
        <p:nvSpPr>
          <p:cNvPr id="16" name="Speech Bubble: Rectangle with Corners Rounded 15">
            <a:extLst>
              <a:ext uri="{FF2B5EF4-FFF2-40B4-BE49-F238E27FC236}">
                <a16:creationId xmlns:a16="http://schemas.microsoft.com/office/drawing/2014/main" id="{E83A1D27-2E05-C602-9BE7-78A9B8773853}"/>
              </a:ext>
            </a:extLst>
          </p:cNvPr>
          <p:cNvSpPr/>
          <p:nvPr/>
        </p:nvSpPr>
        <p:spPr>
          <a:xfrm>
            <a:off x="457200" y="1949117"/>
            <a:ext cx="1873388" cy="988902"/>
          </a:xfrm>
          <a:prstGeom prst="wedgeRoundRectCallout">
            <a:avLst>
              <a:gd name="adj1" fmla="val 61796"/>
              <a:gd name="adj2" fmla="val -28214"/>
              <a:gd name="adj3" fmla="val 16667"/>
            </a:avLst>
          </a:prstGeom>
          <a:solidFill>
            <a:schemeClr val="bg1">
              <a:lumMod val="95000"/>
            </a:schemeClr>
          </a:solidFill>
          <a:ln>
            <a:noFill/>
          </a:ln>
          <a:effectLst>
            <a:outerShdw blurRad="50800" dist="38100" algn="l" rotWithShape="0">
              <a:prstClr val="black">
                <a:alpha val="40000"/>
              </a:prstClr>
            </a:outerShdw>
          </a:effectLst>
        </p:spPr>
        <p:style>
          <a:lnRef idx="1">
            <a:schemeClr val="accent1"/>
          </a:lnRef>
          <a:fillRef idx="2">
            <a:schemeClr val="accent1"/>
          </a:fillRef>
          <a:effectRef idx="1">
            <a:schemeClr val="accent1"/>
          </a:effectRef>
          <a:fontRef idx="minor">
            <a:schemeClr val="dk1"/>
          </a:fontRef>
        </p:style>
        <p:txBody>
          <a:bodyPr rtlCol="0" anchor="ctr"/>
          <a:lstStyle/>
          <a:p>
            <a:pPr algn="ctr"/>
            <a:r>
              <a:rPr lang="en-GB" sz="1600" b="1" dirty="0">
                <a:solidFill>
                  <a:schemeClr val="tx1"/>
                </a:solidFill>
              </a:rPr>
              <a:t>Can be exposed via public getters</a:t>
            </a:r>
          </a:p>
        </p:txBody>
      </p:sp>
    </p:spTree>
    <p:extLst>
      <p:ext uri="{BB962C8B-B14F-4D97-AF65-F5344CB8AC3E}">
        <p14:creationId xmlns:p14="http://schemas.microsoft.com/office/powerpoint/2010/main" val="350712767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743F05C-53A1-B153-63A3-AA1C3BFA4B93}"/>
              </a:ext>
            </a:extLst>
          </p:cNvPr>
          <p:cNvSpPr>
            <a:spLocks noGrp="1"/>
          </p:cNvSpPr>
          <p:nvPr>
            <p:ph type="ctrTitle"/>
          </p:nvPr>
        </p:nvSpPr>
        <p:spPr>
          <a:xfrm>
            <a:off x="443923" y="310626"/>
            <a:ext cx="11303577" cy="858985"/>
          </a:xfrm>
        </p:spPr>
        <p:txBody>
          <a:bodyPr/>
          <a:lstStyle/>
          <a:p>
            <a:r>
              <a:rPr lang="en-GB" dirty="0"/>
              <a:t>Constructing the derived objects</a:t>
            </a:r>
          </a:p>
        </p:txBody>
      </p:sp>
      <p:sp>
        <p:nvSpPr>
          <p:cNvPr id="4" name="Slide Number Placeholder 3">
            <a:extLst>
              <a:ext uri="{FF2B5EF4-FFF2-40B4-BE49-F238E27FC236}">
                <a16:creationId xmlns:a16="http://schemas.microsoft.com/office/drawing/2014/main" id="{946AC9AF-8D2F-54BF-FEEA-7BA5843B4827}"/>
              </a:ext>
            </a:extLst>
          </p:cNvPr>
          <p:cNvSpPr>
            <a:spLocks noGrp="1"/>
          </p:cNvSpPr>
          <p:nvPr>
            <p:ph type="sldNum" sz="quarter" idx="12"/>
          </p:nvPr>
        </p:nvSpPr>
        <p:spPr/>
        <p:txBody>
          <a:bodyPr/>
          <a:lstStyle/>
          <a:p>
            <a:fld id="{F3469444-D02B-D446-9CF8-19DEDDE073D1}" type="slidenum">
              <a:rPr lang="en-US" smtClean="0"/>
              <a:pPr/>
              <a:t>8</a:t>
            </a:fld>
            <a:endParaRPr lang="en-US" dirty="0"/>
          </a:p>
        </p:txBody>
      </p:sp>
      <p:sp>
        <p:nvSpPr>
          <p:cNvPr id="5" name="Rectangle 3">
            <a:extLst>
              <a:ext uri="{FF2B5EF4-FFF2-40B4-BE49-F238E27FC236}">
                <a16:creationId xmlns:a16="http://schemas.microsoft.com/office/drawing/2014/main" id="{4D5520FA-F7DD-E153-A1EA-B4742AB984C7}"/>
              </a:ext>
            </a:extLst>
          </p:cNvPr>
          <p:cNvSpPr txBox="1">
            <a:spLocks noChangeArrowheads="1"/>
          </p:cNvSpPr>
          <p:nvPr/>
        </p:nvSpPr>
        <p:spPr>
          <a:xfrm>
            <a:off x="443923" y="1368256"/>
            <a:ext cx="10822176" cy="1489244"/>
          </a:xfrm>
          <a:prstGeom prst="rect">
            <a:avLst/>
          </a:prstGeom>
        </p:spPr>
        <p:txBody>
          <a:bodyPr vert="horz" lIns="0" tIns="0" rIns="0" bIns="0" rtlCol="0" anchor="t" anchorCtr="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1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42900" indent="-342900"/>
            <a:r>
              <a:rPr lang="en-GB" b="1" dirty="0"/>
              <a:t>Base class constructors </a:t>
            </a:r>
            <a:r>
              <a:rPr lang="en-GB" b="1" dirty="0">
                <a:solidFill>
                  <a:srgbClr val="F3622C"/>
                </a:solidFill>
              </a:rPr>
              <a:t>are not </a:t>
            </a:r>
            <a:r>
              <a:rPr lang="en-GB" b="1" dirty="0"/>
              <a:t>inherited.</a:t>
            </a:r>
          </a:p>
          <a:p>
            <a:pPr marL="684000" lvl="1" indent="-342900">
              <a:buSzPct val="115000"/>
            </a:pPr>
            <a:r>
              <a:rPr lang="en-GB" dirty="0"/>
              <a:t>But default constructor of the base class is called. </a:t>
            </a:r>
          </a:p>
          <a:p>
            <a:pPr marL="342900" indent="-342900"/>
            <a:r>
              <a:rPr lang="en-GB" b="1" dirty="0"/>
              <a:t>You can invoke base class constructor.</a:t>
            </a:r>
          </a:p>
          <a:p>
            <a:pPr marL="684000" lvl="1" indent="-342900">
              <a:buSzPct val="115000"/>
            </a:pPr>
            <a:r>
              <a:rPr lang="en-GB" dirty="0"/>
              <a:t>This is </a:t>
            </a:r>
            <a:r>
              <a:rPr lang="en-GB" b="1" dirty="0">
                <a:solidFill>
                  <a:srgbClr val="F3622C"/>
                </a:solidFill>
              </a:rPr>
              <a:t>mandatory</a:t>
            </a:r>
            <a:r>
              <a:rPr lang="en-GB" dirty="0"/>
              <a:t> if there is no default (no argument) constructor in the base class.</a:t>
            </a:r>
          </a:p>
        </p:txBody>
      </p:sp>
      <p:pic>
        <p:nvPicPr>
          <p:cNvPr id="6" name="Picture 5" descr="A UML class diagram illustrating derived objects. The diagram contains two classes: 'Shape' and 'Ellipse'. An arrow points from 'Ellipse' to 'Shape', indicating that 'Ellipse' is a derived (subclass) of 'Shape'. Inside the 'Ellipse' class, there is a small right arrow with the word 'Shape' underneath the word 'Class', suggesting that 'Ellipse' is inheriting from 'Shape' and referencing it as its base class.">
            <a:extLst>
              <a:ext uri="{FF2B5EF4-FFF2-40B4-BE49-F238E27FC236}">
                <a16:creationId xmlns:a16="http://schemas.microsoft.com/office/drawing/2014/main" id="{AF81C426-9441-EB98-6CF1-D19C81D2AA0C}"/>
              </a:ext>
            </a:extLst>
          </p:cNvPr>
          <p:cNvPicPr>
            <a:picLocks noChangeAspect="1"/>
          </p:cNvPicPr>
          <p:nvPr/>
        </p:nvPicPr>
        <p:blipFill>
          <a:blip r:embed="rId3"/>
          <a:stretch>
            <a:fillRect/>
          </a:stretch>
        </p:blipFill>
        <p:spPr>
          <a:xfrm>
            <a:off x="895147" y="3254790"/>
            <a:ext cx="2592636" cy="3260677"/>
          </a:xfrm>
          <a:prstGeom prst="rect">
            <a:avLst/>
          </a:prstGeom>
        </p:spPr>
      </p:pic>
      <p:sp>
        <p:nvSpPr>
          <p:cNvPr id="7" name="Oval 6" descr="Ellipse">
            <a:extLst>
              <a:ext uri="{FF2B5EF4-FFF2-40B4-BE49-F238E27FC236}">
                <a16:creationId xmlns:a16="http://schemas.microsoft.com/office/drawing/2014/main" id="{5E23AA75-205F-E785-C546-7C7F12BD302C}"/>
              </a:ext>
            </a:extLst>
          </p:cNvPr>
          <p:cNvSpPr/>
          <p:nvPr/>
        </p:nvSpPr>
        <p:spPr>
          <a:xfrm>
            <a:off x="7807495" y="3295650"/>
            <a:ext cx="3489357" cy="3009900"/>
          </a:xfrm>
          <a:prstGeom prst="ellipse">
            <a:avLst/>
          </a:prstGeom>
          <a:ln w="19050"/>
          <a:effectLst>
            <a:outerShdw blurRad="50800" dist="38100" dir="2700000" algn="tl" rotWithShape="0">
              <a:prstClr val="black">
                <a:alpha val="40000"/>
              </a:prstClr>
            </a:outerShdw>
          </a:effectLst>
        </p:spPr>
        <p:style>
          <a:lnRef idx="2">
            <a:schemeClr val="dk1"/>
          </a:lnRef>
          <a:fillRef idx="1">
            <a:schemeClr val="lt1"/>
          </a:fillRef>
          <a:effectRef idx="0">
            <a:schemeClr val="dk1"/>
          </a:effectRef>
          <a:fontRef idx="minor">
            <a:schemeClr val="dk1"/>
          </a:fontRef>
        </p:style>
        <p:txBody>
          <a:bodyPr rtlCol="0" anchor="ctr"/>
          <a:lstStyle/>
          <a:p>
            <a:pPr algn="ctr"/>
            <a:endParaRPr lang="en-GB" sz="1600" dirty="0">
              <a:solidFill>
                <a:schemeClr val="tx1"/>
              </a:solidFill>
              <a:latin typeface="Arial" pitchFamily="34" charset="0"/>
              <a:cs typeface="Arial" pitchFamily="34" charset="0"/>
            </a:endParaRPr>
          </a:p>
        </p:txBody>
      </p:sp>
      <p:sp>
        <p:nvSpPr>
          <p:cNvPr id="8" name="Oval 7" descr="Shape">
            <a:extLst>
              <a:ext uri="{FF2B5EF4-FFF2-40B4-BE49-F238E27FC236}">
                <a16:creationId xmlns:a16="http://schemas.microsoft.com/office/drawing/2014/main" id="{B00814D6-C4B0-BA11-0805-377544DC3A6F}"/>
              </a:ext>
            </a:extLst>
          </p:cNvPr>
          <p:cNvSpPr/>
          <p:nvPr/>
        </p:nvSpPr>
        <p:spPr>
          <a:xfrm>
            <a:off x="8802452" y="4056561"/>
            <a:ext cx="1428750" cy="1428750"/>
          </a:xfrm>
          <a:prstGeom prst="ellipse">
            <a:avLst/>
          </a:prstGeom>
          <a:solidFill>
            <a:schemeClr val="accent1">
              <a:lumMod val="20000"/>
              <a:lumOff val="80000"/>
            </a:schemeClr>
          </a:solidFill>
          <a:ln w="19050"/>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1900" b="1" dirty="0">
                <a:solidFill>
                  <a:schemeClr val="tx1"/>
                </a:solidFill>
                <a:cs typeface="Arial" pitchFamily="34" charset="0"/>
              </a:rPr>
              <a:t>Shape</a:t>
            </a:r>
          </a:p>
        </p:txBody>
      </p:sp>
      <p:sp>
        <p:nvSpPr>
          <p:cNvPr id="9" name="TextBox 8">
            <a:extLst>
              <a:ext uri="{FF2B5EF4-FFF2-40B4-BE49-F238E27FC236}">
                <a16:creationId xmlns:a16="http://schemas.microsoft.com/office/drawing/2014/main" id="{81EED097-6FFF-3639-9BB5-75D2280DC86C}"/>
              </a:ext>
            </a:extLst>
          </p:cNvPr>
          <p:cNvSpPr txBox="1"/>
          <p:nvPr/>
        </p:nvSpPr>
        <p:spPr>
          <a:xfrm>
            <a:off x="8859602" y="3219450"/>
            <a:ext cx="1261884" cy="400110"/>
          </a:xfrm>
          <a:prstGeom prst="rect">
            <a:avLst/>
          </a:prstGeom>
          <a:solidFill>
            <a:srgbClr val="FDE0D5"/>
          </a:solidFill>
          <a:ln w="19050">
            <a:noFill/>
          </a:ln>
          <a:effectLst>
            <a:outerShdw blurRad="50800" dist="38100" algn="l" rotWithShape="0">
              <a:prstClr val="black">
                <a:alpha val="40000"/>
              </a:prstClr>
            </a:outerShdw>
          </a:effectLst>
        </p:spPr>
        <p:style>
          <a:lnRef idx="1">
            <a:schemeClr val="accent1"/>
          </a:lnRef>
          <a:fillRef idx="2">
            <a:schemeClr val="accent1"/>
          </a:fillRef>
          <a:effectRef idx="1">
            <a:schemeClr val="accent1"/>
          </a:effectRef>
          <a:fontRef idx="minor">
            <a:schemeClr val="dk1"/>
          </a:fontRef>
        </p:style>
        <p:txBody>
          <a:bodyPr wrap="none" rtlCol="0">
            <a:spAutoFit/>
          </a:bodyPr>
          <a:lstStyle/>
          <a:p>
            <a:r>
              <a:rPr lang="en-GB" sz="2000" b="1" dirty="0">
                <a:latin typeface="Courier New" pitchFamily="49" charset="0"/>
                <a:cs typeface="Courier New" pitchFamily="49" charset="0"/>
              </a:rPr>
              <a:t>Ellipse</a:t>
            </a:r>
          </a:p>
        </p:txBody>
      </p:sp>
      <p:sp>
        <p:nvSpPr>
          <p:cNvPr id="10" name="Speech Bubble: Rectangle with Corners Rounded 9">
            <a:extLst>
              <a:ext uri="{FF2B5EF4-FFF2-40B4-BE49-F238E27FC236}">
                <a16:creationId xmlns:a16="http://schemas.microsoft.com/office/drawing/2014/main" id="{C7A5F898-407C-9BF7-46B3-8FB724CD6243}"/>
              </a:ext>
            </a:extLst>
          </p:cNvPr>
          <p:cNvSpPr/>
          <p:nvPr/>
        </p:nvSpPr>
        <p:spPr>
          <a:xfrm>
            <a:off x="4331370" y="4095750"/>
            <a:ext cx="3266572" cy="1116330"/>
          </a:xfrm>
          <a:prstGeom prst="wedgeRoundRectCallout">
            <a:avLst>
              <a:gd name="adj1" fmla="val 55425"/>
              <a:gd name="adj2" fmla="val -23768"/>
              <a:gd name="adj3" fmla="val 16667"/>
            </a:avLst>
          </a:prstGeom>
          <a:ln/>
        </p:spPr>
        <p:style>
          <a:lnRef idx="3">
            <a:schemeClr val="lt1"/>
          </a:lnRef>
          <a:fillRef idx="1">
            <a:schemeClr val="accent1"/>
          </a:fillRef>
          <a:effectRef idx="1">
            <a:schemeClr val="accent1"/>
          </a:effectRef>
          <a:fontRef idx="minor">
            <a:schemeClr val="lt1"/>
          </a:fontRef>
        </p:style>
        <p:txBody>
          <a:bodyPr rtlCol="0" anchor="ctr"/>
          <a:lstStyle/>
          <a:p>
            <a:pPr algn="ctr"/>
            <a:r>
              <a:rPr lang="en-GB" sz="1600" b="1" dirty="0">
                <a:cs typeface="Courier New" pitchFamily="49" charset="0"/>
              </a:rPr>
              <a:t>Before constructing an Ellipse, must construct the Shape object within</a:t>
            </a:r>
          </a:p>
        </p:txBody>
      </p:sp>
    </p:spTree>
    <p:extLst>
      <p:ext uri="{BB962C8B-B14F-4D97-AF65-F5344CB8AC3E}">
        <p14:creationId xmlns:p14="http://schemas.microsoft.com/office/powerpoint/2010/main" val="253762808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14" name="Rectangle 2"/>
          <p:cNvSpPr>
            <a:spLocks noGrp="1" noChangeArrowheads="1"/>
          </p:cNvSpPr>
          <p:nvPr>
            <p:ph type="title"/>
          </p:nvPr>
        </p:nvSpPr>
        <p:spPr/>
        <p:txBody>
          <a:bodyPr/>
          <a:lstStyle/>
          <a:p>
            <a:pPr eaLnBrk="1" hangingPunct="1"/>
            <a:r>
              <a:rPr lang="en-GB" dirty="0"/>
              <a:t>Derived class constructor</a:t>
            </a:r>
          </a:p>
        </p:txBody>
      </p:sp>
      <p:sp>
        <p:nvSpPr>
          <p:cNvPr id="8" name="Rectangle 6"/>
          <p:cNvSpPr>
            <a:spLocks noChangeArrowheads="1"/>
          </p:cNvSpPr>
          <p:nvPr/>
        </p:nvSpPr>
        <p:spPr bwMode="auto">
          <a:xfrm>
            <a:off x="1845274" y="6237614"/>
            <a:ext cx="8440059" cy="366767"/>
          </a:xfrm>
          <a:prstGeom prst="rect">
            <a:avLst/>
          </a:prstGeom>
          <a:ln>
            <a:noFill/>
            <a:headEnd/>
            <a:tailEnd/>
          </a:ln>
          <a:effectLst>
            <a:outerShdw blurRad="50800" dist="38100" algn="l" rotWithShape="0">
              <a:prstClr val="black">
                <a:alpha val="40000"/>
              </a:prstClr>
            </a:outerShdw>
          </a:effectLst>
        </p:spPr>
        <p:style>
          <a:lnRef idx="2">
            <a:schemeClr val="dk1"/>
          </a:lnRef>
          <a:fillRef idx="1">
            <a:schemeClr val="lt1"/>
          </a:fillRef>
          <a:effectRef idx="0">
            <a:schemeClr val="dk1"/>
          </a:effectRef>
          <a:fontRef idx="minor">
            <a:schemeClr val="dk1"/>
          </a:fontRef>
        </p:style>
        <p:txBody>
          <a:bodyPr wrap="square" lIns="90488" tIns="44450" rIns="0" bIns="44450">
            <a:spAutoFit/>
          </a:bodyPr>
          <a:lstStyle/>
          <a:p>
            <a:pPr defTabSz="739775" eaLnBrk="0" hangingPunct="0">
              <a:tabLst>
                <a:tab pos="347663" algn="l"/>
                <a:tab pos="685800" algn="l"/>
                <a:tab pos="1033463" algn="l"/>
                <a:tab pos="1371600" algn="l"/>
                <a:tab pos="1719263" algn="l"/>
                <a:tab pos="2057400" algn="l"/>
                <a:tab pos="2405063" algn="l"/>
                <a:tab pos="2743200" algn="l"/>
              </a:tabLst>
              <a:defRPr/>
            </a:pPr>
            <a:r>
              <a:rPr lang="en-GB" dirty="0">
                <a:solidFill>
                  <a:srgbClr val="000000"/>
                </a:solidFill>
                <a:latin typeface="Lucida Console" pitchFamily="49" charset="0"/>
              </a:rPr>
              <a:t>Ellipse e1 = </a:t>
            </a:r>
            <a:r>
              <a:rPr lang="en-GB" dirty="0">
                <a:solidFill>
                  <a:srgbClr val="0000C8"/>
                </a:solidFill>
                <a:latin typeface="Lucida Console" pitchFamily="49" charset="0"/>
              </a:rPr>
              <a:t>new</a:t>
            </a:r>
            <a:r>
              <a:rPr lang="en-GB" dirty="0">
                <a:solidFill>
                  <a:srgbClr val="000000"/>
                </a:solidFill>
                <a:latin typeface="Lucida Console" pitchFamily="49" charset="0"/>
              </a:rPr>
              <a:t> Ellipse(4,7, 23, 24, "RED");</a:t>
            </a:r>
          </a:p>
        </p:txBody>
      </p:sp>
      <p:sp>
        <p:nvSpPr>
          <p:cNvPr id="2" name="Rectangle 1"/>
          <p:cNvSpPr/>
          <p:nvPr/>
        </p:nvSpPr>
        <p:spPr>
          <a:xfrm>
            <a:off x="1832919" y="1308864"/>
            <a:ext cx="8452414" cy="2308324"/>
          </a:xfrm>
          <a:prstGeom prst="rect">
            <a:avLst/>
          </a:prstGeom>
          <a:solidFill>
            <a:schemeClr val="accent5">
              <a:lumMod val="20000"/>
              <a:lumOff val="80000"/>
            </a:schemeClr>
          </a:solidFill>
          <a:ln w="19050">
            <a:noFill/>
          </a:ln>
          <a:effectLst>
            <a:outerShdw blurRad="50800" dist="38100" algn="l" rotWithShape="0">
              <a:prstClr val="black">
                <a:alpha val="40000"/>
              </a:prstClr>
            </a:outerShdw>
          </a:effectLst>
        </p:spPr>
        <p:style>
          <a:lnRef idx="2">
            <a:schemeClr val="accent1"/>
          </a:lnRef>
          <a:fillRef idx="1">
            <a:schemeClr val="lt1"/>
          </a:fillRef>
          <a:effectRef idx="0">
            <a:schemeClr val="accent1"/>
          </a:effectRef>
          <a:fontRef idx="minor">
            <a:schemeClr val="dk1"/>
          </a:fontRef>
        </p:style>
        <p:txBody>
          <a:bodyPr wrap="square">
            <a:spAutoFit/>
          </a:bodyPr>
          <a:lstStyle/>
          <a:p>
            <a:r>
              <a:rPr lang="en-GB" sz="1600" b="1" dirty="0">
                <a:solidFill>
                  <a:srgbClr val="7F0055"/>
                </a:solidFill>
                <a:latin typeface="Consolas" panose="020B0609020204030204" pitchFamily="49" charset="0"/>
              </a:rPr>
              <a:t>class</a:t>
            </a:r>
            <a:r>
              <a:rPr lang="en-GB" sz="1600" b="1" dirty="0">
                <a:solidFill>
                  <a:srgbClr val="000000"/>
                </a:solidFill>
                <a:latin typeface="Consolas" panose="020B0609020204030204" pitchFamily="49" charset="0"/>
              </a:rPr>
              <a:t> Shape {</a:t>
            </a:r>
          </a:p>
          <a:p>
            <a:r>
              <a:rPr lang="en-GB" sz="1600" b="1" dirty="0">
                <a:solidFill>
                  <a:srgbClr val="7F0055"/>
                </a:solidFill>
                <a:latin typeface="Consolas" panose="020B0609020204030204" pitchFamily="49" charset="0"/>
              </a:rPr>
              <a:t>  private</a:t>
            </a:r>
            <a:r>
              <a:rPr lang="en-GB" sz="1600" b="1" dirty="0">
                <a:solidFill>
                  <a:srgbClr val="000000"/>
                </a:solidFill>
                <a:latin typeface="Consolas" panose="020B0609020204030204" pitchFamily="49" charset="0"/>
              </a:rPr>
              <a:t> int </a:t>
            </a:r>
            <a:r>
              <a:rPr lang="en-GB" sz="1600" b="1" dirty="0">
                <a:solidFill>
                  <a:srgbClr val="0000C0"/>
                </a:solidFill>
                <a:latin typeface="Consolas" panose="020B0609020204030204" pitchFamily="49" charset="0"/>
              </a:rPr>
              <a:t>x, y</a:t>
            </a:r>
            <a:r>
              <a:rPr lang="en-GB" sz="1600" b="1" dirty="0">
                <a:solidFill>
                  <a:srgbClr val="000000"/>
                </a:solidFill>
                <a:latin typeface="Consolas" panose="020B0609020204030204" pitchFamily="49" charset="0"/>
              </a:rPr>
              <a:t>;</a:t>
            </a:r>
            <a:endParaRPr lang="en-GB" sz="1600" b="1" dirty="0">
              <a:solidFill>
                <a:srgbClr val="0000C0"/>
              </a:solidFill>
              <a:latin typeface="Consolas" panose="020B0609020204030204" pitchFamily="49" charset="0"/>
            </a:endParaRPr>
          </a:p>
          <a:p>
            <a:r>
              <a:rPr lang="en-GB" sz="1600" b="1" dirty="0">
                <a:solidFill>
                  <a:srgbClr val="7F0055"/>
                </a:solidFill>
                <a:latin typeface="Consolas" panose="020B0609020204030204" pitchFamily="49" charset="0"/>
              </a:rPr>
              <a:t>  private</a:t>
            </a:r>
            <a:r>
              <a:rPr lang="en-GB" sz="1600" b="1" dirty="0">
                <a:solidFill>
                  <a:srgbClr val="000000"/>
                </a:solidFill>
                <a:latin typeface="Consolas" panose="020B0609020204030204" pitchFamily="49" charset="0"/>
              </a:rPr>
              <a:t> String </a:t>
            </a:r>
            <a:r>
              <a:rPr lang="en-GB" sz="1600" b="1" dirty="0">
                <a:solidFill>
                  <a:srgbClr val="0000C0"/>
                </a:solidFill>
                <a:latin typeface="Consolas" panose="020B0609020204030204" pitchFamily="49" charset="0"/>
              </a:rPr>
              <a:t>colour</a:t>
            </a:r>
            <a:r>
              <a:rPr lang="en-GB" sz="1600" b="1" dirty="0">
                <a:solidFill>
                  <a:srgbClr val="000000"/>
                </a:solidFill>
                <a:latin typeface="Consolas" panose="020B0609020204030204" pitchFamily="49" charset="0"/>
              </a:rPr>
              <a:t>;</a:t>
            </a:r>
          </a:p>
          <a:p>
            <a:endParaRPr lang="en-GB" sz="1600" dirty="0">
              <a:latin typeface="Consolas" panose="020B0609020204030204" pitchFamily="49" charset="0"/>
            </a:endParaRPr>
          </a:p>
          <a:p>
            <a:r>
              <a:rPr lang="en-GB" sz="1600" b="1" dirty="0">
                <a:solidFill>
                  <a:srgbClr val="7F0055"/>
                </a:solidFill>
                <a:latin typeface="Consolas" panose="020B0609020204030204" pitchFamily="49" charset="0"/>
              </a:rPr>
              <a:t>  public</a:t>
            </a:r>
            <a:r>
              <a:rPr lang="en-GB" sz="1600" b="1" dirty="0">
                <a:solidFill>
                  <a:srgbClr val="000000"/>
                </a:solidFill>
                <a:latin typeface="Consolas" panose="020B0609020204030204" pitchFamily="49" charset="0"/>
              </a:rPr>
              <a:t> Shape(int x, int y, String </a:t>
            </a:r>
            <a:r>
              <a:rPr lang="en-GB" sz="1600" b="1" dirty="0">
                <a:solidFill>
                  <a:srgbClr val="6A3E3E"/>
                </a:solidFill>
                <a:latin typeface="Consolas" panose="020B0609020204030204" pitchFamily="49" charset="0"/>
              </a:rPr>
              <a:t>colour</a:t>
            </a:r>
            <a:r>
              <a:rPr lang="en-GB" sz="1600" b="1" dirty="0">
                <a:solidFill>
                  <a:srgbClr val="000000"/>
                </a:solidFill>
                <a:latin typeface="Consolas" panose="020B0609020204030204" pitchFamily="49" charset="0"/>
              </a:rPr>
              <a:t>) {</a:t>
            </a:r>
          </a:p>
          <a:p>
            <a:r>
              <a:rPr lang="en-GB" sz="1600" dirty="0">
                <a:solidFill>
                  <a:srgbClr val="0000C0"/>
                </a:solidFill>
                <a:latin typeface="Consolas" panose="020B0609020204030204" pitchFamily="49" charset="0"/>
              </a:rPr>
              <a:t>	</a:t>
            </a:r>
            <a:r>
              <a:rPr lang="en-GB" sz="1600" b="1" dirty="0" err="1">
                <a:solidFill>
                  <a:srgbClr val="0000C0"/>
                </a:solidFill>
                <a:latin typeface="Consolas" panose="020B0609020204030204" pitchFamily="49" charset="0"/>
              </a:rPr>
              <a:t>this</a:t>
            </a:r>
            <a:r>
              <a:rPr lang="en-GB" sz="1600" b="1" dirty="0" err="1">
                <a:solidFill>
                  <a:schemeClr val="tx1"/>
                </a:solidFill>
                <a:latin typeface="Consolas" panose="020B0609020204030204" pitchFamily="49" charset="0"/>
              </a:rPr>
              <a:t>.x</a:t>
            </a:r>
            <a:r>
              <a:rPr lang="en-GB" sz="1600" b="1" dirty="0">
                <a:solidFill>
                  <a:schemeClr val="tx1"/>
                </a:solidFill>
                <a:latin typeface="Consolas" panose="020B0609020204030204" pitchFamily="49" charset="0"/>
              </a:rPr>
              <a:t> = x;</a:t>
            </a:r>
            <a:r>
              <a:rPr lang="en-GB" sz="1600" b="1" dirty="0">
                <a:solidFill>
                  <a:srgbClr val="0000C0"/>
                </a:solidFill>
                <a:latin typeface="Consolas" panose="020B0609020204030204" pitchFamily="49" charset="0"/>
              </a:rPr>
              <a:t> </a:t>
            </a:r>
            <a:r>
              <a:rPr lang="en-GB" sz="1600" b="1" dirty="0" err="1">
                <a:solidFill>
                  <a:srgbClr val="0000C0"/>
                </a:solidFill>
                <a:latin typeface="Consolas" panose="020B0609020204030204" pitchFamily="49" charset="0"/>
              </a:rPr>
              <a:t>this</a:t>
            </a:r>
            <a:r>
              <a:rPr lang="en-GB" sz="1600" b="1" dirty="0" err="1">
                <a:solidFill>
                  <a:schemeClr val="tx1"/>
                </a:solidFill>
                <a:latin typeface="Consolas" panose="020B0609020204030204" pitchFamily="49" charset="0"/>
              </a:rPr>
              <a:t>.y</a:t>
            </a:r>
            <a:r>
              <a:rPr lang="en-GB" sz="1600" b="1" dirty="0">
                <a:solidFill>
                  <a:schemeClr val="tx1"/>
                </a:solidFill>
                <a:latin typeface="Consolas" panose="020B0609020204030204" pitchFamily="49" charset="0"/>
              </a:rPr>
              <a:t> = y;</a:t>
            </a:r>
            <a:endParaRPr lang="en-GB" sz="1600" dirty="0">
              <a:solidFill>
                <a:srgbClr val="000000"/>
              </a:solidFill>
              <a:highlight>
                <a:srgbClr val="F0D8A8"/>
              </a:highlight>
              <a:latin typeface="Consolas" panose="020B0609020204030204" pitchFamily="49" charset="0"/>
            </a:endParaRPr>
          </a:p>
          <a:p>
            <a:r>
              <a:rPr lang="en-GB" sz="1600" dirty="0">
                <a:solidFill>
                  <a:srgbClr val="0000C0"/>
                </a:solidFill>
                <a:latin typeface="Consolas" panose="020B0609020204030204" pitchFamily="49" charset="0"/>
              </a:rPr>
              <a:t>	</a:t>
            </a:r>
            <a:r>
              <a:rPr lang="en-GB" sz="1600" b="1" dirty="0" err="1">
                <a:solidFill>
                  <a:srgbClr val="0000C0"/>
                </a:solidFill>
                <a:latin typeface="Consolas" panose="020B0609020204030204" pitchFamily="49" charset="0"/>
              </a:rPr>
              <a:t>this</a:t>
            </a:r>
            <a:r>
              <a:rPr lang="en-GB" sz="1600" b="1" dirty="0" err="1">
                <a:solidFill>
                  <a:schemeClr val="tx1"/>
                </a:solidFill>
                <a:latin typeface="Consolas" panose="020B0609020204030204" pitchFamily="49" charset="0"/>
              </a:rPr>
              <a:t>.colour</a:t>
            </a:r>
            <a:r>
              <a:rPr lang="en-GB" sz="1600" dirty="0">
                <a:solidFill>
                  <a:srgbClr val="000000"/>
                </a:solidFill>
                <a:latin typeface="Consolas" panose="020B0609020204030204" pitchFamily="49" charset="0"/>
              </a:rPr>
              <a:t> = </a:t>
            </a:r>
            <a:r>
              <a:rPr lang="en-GB" sz="1600" dirty="0">
                <a:solidFill>
                  <a:srgbClr val="6A3E3E"/>
                </a:solidFill>
                <a:latin typeface="Consolas" panose="020B0609020204030204" pitchFamily="49" charset="0"/>
              </a:rPr>
              <a:t>colour</a:t>
            </a:r>
            <a:r>
              <a:rPr lang="en-GB" sz="1600" dirty="0">
                <a:solidFill>
                  <a:srgbClr val="000000"/>
                </a:solidFill>
                <a:latin typeface="Consolas" panose="020B0609020204030204" pitchFamily="49" charset="0"/>
              </a:rPr>
              <a:t>;</a:t>
            </a:r>
          </a:p>
          <a:p>
            <a:r>
              <a:rPr lang="en-GB" sz="1600" dirty="0">
                <a:solidFill>
                  <a:srgbClr val="000000"/>
                </a:solidFill>
                <a:latin typeface="Consolas" panose="020B0609020204030204" pitchFamily="49" charset="0"/>
              </a:rPr>
              <a:t>  }</a:t>
            </a:r>
          </a:p>
          <a:p>
            <a:r>
              <a:rPr lang="en-GB" sz="1600" dirty="0">
                <a:solidFill>
                  <a:srgbClr val="000000"/>
                </a:solidFill>
                <a:latin typeface="Consolas" panose="020B0609020204030204" pitchFamily="49" charset="0"/>
              </a:rPr>
              <a:t>}</a:t>
            </a:r>
          </a:p>
        </p:txBody>
      </p:sp>
      <p:sp>
        <p:nvSpPr>
          <p:cNvPr id="3" name="Rounded Rectangular Callout 2"/>
          <p:cNvSpPr/>
          <p:nvPr/>
        </p:nvSpPr>
        <p:spPr>
          <a:xfrm>
            <a:off x="7239183" y="1672696"/>
            <a:ext cx="4135770" cy="638897"/>
          </a:xfrm>
          <a:prstGeom prst="wedgeRoundRectCallout">
            <a:avLst>
              <a:gd name="adj1" fmla="val -54879"/>
              <a:gd name="adj2" fmla="val 48391"/>
              <a:gd name="adj3" fmla="val 16667"/>
            </a:avLst>
          </a:prstGeom>
          <a:solidFill>
            <a:schemeClr val="accent1">
              <a:lumMod val="20000"/>
              <a:lumOff val="80000"/>
            </a:schemeClr>
          </a:solidFill>
          <a:ln w="19050">
            <a:noFill/>
          </a:ln>
          <a:effectLst>
            <a:outerShdw blurRad="50800" dist="38100" algn="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1400" dirty="0">
                <a:solidFill>
                  <a:schemeClr val="tx1"/>
                </a:solidFill>
              </a:rPr>
              <a:t>No default constructor</a:t>
            </a:r>
            <a:br>
              <a:rPr lang="en-GB" sz="1400" dirty="0">
                <a:solidFill>
                  <a:schemeClr val="tx1"/>
                </a:solidFill>
              </a:rPr>
            </a:br>
            <a:r>
              <a:rPr lang="en-GB" sz="1400" dirty="0">
                <a:solidFill>
                  <a:schemeClr val="tx1"/>
                </a:solidFill>
              </a:rPr>
              <a:t>So all derived classes must invoke this .</a:t>
            </a:r>
            <a:r>
              <a:rPr lang="en-GB" sz="1400" dirty="0" err="1">
                <a:solidFill>
                  <a:schemeClr val="tx1"/>
                </a:solidFill>
              </a:rPr>
              <a:t>ctor</a:t>
            </a:r>
            <a:endParaRPr lang="en-GB" sz="1400" dirty="0">
              <a:solidFill>
                <a:schemeClr val="tx1"/>
              </a:solidFill>
            </a:endParaRPr>
          </a:p>
        </p:txBody>
      </p:sp>
      <p:sp>
        <p:nvSpPr>
          <p:cNvPr id="4" name="Rectangle 3"/>
          <p:cNvSpPr/>
          <p:nvPr/>
        </p:nvSpPr>
        <p:spPr>
          <a:xfrm>
            <a:off x="1845272" y="3814808"/>
            <a:ext cx="8439687" cy="2308324"/>
          </a:xfrm>
          <a:prstGeom prst="rect">
            <a:avLst/>
          </a:prstGeom>
          <a:solidFill>
            <a:schemeClr val="bg1"/>
          </a:solidFill>
          <a:ln w="19050">
            <a:noFill/>
          </a:ln>
          <a:effectLst>
            <a:outerShdw blurRad="50800" dist="38100" algn="l" rotWithShape="0">
              <a:prstClr val="black">
                <a:alpha val="40000"/>
              </a:prstClr>
            </a:outerShdw>
          </a:effectLst>
        </p:spPr>
        <p:style>
          <a:lnRef idx="2">
            <a:schemeClr val="accent1"/>
          </a:lnRef>
          <a:fillRef idx="1">
            <a:schemeClr val="lt1"/>
          </a:fillRef>
          <a:effectRef idx="0">
            <a:schemeClr val="accent1"/>
          </a:effectRef>
          <a:fontRef idx="minor">
            <a:schemeClr val="dk1"/>
          </a:fontRef>
        </p:style>
        <p:txBody>
          <a:bodyPr wrap="square">
            <a:spAutoFit/>
          </a:bodyPr>
          <a:lstStyle/>
          <a:p>
            <a:r>
              <a:rPr lang="en-GB" sz="1600" b="1" dirty="0">
                <a:solidFill>
                  <a:srgbClr val="7F0055"/>
                </a:solidFill>
                <a:latin typeface="Consolas" panose="020B0609020204030204" pitchFamily="49" charset="0"/>
              </a:rPr>
              <a:t>class</a:t>
            </a:r>
            <a:r>
              <a:rPr lang="en-GB" sz="1600" b="1" dirty="0">
                <a:solidFill>
                  <a:srgbClr val="000000"/>
                </a:solidFill>
                <a:latin typeface="Consolas" panose="020B0609020204030204" pitchFamily="49" charset="0"/>
              </a:rPr>
              <a:t> Ellipse </a:t>
            </a:r>
            <a:r>
              <a:rPr lang="en-GB" sz="1600" b="1" dirty="0">
                <a:solidFill>
                  <a:srgbClr val="7F0055"/>
                </a:solidFill>
                <a:latin typeface="Consolas" panose="020B0609020204030204" pitchFamily="49" charset="0"/>
              </a:rPr>
              <a:t>:</a:t>
            </a:r>
            <a:r>
              <a:rPr lang="en-GB" sz="1600" b="1" dirty="0">
                <a:solidFill>
                  <a:srgbClr val="000000"/>
                </a:solidFill>
                <a:latin typeface="Consolas" panose="020B0609020204030204" pitchFamily="49" charset="0"/>
              </a:rPr>
              <a:t> Shape {</a:t>
            </a:r>
          </a:p>
          <a:p>
            <a:r>
              <a:rPr lang="en-GB" sz="1600" b="1" dirty="0">
                <a:solidFill>
                  <a:srgbClr val="7F0055"/>
                </a:solidFill>
                <a:latin typeface="Consolas" panose="020B0609020204030204" pitchFamily="49" charset="0"/>
              </a:rPr>
              <a:t>  private</a:t>
            </a:r>
            <a:r>
              <a:rPr lang="en-GB" sz="1600" b="1" dirty="0">
                <a:solidFill>
                  <a:srgbClr val="000000"/>
                </a:solidFill>
                <a:latin typeface="Consolas" panose="020B0609020204030204" pitchFamily="49" charset="0"/>
              </a:rPr>
              <a:t> </a:t>
            </a:r>
            <a:r>
              <a:rPr lang="en-GB" sz="1600" b="1" dirty="0" err="1">
                <a:solidFill>
                  <a:srgbClr val="7F0055"/>
                </a:solidFill>
                <a:latin typeface="Consolas" panose="020B0609020204030204" pitchFamily="49" charset="0"/>
              </a:rPr>
              <a:t>int</a:t>
            </a:r>
            <a:r>
              <a:rPr lang="en-GB" sz="1600" b="1" dirty="0">
                <a:solidFill>
                  <a:srgbClr val="000000"/>
                </a:solidFill>
                <a:latin typeface="Consolas" panose="020B0609020204030204" pitchFamily="49" charset="0"/>
              </a:rPr>
              <a:t> </a:t>
            </a:r>
            <a:r>
              <a:rPr lang="en-GB" sz="1600" b="1" dirty="0">
                <a:solidFill>
                  <a:srgbClr val="0000C0"/>
                </a:solidFill>
                <a:latin typeface="Consolas" panose="020B0609020204030204" pitchFamily="49" charset="0"/>
              </a:rPr>
              <a:t>width</a:t>
            </a:r>
            <a:r>
              <a:rPr lang="en-GB" sz="1600" b="1" dirty="0">
                <a:solidFill>
                  <a:srgbClr val="000000"/>
                </a:solidFill>
                <a:latin typeface="Consolas" panose="020B0609020204030204" pitchFamily="49" charset="0"/>
              </a:rPr>
              <a:t>, </a:t>
            </a:r>
            <a:r>
              <a:rPr lang="en-GB" sz="1600" b="1" dirty="0">
                <a:solidFill>
                  <a:srgbClr val="0000C0"/>
                </a:solidFill>
                <a:latin typeface="Consolas" panose="020B0609020204030204" pitchFamily="49" charset="0"/>
              </a:rPr>
              <a:t>height</a:t>
            </a:r>
            <a:r>
              <a:rPr lang="en-GB" sz="1600" b="1" dirty="0">
                <a:solidFill>
                  <a:srgbClr val="000000"/>
                </a:solidFill>
                <a:latin typeface="Consolas" panose="020B0609020204030204" pitchFamily="49" charset="0"/>
              </a:rPr>
              <a:t>;</a:t>
            </a:r>
          </a:p>
          <a:p>
            <a:endParaRPr lang="en-GB" sz="1600" dirty="0">
              <a:latin typeface="Consolas" panose="020B0609020204030204" pitchFamily="49" charset="0"/>
            </a:endParaRPr>
          </a:p>
          <a:p>
            <a:r>
              <a:rPr lang="en-GB" sz="1600" b="1" dirty="0">
                <a:solidFill>
                  <a:srgbClr val="7F0055"/>
                </a:solidFill>
                <a:latin typeface="Consolas" panose="020B0609020204030204" pitchFamily="49" charset="0"/>
              </a:rPr>
              <a:t>  public</a:t>
            </a:r>
            <a:r>
              <a:rPr lang="en-GB" sz="1600" b="1" dirty="0">
                <a:solidFill>
                  <a:srgbClr val="000000"/>
                </a:solidFill>
                <a:latin typeface="Consolas" panose="020B0609020204030204" pitchFamily="49" charset="0"/>
              </a:rPr>
              <a:t> Ellipse(int x, int y, </a:t>
            </a:r>
            <a:r>
              <a:rPr lang="en-GB" sz="1600" b="1" dirty="0">
                <a:solidFill>
                  <a:srgbClr val="7F0055"/>
                </a:solidFill>
                <a:latin typeface="Consolas" panose="020B0609020204030204" pitchFamily="49" charset="0"/>
              </a:rPr>
              <a:t>int</a:t>
            </a:r>
            <a:r>
              <a:rPr lang="en-GB" sz="1600" b="1" dirty="0">
                <a:solidFill>
                  <a:srgbClr val="000000"/>
                </a:solidFill>
                <a:latin typeface="Consolas" panose="020B0609020204030204" pitchFamily="49" charset="0"/>
              </a:rPr>
              <a:t> </a:t>
            </a:r>
            <a:r>
              <a:rPr lang="en-GB" sz="1600" b="1" dirty="0">
                <a:solidFill>
                  <a:srgbClr val="6A3E3E"/>
                </a:solidFill>
                <a:latin typeface="Consolas" panose="020B0609020204030204" pitchFamily="49" charset="0"/>
              </a:rPr>
              <a:t>width</a:t>
            </a:r>
            <a:r>
              <a:rPr lang="en-GB" sz="1600" b="1" dirty="0">
                <a:solidFill>
                  <a:srgbClr val="000000"/>
                </a:solidFill>
                <a:latin typeface="Consolas" panose="020B0609020204030204" pitchFamily="49" charset="0"/>
              </a:rPr>
              <a:t>, </a:t>
            </a:r>
            <a:r>
              <a:rPr lang="en-GB" sz="1600" b="1" dirty="0">
                <a:solidFill>
                  <a:srgbClr val="7F0055"/>
                </a:solidFill>
                <a:latin typeface="Consolas" panose="020B0609020204030204" pitchFamily="49" charset="0"/>
              </a:rPr>
              <a:t>int</a:t>
            </a:r>
            <a:r>
              <a:rPr lang="en-GB" sz="1600" b="1" dirty="0">
                <a:solidFill>
                  <a:srgbClr val="000000"/>
                </a:solidFill>
                <a:latin typeface="Consolas" panose="020B0609020204030204" pitchFamily="49" charset="0"/>
              </a:rPr>
              <a:t> </a:t>
            </a:r>
            <a:r>
              <a:rPr lang="en-GB" sz="1600" b="1" dirty="0">
                <a:solidFill>
                  <a:srgbClr val="6A3E3E"/>
                </a:solidFill>
                <a:latin typeface="Consolas" panose="020B0609020204030204" pitchFamily="49" charset="0"/>
              </a:rPr>
              <a:t>height</a:t>
            </a:r>
            <a:r>
              <a:rPr lang="en-GB" sz="1600" b="1" dirty="0">
                <a:solidFill>
                  <a:srgbClr val="000000"/>
                </a:solidFill>
                <a:latin typeface="Consolas" panose="020B0609020204030204" pitchFamily="49" charset="0"/>
              </a:rPr>
              <a:t>, String </a:t>
            </a:r>
            <a:r>
              <a:rPr lang="en-GB" sz="1600" b="1" dirty="0">
                <a:solidFill>
                  <a:srgbClr val="6A3E3E"/>
                </a:solidFill>
                <a:latin typeface="Consolas" panose="020B0609020204030204" pitchFamily="49" charset="0"/>
              </a:rPr>
              <a:t>colour</a:t>
            </a:r>
            <a:r>
              <a:rPr lang="en-GB" sz="1600" b="1" dirty="0">
                <a:solidFill>
                  <a:srgbClr val="000000"/>
                </a:solidFill>
                <a:latin typeface="Consolas" panose="020B0609020204030204" pitchFamily="49" charset="0"/>
              </a:rPr>
              <a:t>) </a:t>
            </a:r>
          </a:p>
          <a:p>
            <a:r>
              <a:rPr lang="en-GB" sz="1600" b="1" dirty="0">
                <a:solidFill>
                  <a:srgbClr val="7F0055"/>
                </a:solidFill>
                <a:latin typeface="Consolas" panose="020B0609020204030204" pitchFamily="49" charset="0"/>
              </a:rPr>
              <a:t>	: base</a:t>
            </a:r>
            <a:r>
              <a:rPr lang="en-GB" sz="1600" b="1" dirty="0">
                <a:solidFill>
                  <a:srgbClr val="000000"/>
                </a:solidFill>
                <a:latin typeface="Consolas" panose="020B0609020204030204" pitchFamily="49" charset="0"/>
              </a:rPr>
              <a:t>(</a:t>
            </a:r>
            <a:r>
              <a:rPr lang="en-GB" sz="1600" b="1" dirty="0">
                <a:solidFill>
                  <a:srgbClr val="6A3E3E"/>
                </a:solidFill>
                <a:latin typeface="Consolas" panose="020B0609020204030204" pitchFamily="49" charset="0"/>
              </a:rPr>
              <a:t>x</a:t>
            </a:r>
            <a:r>
              <a:rPr lang="en-GB" sz="1600" b="1" dirty="0">
                <a:solidFill>
                  <a:srgbClr val="000000"/>
                </a:solidFill>
                <a:latin typeface="Consolas" panose="020B0609020204030204" pitchFamily="49" charset="0"/>
              </a:rPr>
              <a:t>, y, colour) {</a:t>
            </a:r>
          </a:p>
          <a:p>
            <a:r>
              <a:rPr lang="en-GB" sz="1600" b="1" dirty="0">
                <a:solidFill>
                  <a:srgbClr val="7F0055"/>
                </a:solidFill>
                <a:latin typeface="Consolas" panose="020B0609020204030204" pitchFamily="49" charset="0"/>
              </a:rPr>
              <a:t>	</a:t>
            </a:r>
            <a:r>
              <a:rPr lang="en-GB" sz="1600" b="1" dirty="0" err="1">
                <a:solidFill>
                  <a:srgbClr val="7F0055"/>
                </a:solidFill>
                <a:latin typeface="Consolas" panose="020B0609020204030204" pitchFamily="49" charset="0"/>
              </a:rPr>
              <a:t>this</a:t>
            </a:r>
            <a:r>
              <a:rPr lang="en-GB" sz="1600" b="1" dirty="0" err="1">
                <a:solidFill>
                  <a:srgbClr val="000000"/>
                </a:solidFill>
                <a:latin typeface="Consolas" panose="020B0609020204030204" pitchFamily="49" charset="0"/>
              </a:rPr>
              <a:t>.</a:t>
            </a:r>
            <a:r>
              <a:rPr lang="en-GB" sz="1600" b="1" dirty="0" err="1">
                <a:solidFill>
                  <a:srgbClr val="0000C0"/>
                </a:solidFill>
                <a:latin typeface="Consolas" panose="020B0609020204030204" pitchFamily="49" charset="0"/>
              </a:rPr>
              <a:t>width</a:t>
            </a:r>
            <a:r>
              <a:rPr lang="en-GB" sz="1600" b="1" dirty="0">
                <a:solidFill>
                  <a:srgbClr val="000000"/>
                </a:solidFill>
                <a:latin typeface="Consolas" panose="020B0609020204030204" pitchFamily="49" charset="0"/>
              </a:rPr>
              <a:t> = </a:t>
            </a:r>
            <a:r>
              <a:rPr lang="en-GB" sz="1600" b="1" dirty="0">
                <a:solidFill>
                  <a:srgbClr val="6A3E3E"/>
                </a:solidFill>
                <a:latin typeface="Consolas" panose="020B0609020204030204" pitchFamily="49" charset="0"/>
              </a:rPr>
              <a:t>width</a:t>
            </a:r>
            <a:r>
              <a:rPr lang="en-GB" sz="1600" b="1" dirty="0">
                <a:solidFill>
                  <a:srgbClr val="000000"/>
                </a:solidFill>
                <a:latin typeface="Consolas" panose="020B0609020204030204" pitchFamily="49" charset="0"/>
              </a:rPr>
              <a:t>;</a:t>
            </a:r>
          </a:p>
          <a:p>
            <a:r>
              <a:rPr lang="en-GB" sz="1600" b="1" dirty="0">
                <a:solidFill>
                  <a:srgbClr val="7F0055"/>
                </a:solidFill>
                <a:latin typeface="Consolas" panose="020B0609020204030204" pitchFamily="49" charset="0"/>
              </a:rPr>
              <a:t>	</a:t>
            </a:r>
            <a:r>
              <a:rPr lang="en-GB" sz="1600" b="1" dirty="0" err="1">
                <a:solidFill>
                  <a:srgbClr val="7F0055"/>
                </a:solidFill>
                <a:latin typeface="Consolas" panose="020B0609020204030204" pitchFamily="49" charset="0"/>
              </a:rPr>
              <a:t>this</a:t>
            </a:r>
            <a:r>
              <a:rPr lang="en-GB" sz="1600" b="1" dirty="0" err="1">
                <a:solidFill>
                  <a:srgbClr val="000000"/>
                </a:solidFill>
                <a:latin typeface="Consolas" panose="020B0609020204030204" pitchFamily="49" charset="0"/>
              </a:rPr>
              <a:t>.</a:t>
            </a:r>
            <a:r>
              <a:rPr lang="en-GB" sz="1600" b="1" dirty="0" err="1">
                <a:solidFill>
                  <a:srgbClr val="0000C0"/>
                </a:solidFill>
                <a:latin typeface="Consolas" panose="020B0609020204030204" pitchFamily="49" charset="0"/>
              </a:rPr>
              <a:t>height</a:t>
            </a:r>
            <a:r>
              <a:rPr lang="en-GB" sz="1600" b="1" dirty="0">
                <a:solidFill>
                  <a:srgbClr val="000000"/>
                </a:solidFill>
                <a:latin typeface="Consolas" panose="020B0609020204030204" pitchFamily="49" charset="0"/>
              </a:rPr>
              <a:t> = </a:t>
            </a:r>
            <a:r>
              <a:rPr lang="en-GB" sz="1600" b="1" dirty="0">
                <a:solidFill>
                  <a:srgbClr val="6A3E3E"/>
                </a:solidFill>
                <a:latin typeface="Consolas" panose="020B0609020204030204" pitchFamily="49" charset="0"/>
              </a:rPr>
              <a:t>height</a:t>
            </a:r>
            <a:r>
              <a:rPr lang="en-GB" sz="1600" b="1" dirty="0">
                <a:solidFill>
                  <a:srgbClr val="000000"/>
                </a:solidFill>
                <a:latin typeface="Consolas" panose="020B0609020204030204" pitchFamily="49" charset="0"/>
              </a:rPr>
              <a:t>;</a:t>
            </a:r>
          </a:p>
          <a:p>
            <a:r>
              <a:rPr lang="en-GB" sz="1600" dirty="0">
                <a:solidFill>
                  <a:srgbClr val="000000"/>
                </a:solidFill>
                <a:latin typeface="Consolas" panose="020B0609020204030204" pitchFamily="49" charset="0"/>
              </a:rPr>
              <a:t>  }</a:t>
            </a:r>
          </a:p>
          <a:p>
            <a:r>
              <a:rPr lang="en-GB" sz="1600" dirty="0">
                <a:solidFill>
                  <a:srgbClr val="000000"/>
                </a:solidFill>
                <a:latin typeface="Consolas" panose="020B0609020204030204" pitchFamily="49" charset="0"/>
              </a:rPr>
              <a:t>}</a:t>
            </a:r>
            <a:endParaRPr lang="en-GB" sz="1600" dirty="0"/>
          </a:p>
        </p:txBody>
      </p:sp>
      <p:sp>
        <p:nvSpPr>
          <p:cNvPr id="5" name="Rounded Rectangular Callout 4"/>
          <p:cNvSpPr/>
          <p:nvPr/>
        </p:nvSpPr>
        <p:spPr>
          <a:xfrm>
            <a:off x="5935360" y="4957870"/>
            <a:ext cx="4796807" cy="395418"/>
          </a:xfrm>
          <a:prstGeom prst="wedgeRoundRectCallout">
            <a:avLst>
              <a:gd name="adj1" fmla="val -58536"/>
              <a:gd name="adj2" fmla="val -31554"/>
              <a:gd name="adj3" fmla="val 16667"/>
            </a:avLst>
          </a:prstGeom>
          <a:solidFill>
            <a:schemeClr val="accent1">
              <a:lumMod val="20000"/>
              <a:lumOff val="80000"/>
            </a:schemeClr>
          </a:solidFill>
          <a:ln w="19050">
            <a:noFill/>
          </a:ln>
          <a:effectLst>
            <a:outerShdw blurRad="50800" dist="38100" algn="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1400" dirty="0">
                <a:solidFill>
                  <a:schemeClr val="tx1"/>
                </a:solidFill>
              </a:rPr>
              <a:t>Calling base constructor to initialise base fields</a:t>
            </a:r>
            <a:endParaRPr lang="en-GB" sz="1400" dirty="0">
              <a:solidFill>
                <a:schemeClr val="tx1"/>
              </a:solidFill>
              <a:latin typeface="Arial" pitchFamily="34" charset="0"/>
              <a:cs typeface="Arial" pitchFamily="34" charset="0"/>
            </a:endParaRPr>
          </a:p>
        </p:txBody>
      </p:sp>
    </p:spTree>
    <p:extLst>
      <p:ext uri="{BB962C8B-B14F-4D97-AF65-F5344CB8AC3E}">
        <p14:creationId xmlns:p14="http://schemas.microsoft.com/office/powerpoint/2010/main" val="260463208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14" name="Rectangle 2"/>
          <p:cNvSpPr>
            <a:spLocks noGrp="1" noChangeArrowheads="1"/>
          </p:cNvSpPr>
          <p:nvPr>
            <p:ph type="title"/>
          </p:nvPr>
        </p:nvSpPr>
        <p:spPr/>
        <p:txBody>
          <a:bodyPr/>
          <a:lstStyle/>
          <a:p>
            <a:pPr eaLnBrk="1" hangingPunct="1"/>
            <a:r>
              <a:rPr lang="en-GB" dirty="0"/>
              <a:t>Derived class constructor – chaining</a:t>
            </a:r>
          </a:p>
        </p:txBody>
      </p:sp>
      <p:sp>
        <p:nvSpPr>
          <p:cNvPr id="8" name="Rectangle 6"/>
          <p:cNvSpPr>
            <a:spLocks noChangeArrowheads="1"/>
          </p:cNvSpPr>
          <p:nvPr/>
        </p:nvSpPr>
        <p:spPr bwMode="auto">
          <a:xfrm>
            <a:off x="1869987" y="5068070"/>
            <a:ext cx="4640870" cy="366767"/>
          </a:xfrm>
          <a:prstGeom prst="rect">
            <a:avLst/>
          </a:prstGeom>
          <a:ln>
            <a:noFill/>
            <a:headEnd/>
            <a:tailEnd/>
          </a:ln>
          <a:effectLst>
            <a:outerShdw blurRad="50800" dist="38100" algn="l" rotWithShape="0">
              <a:prstClr val="black">
                <a:alpha val="40000"/>
              </a:prstClr>
            </a:outerShdw>
          </a:effectLst>
        </p:spPr>
        <p:style>
          <a:lnRef idx="2">
            <a:schemeClr val="dk1"/>
          </a:lnRef>
          <a:fillRef idx="1">
            <a:schemeClr val="lt1"/>
          </a:fillRef>
          <a:effectRef idx="0">
            <a:schemeClr val="dk1"/>
          </a:effectRef>
          <a:fontRef idx="minor">
            <a:schemeClr val="dk1"/>
          </a:fontRef>
        </p:style>
        <p:txBody>
          <a:bodyPr wrap="square" lIns="90488" tIns="44450" rIns="0" bIns="44450">
            <a:spAutoFit/>
          </a:bodyPr>
          <a:lstStyle/>
          <a:p>
            <a:pPr defTabSz="739775" eaLnBrk="0" hangingPunct="0">
              <a:tabLst>
                <a:tab pos="347663" algn="l"/>
                <a:tab pos="685800" algn="l"/>
                <a:tab pos="1033463" algn="l"/>
                <a:tab pos="1371600" algn="l"/>
                <a:tab pos="1719263" algn="l"/>
                <a:tab pos="2057400" algn="l"/>
                <a:tab pos="2405063" algn="l"/>
                <a:tab pos="2743200" algn="l"/>
              </a:tabLst>
            </a:pPr>
            <a:r>
              <a:rPr lang="en-GB" dirty="0">
                <a:solidFill>
                  <a:srgbClr val="000000"/>
                </a:solidFill>
                <a:latin typeface="Lucida Console" pitchFamily="49" charset="0"/>
              </a:rPr>
              <a:t>Ellipse e1 = new Ellipse(4,7);</a:t>
            </a:r>
          </a:p>
        </p:txBody>
      </p:sp>
      <p:sp>
        <p:nvSpPr>
          <p:cNvPr id="4" name="Rectangle 3"/>
          <p:cNvSpPr/>
          <p:nvPr/>
        </p:nvSpPr>
        <p:spPr>
          <a:xfrm>
            <a:off x="1869987" y="1377711"/>
            <a:ext cx="8192532" cy="3046988"/>
          </a:xfrm>
          <a:prstGeom prst="rect">
            <a:avLst/>
          </a:prstGeom>
          <a:solidFill>
            <a:schemeClr val="bg1"/>
          </a:solidFill>
          <a:ln w="19050">
            <a:noFill/>
          </a:ln>
          <a:effectLst>
            <a:outerShdw blurRad="50800" dist="38100" algn="l" rotWithShape="0">
              <a:prstClr val="black">
                <a:alpha val="40000"/>
              </a:prstClr>
            </a:outerShdw>
          </a:effectLst>
        </p:spPr>
        <p:style>
          <a:lnRef idx="2">
            <a:schemeClr val="accent1"/>
          </a:lnRef>
          <a:fillRef idx="1">
            <a:schemeClr val="lt1"/>
          </a:fillRef>
          <a:effectRef idx="0">
            <a:schemeClr val="accent1"/>
          </a:effectRef>
          <a:fontRef idx="minor">
            <a:schemeClr val="dk1"/>
          </a:fontRef>
        </p:style>
        <p:txBody>
          <a:bodyPr wrap="square">
            <a:spAutoFit/>
          </a:bodyPr>
          <a:lstStyle/>
          <a:p>
            <a:r>
              <a:rPr lang="en-GB" sz="1600" b="1" dirty="0">
                <a:solidFill>
                  <a:srgbClr val="7F0055"/>
                </a:solidFill>
                <a:latin typeface="Consolas" panose="020B0609020204030204" pitchFamily="49" charset="0"/>
              </a:rPr>
              <a:t>class</a:t>
            </a:r>
            <a:r>
              <a:rPr lang="en-GB" sz="1600" b="1" dirty="0">
                <a:solidFill>
                  <a:srgbClr val="000000"/>
                </a:solidFill>
                <a:latin typeface="Consolas" panose="020B0609020204030204" pitchFamily="49" charset="0"/>
              </a:rPr>
              <a:t> Ellipse </a:t>
            </a:r>
            <a:r>
              <a:rPr lang="en-GB" sz="1600" b="1" dirty="0">
                <a:solidFill>
                  <a:srgbClr val="7F0055"/>
                </a:solidFill>
                <a:latin typeface="Consolas" panose="020B0609020204030204" pitchFamily="49" charset="0"/>
              </a:rPr>
              <a:t>:</a:t>
            </a:r>
            <a:r>
              <a:rPr lang="en-GB" sz="1600" b="1" dirty="0">
                <a:solidFill>
                  <a:srgbClr val="000000"/>
                </a:solidFill>
                <a:latin typeface="Consolas" panose="020B0609020204030204" pitchFamily="49" charset="0"/>
              </a:rPr>
              <a:t> Shape {</a:t>
            </a:r>
          </a:p>
          <a:p>
            <a:r>
              <a:rPr lang="en-GB" sz="1600" b="1" dirty="0">
                <a:solidFill>
                  <a:srgbClr val="7F0055"/>
                </a:solidFill>
                <a:latin typeface="Consolas" panose="020B0609020204030204" pitchFamily="49" charset="0"/>
              </a:rPr>
              <a:t>  private</a:t>
            </a:r>
            <a:r>
              <a:rPr lang="en-GB" sz="1600" b="1" dirty="0">
                <a:solidFill>
                  <a:srgbClr val="000000"/>
                </a:solidFill>
                <a:latin typeface="Consolas" panose="020B0609020204030204" pitchFamily="49" charset="0"/>
              </a:rPr>
              <a:t> </a:t>
            </a:r>
            <a:r>
              <a:rPr lang="en-GB" sz="1600" b="1" dirty="0" err="1">
                <a:solidFill>
                  <a:srgbClr val="7F0055"/>
                </a:solidFill>
                <a:latin typeface="Consolas" panose="020B0609020204030204" pitchFamily="49" charset="0"/>
              </a:rPr>
              <a:t>int</a:t>
            </a:r>
            <a:r>
              <a:rPr lang="en-GB" sz="1600" b="1" dirty="0">
                <a:solidFill>
                  <a:srgbClr val="000000"/>
                </a:solidFill>
                <a:latin typeface="Consolas" panose="020B0609020204030204" pitchFamily="49" charset="0"/>
              </a:rPr>
              <a:t> </a:t>
            </a:r>
            <a:r>
              <a:rPr lang="en-GB" sz="1600" b="1" dirty="0">
                <a:solidFill>
                  <a:srgbClr val="0000C0"/>
                </a:solidFill>
                <a:latin typeface="Consolas" panose="020B0609020204030204" pitchFamily="49" charset="0"/>
              </a:rPr>
              <a:t>width</a:t>
            </a:r>
            <a:r>
              <a:rPr lang="en-GB" sz="1600" b="1" dirty="0">
                <a:solidFill>
                  <a:srgbClr val="000000"/>
                </a:solidFill>
                <a:latin typeface="Consolas" panose="020B0609020204030204" pitchFamily="49" charset="0"/>
              </a:rPr>
              <a:t>, </a:t>
            </a:r>
            <a:r>
              <a:rPr lang="en-GB" sz="1600" b="1" dirty="0">
                <a:solidFill>
                  <a:srgbClr val="0000C0"/>
                </a:solidFill>
                <a:latin typeface="Consolas" panose="020B0609020204030204" pitchFamily="49" charset="0"/>
              </a:rPr>
              <a:t>height</a:t>
            </a:r>
            <a:r>
              <a:rPr lang="en-GB" sz="1600" b="1" dirty="0">
                <a:solidFill>
                  <a:srgbClr val="000000"/>
                </a:solidFill>
                <a:latin typeface="Consolas" panose="020B0609020204030204" pitchFamily="49" charset="0"/>
              </a:rPr>
              <a:t>;</a:t>
            </a:r>
          </a:p>
          <a:p>
            <a:endParaRPr lang="en-GB" sz="1600" dirty="0">
              <a:latin typeface="Consolas" panose="020B0609020204030204" pitchFamily="49" charset="0"/>
            </a:endParaRPr>
          </a:p>
          <a:p>
            <a:r>
              <a:rPr lang="en-GB" sz="1600" b="1" dirty="0">
                <a:solidFill>
                  <a:srgbClr val="7F0055"/>
                </a:solidFill>
                <a:latin typeface="Consolas" panose="020B0609020204030204" pitchFamily="49" charset="0"/>
              </a:rPr>
              <a:t>  public</a:t>
            </a:r>
            <a:r>
              <a:rPr lang="en-GB" sz="1600" b="1" dirty="0">
                <a:solidFill>
                  <a:srgbClr val="000000"/>
                </a:solidFill>
                <a:latin typeface="Consolas" panose="020B0609020204030204" pitchFamily="49" charset="0"/>
              </a:rPr>
              <a:t> Ellipse(int x, int y, </a:t>
            </a:r>
            <a:r>
              <a:rPr lang="en-GB" sz="1600" b="1" dirty="0">
                <a:solidFill>
                  <a:srgbClr val="7F0055"/>
                </a:solidFill>
                <a:latin typeface="Consolas" panose="020B0609020204030204" pitchFamily="49" charset="0"/>
              </a:rPr>
              <a:t>int</a:t>
            </a:r>
            <a:r>
              <a:rPr lang="en-GB" sz="1600" b="1" dirty="0">
                <a:solidFill>
                  <a:srgbClr val="000000"/>
                </a:solidFill>
                <a:latin typeface="Consolas" panose="020B0609020204030204" pitchFamily="49" charset="0"/>
              </a:rPr>
              <a:t> </a:t>
            </a:r>
            <a:r>
              <a:rPr lang="en-GB" sz="1600" b="1" dirty="0">
                <a:solidFill>
                  <a:srgbClr val="6A3E3E"/>
                </a:solidFill>
                <a:latin typeface="Consolas" panose="020B0609020204030204" pitchFamily="49" charset="0"/>
              </a:rPr>
              <a:t>width</a:t>
            </a:r>
            <a:r>
              <a:rPr lang="en-GB" sz="1600" b="1" dirty="0">
                <a:solidFill>
                  <a:srgbClr val="000000"/>
                </a:solidFill>
                <a:latin typeface="Consolas" panose="020B0609020204030204" pitchFamily="49" charset="0"/>
              </a:rPr>
              <a:t>, </a:t>
            </a:r>
            <a:r>
              <a:rPr lang="en-GB" sz="1600" b="1" dirty="0">
                <a:solidFill>
                  <a:srgbClr val="7F0055"/>
                </a:solidFill>
                <a:latin typeface="Consolas" panose="020B0609020204030204" pitchFamily="49" charset="0"/>
              </a:rPr>
              <a:t>int</a:t>
            </a:r>
            <a:r>
              <a:rPr lang="en-GB" sz="1600" b="1" dirty="0">
                <a:solidFill>
                  <a:srgbClr val="000000"/>
                </a:solidFill>
                <a:latin typeface="Consolas" panose="020B0609020204030204" pitchFamily="49" charset="0"/>
              </a:rPr>
              <a:t> </a:t>
            </a:r>
            <a:r>
              <a:rPr lang="en-GB" sz="1600" b="1" dirty="0">
                <a:solidFill>
                  <a:srgbClr val="6A3E3E"/>
                </a:solidFill>
                <a:latin typeface="Consolas" panose="020B0609020204030204" pitchFamily="49" charset="0"/>
              </a:rPr>
              <a:t>height</a:t>
            </a:r>
            <a:r>
              <a:rPr lang="en-GB" sz="1600" b="1" dirty="0">
                <a:solidFill>
                  <a:srgbClr val="000000"/>
                </a:solidFill>
                <a:latin typeface="Consolas" panose="020B0609020204030204" pitchFamily="49" charset="0"/>
              </a:rPr>
              <a:t>, String </a:t>
            </a:r>
            <a:r>
              <a:rPr lang="en-GB" sz="1600" b="1" dirty="0">
                <a:solidFill>
                  <a:srgbClr val="6A3E3E"/>
                </a:solidFill>
                <a:latin typeface="Consolas" panose="020B0609020204030204" pitchFamily="49" charset="0"/>
              </a:rPr>
              <a:t>colour</a:t>
            </a:r>
            <a:r>
              <a:rPr lang="en-GB" sz="1600" b="1" dirty="0">
                <a:solidFill>
                  <a:srgbClr val="000000"/>
                </a:solidFill>
                <a:latin typeface="Consolas" panose="020B0609020204030204" pitchFamily="49" charset="0"/>
              </a:rPr>
              <a:t>) </a:t>
            </a:r>
          </a:p>
          <a:p>
            <a:r>
              <a:rPr lang="en-GB" sz="1600" b="1" dirty="0">
                <a:solidFill>
                  <a:srgbClr val="7F0055"/>
                </a:solidFill>
                <a:latin typeface="Consolas" panose="020B0609020204030204" pitchFamily="49" charset="0"/>
              </a:rPr>
              <a:t>	: base</a:t>
            </a:r>
            <a:r>
              <a:rPr lang="en-GB" sz="1600" b="1" dirty="0">
                <a:solidFill>
                  <a:srgbClr val="000000"/>
                </a:solidFill>
                <a:latin typeface="Consolas" panose="020B0609020204030204" pitchFamily="49" charset="0"/>
              </a:rPr>
              <a:t>(</a:t>
            </a:r>
            <a:r>
              <a:rPr lang="en-GB" sz="1600" b="1" dirty="0">
                <a:solidFill>
                  <a:srgbClr val="6A3E3E"/>
                </a:solidFill>
                <a:latin typeface="Consolas" panose="020B0609020204030204" pitchFamily="49" charset="0"/>
              </a:rPr>
              <a:t>x, y</a:t>
            </a:r>
            <a:r>
              <a:rPr lang="en-GB" sz="1600" b="1" dirty="0">
                <a:solidFill>
                  <a:srgbClr val="000000"/>
                </a:solidFill>
                <a:latin typeface="Consolas" panose="020B0609020204030204" pitchFamily="49" charset="0"/>
              </a:rPr>
              <a:t>, colour) {</a:t>
            </a:r>
          </a:p>
          <a:p>
            <a:r>
              <a:rPr lang="en-GB" sz="1600" b="1" dirty="0">
                <a:solidFill>
                  <a:srgbClr val="7F0055"/>
                </a:solidFill>
                <a:latin typeface="Consolas" panose="020B0609020204030204" pitchFamily="49" charset="0"/>
              </a:rPr>
              <a:t>	</a:t>
            </a:r>
            <a:r>
              <a:rPr lang="en-GB" sz="1600" b="1" dirty="0" err="1">
                <a:solidFill>
                  <a:srgbClr val="7F0055"/>
                </a:solidFill>
                <a:latin typeface="Consolas" panose="020B0609020204030204" pitchFamily="49" charset="0"/>
              </a:rPr>
              <a:t>this</a:t>
            </a:r>
            <a:r>
              <a:rPr lang="en-GB" sz="1600" b="1" dirty="0" err="1">
                <a:solidFill>
                  <a:srgbClr val="000000"/>
                </a:solidFill>
                <a:latin typeface="Consolas" panose="020B0609020204030204" pitchFamily="49" charset="0"/>
              </a:rPr>
              <a:t>.</a:t>
            </a:r>
            <a:r>
              <a:rPr lang="en-GB" sz="1600" b="1" dirty="0" err="1">
                <a:solidFill>
                  <a:srgbClr val="0000C0"/>
                </a:solidFill>
                <a:latin typeface="Consolas" panose="020B0609020204030204" pitchFamily="49" charset="0"/>
              </a:rPr>
              <a:t>width</a:t>
            </a:r>
            <a:r>
              <a:rPr lang="en-GB" sz="1600" b="1" dirty="0">
                <a:solidFill>
                  <a:srgbClr val="000000"/>
                </a:solidFill>
                <a:latin typeface="Consolas" panose="020B0609020204030204" pitchFamily="49" charset="0"/>
              </a:rPr>
              <a:t> = </a:t>
            </a:r>
            <a:r>
              <a:rPr lang="en-GB" sz="1600" b="1" dirty="0">
                <a:solidFill>
                  <a:srgbClr val="6A3E3E"/>
                </a:solidFill>
                <a:latin typeface="Consolas" panose="020B0609020204030204" pitchFamily="49" charset="0"/>
              </a:rPr>
              <a:t>width</a:t>
            </a:r>
            <a:r>
              <a:rPr lang="en-GB" sz="1600" b="1" dirty="0">
                <a:solidFill>
                  <a:srgbClr val="000000"/>
                </a:solidFill>
                <a:latin typeface="Consolas" panose="020B0609020204030204" pitchFamily="49" charset="0"/>
              </a:rPr>
              <a:t>;</a:t>
            </a:r>
          </a:p>
          <a:p>
            <a:r>
              <a:rPr lang="en-GB" sz="1600" b="1" dirty="0">
                <a:solidFill>
                  <a:srgbClr val="7F0055"/>
                </a:solidFill>
                <a:latin typeface="Consolas" panose="020B0609020204030204" pitchFamily="49" charset="0"/>
              </a:rPr>
              <a:t>	</a:t>
            </a:r>
            <a:r>
              <a:rPr lang="en-GB" sz="1600" b="1" dirty="0" err="1">
                <a:solidFill>
                  <a:srgbClr val="7F0055"/>
                </a:solidFill>
                <a:latin typeface="Consolas" panose="020B0609020204030204" pitchFamily="49" charset="0"/>
              </a:rPr>
              <a:t>this</a:t>
            </a:r>
            <a:r>
              <a:rPr lang="en-GB" sz="1600" b="1" dirty="0" err="1">
                <a:solidFill>
                  <a:srgbClr val="000000"/>
                </a:solidFill>
                <a:latin typeface="Consolas" panose="020B0609020204030204" pitchFamily="49" charset="0"/>
              </a:rPr>
              <a:t>.</a:t>
            </a:r>
            <a:r>
              <a:rPr lang="en-GB" sz="1600" b="1" dirty="0" err="1">
                <a:solidFill>
                  <a:srgbClr val="0000C0"/>
                </a:solidFill>
                <a:latin typeface="Consolas" panose="020B0609020204030204" pitchFamily="49" charset="0"/>
              </a:rPr>
              <a:t>height</a:t>
            </a:r>
            <a:r>
              <a:rPr lang="en-GB" sz="1600" b="1" dirty="0">
                <a:solidFill>
                  <a:srgbClr val="000000"/>
                </a:solidFill>
                <a:latin typeface="Consolas" panose="020B0609020204030204" pitchFamily="49" charset="0"/>
              </a:rPr>
              <a:t> = </a:t>
            </a:r>
            <a:r>
              <a:rPr lang="en-GB" sz="1600" b="1" dirty="0">
                <a:solidFill>
                  <a:srgbClr val="6A3E3E"/>
                </a:solidFill>
                <a:latin typeface="Consolas" panose="020B0609020204030204" pitchFamily="49" charset="0"/>
              </a:rPr>
              <a:t>height</a:t>
            </a:r>
            <a:r>
              <a:rPr lang="en-GB" sz="1600" b="1" dirty="0">
                <a:solidFill>
                  <a:srgbClr val="000000"/>
                </a:solidFill>
                <a:latin typeface="Consolas" panose="020B0609020204030204" pitchFamily="49" charset="0"/>
              </a:rPr>
              <a:t>;</a:t>
            </a:r>
          </a:p>
          <a:p>
            <a:r>
              <a:rPr lang="en-GB" sz="1600" dirty="0">
                <a:solidFill>
                  <a:srgbClr val="000000"/>
                </a:solidFill>
                <a:latin typeface="Consolas" panose="020B0609020204030204" pitchFamily="49" charset="0"/>
              </a:rPr>
              <a:t>  }</a:t>
            </a:r>
          </a:p>
          <a:p>
            <a:r>
              <a:rPr lang="en-GB" sz="1600" b="1" dirty="0">
                <a:solidFill>
                  <a:srgbClr val="7F0055"/>
                </a:solidFill>
                <a:latin typeface="Consolas" panose="020B0609020204030204" pitchFamily="49" charset="0"/>
              </a:rPr>
              <a:t>  public</a:t>
            </a:r>
            <a:r>
              <a:rPr lang="en-GB" sz="1600" b="1" dirty="0">
                <a:solidFill>
                  <a:srgbClr val="000000"/>
                </a:solidFill>
                <a:latin typeface="Consolas" panose="020B0609020204030204" pitchFamily="49" charset="0"/>
              </a:rPr>
              <a:t> Ellipse(int x, int y) {</a:t>
            </a:r>
          </a:p>
          <a:p>
            <a:r>
              <a:rPr lang="en-GB" sz="1600" b="1" dirty="0">
                <a:solidFill>
                  <a:srgbClr val="7F0055"/>
                </a:solidFill>
                <a:latin typeface="Consolas" panose="020B0609020204030204" pitchFamily="49" charset="0"/>
              </a:rPr>
              <a:t>	this</a:t>
            </a:r>
            <a:r>
              <a:rPr lang="en-GB" sz="1600" b="1" dirty="0">
                <a:solidFill>
                  <a:srgbClr val="000000"/>
                </a:solidFill>
                <a:latin typeface="Consolas" panose="020B0609020204030204" pitchFamily="49" charset="0"/>
              </a:rPr>
              <a:t>(</a:t>
            </a:r>
            <a:r>
              <a:rPr lang="en-GB" sz="1600" b="1" dirty="0">
                <a:solidFill>
                  <a:srgbClr val="6A3E3E"/>
                </a:solidFill>
                <a:latin typeface="Consolas" panose="020B0609020204030204" pitchFamily="49" charset="0"/>
              </a:rPr>
              <a:t>x, y</a:t>
            </a:r>
            <a:r>
              <a:rPr lang="en-GB" sz="1600" b="1" dirty="0">
                <a:solidFill>
                  <a:srgbClr val="000000"/>
                </a:solidFill>
                <a:latin typeface="Consolas" panose="020B0609020204030204" pitchFamily="49" charset="0"/>
              </a:rPr>
              <a:t>, 10, 10, </a:t>
            </a:r>
            <a:r>
              <a:rPr lang="en-GB" sz="1600" b="1" dirty="0" err="1">
                <a:solidFill>
                  <a:srgbClr val="000000"/>
                </a:solidFill>
                <a:latin typeface="Consolas" panose="020B0609020204030204" pitchFamily="49" charset="0"/>
              </a:rPr>
              <a:t>Color.BLUE</a:t>
            </a:r>
            <a:r>
              <a:rPr lang="en-GB" sz="1600" b="1" dirty="0">
                <a:solidFill>
                  <a:srgbClr val="000000"/>
                </a:solidFill>
                <a:latin typeface="Consolas" panose="020B0609020204030204" pitchFamily="49" charset="0"/>
              </a:rPr>
              <a:t>);</a:t>
            </a:r>
          </a:p>
          <a:p>
            <a:r>
              <a:rPr lang="en-GB" sz="1600" dirty="0">
                <a:solidFill>
                  <a:srgbClr val="000000"/>
                </a:solidFill>
                <a:latin typeface="Consolas" panose="020B0609020204030204" pitchFamily="49" charset="0"/>
              </a:rPr>
              <a:t>  }</a:t>
            </a:r>
          </a:p>
          <a:p>
            <a:r>
              <a:rPr lang="en-GB" sz="1600" dirty="0">
                <a:solidFill>
                  <a:srgbClr val="000000"/>
                </a:solidFill>
                <a:latin typeface="Consolas" panose="020B0609020204030204" pitchFamily="49" charset="0"/>
              </a:rPr>
              <a:t>}</a:t>
            </a:r>
            <a:endParaRPr lang="en-GB" sz="1600" dirty="0"/>
          </a:p>
        </p:txBody>
      </p:sp>
      <p:sp>
        <p:nvSpPr>
          <p:cNvPr id="5" name="Rounded Rectangular Callout 4"/>
          <p:cNvSpPr/>
          <p:nvPr/>
        </p:nvSpPr>
        <p:spPr>
          <a:xfrm>
            <a:off x="5819452" y="2505787"/>
            <a:ext cx="4756306" cy="395418"/>
          </a:xfrm>
          <a:prstGeom prst="wedgeRoundRectCallout">
            <a:avLst>
              <a:gd name="adj1" fmla="val -55511"/>
              <a:gd name="adj2" fmla="val -31554"/>
              <a:gd name="adj3" fmla="val 16667"/>
            </a:avLst>
          </a:prstGeom>
          <a:solidFill>
            <a:schemeClr val="accent1">
              <a:lumMod val="20000"/>
              <a:lumOff val="80000"/>
            </a:schemeClr>
          </a:solidFill>
          <a:ln w="19050">
            <a:noFill/>
          </a:ln>
          <a:effectLst>
            <a:outerShdw blurRad="50800" dist="38100" algn="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1400" b="1" dirty="0">
                <a:solidFill>
                  <a:schemeClr val="tx1"/>
                </a:solidFill>
              </a:rPr>
              <a:t>Calling base constructor initialise base fields</a:t>
            </a:r>
            <a:endParaRPr lang="en-GB" sz="1400" b="1" dirty="0">
              <a:solidFill>
                <a:schemeClr val="tx1"/>
              </a:solidFill>
              <a:latin typeface="Arial" pitchFamily="34" charset="0"/>
              <a:cs typeface="Arial" pitchFamily="34" charset="0"/>
            </a:endParaRPr>
          </a:p>
        </p:txBody>
      </p:sp>
      <p:sp>
        <p:nvSpPr>
          <p:cNvPr id="9" name="Rounded Rectangular Callout 8"/>
          <p:cNvSpPr/>
          <p:nvPr/>
        </p:nvSpPr>
        <p:spPr>
          <a:xfrm>
            <a:off x="6693243" y="3711149"/>
            <a:ext cx="2907957" cy="456134"/>
          </a:xfrm>
          <a:prstGeom prst="wedgeRoundRectCallout">
            <a:avLst>
              <a:gd name="adj1" fmla="val -58536"/>
              <a:gd name="adj2" fmla="val -31554"/>
              <a:gd name="adj3" fmla="val 16667"/>
            </a:avLst>
          </a:prstGeom>
          <a:solidFill>
            <a:schemeClr val="accent1">
              <a:lumMod val="20000"/>
              <a:lumOff val="80000"/>
            </a:schemeClr>
          </a:solidFill>
          <a:ln w="19050">
            <a:noFill/>
          </a:ln>
          <a:effectLst>
            <a:outerShdw blurRad="50800" dist="38100" algn="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1400" b="1" dirty="0">
                <a:solidFill>
                  <a:schemeClr val="tx1"/>
                </a:solidFill>
              </a:rPr>
              <a:t>Calling Ellipse constructor</a:t>
            </a:r>
            <a:endParaRPr lang="en-GB" sz="1400" b="1" dirty="0">
              <a:solidFill>
                <a:schemeClr val="tx1"/>
              </a:solidFill>
              <a:latin typeface="Arial" pitchFamily="34" charset="0"/>
              <a:cs typeface="Arial" pitchFamily="34" charset="0"/>
            </a:endParaRPr>
          </a:p>
        </p:txBody>
      </p:sp>
      <p:sp>
        <p:nvSpPr>
          <p:cNvPr id="7" name="Freeform 6"/>
          <p:cNvSpPr/>
          <p:nvPr/>
        </p:nvSpPr>
        <p:spPr>
          <a:xfrm>
            <a:off x="1754986" y="2458994"/>
            <a:ext cx="671058" cy="1309816"/>
          </a:xfrm>
          <a:custGeom>
            <a:avLst/>
            <a:gdLst>
              <a:gd name="connsiteX0" fmla="*/ 448637 w 671058"/>
              <a:gd name="connsiteY0" fmla="*/ 1309816 h 1309816"/>
              <a:gd name="connsiteX1" fmla="*/ 3793 w 671058"/>
              <a:gd name="connsiteY1" fmla="*/ 1000897 h 1309816"/>
              <a:gd name="connsiteX2" fmla="*/ 671058 w 671058"/>
              <a:gd name="connsiteY2" fmla="*/ 0 h 1309816"/>
            </a:gdLst>
            <a:ahLst/>
            <a:cxnLst>
              <a:cxn ang="0">
                <a:pos x="connsiteX0" y="connsiteY0"/>
              </a:cxn>
              <a:cxn ang="0">
                <a:pos x="connsiteX1" y="connsiteY1"/>
              </a:cxn>
              <a:cxn ang="0">
                <a:pos x="connsiteX2" y="connsiteY2"/>
              </a:cxn>
            </a:cxnLst>
            <a:rect l="l" t="t" r="r" b="b"/>
            <a:pathLst>
              <a:path w="671058" h="1309816">
                <a:moveTo>
                  <a:pt x="448637" y="1309816"/>
                </a:moveTo>
                <a:cubicBezTo>
                  <a:pt x="207680" y="1264508"/>
                  <a:pt x="-33277" y="1219200"/>
                  <a:pt x="3793" y="1000897"/>
                </a:cubicBezTo>
                <a:cubicBezTo>
                  <a:pt x="40863" y="782594"/>
                  <a:pt x="355960" y="391297"/>
                  <a:pt x="671058" y="0"/>
                </a:cubicBezTo>
              </a:path>
            </a:pathLst>
          </a:custGeom>
          <a:noFill/>
          <a:ln w="19050">
            <a:solidFill>
              <a:srgbClr val="004050"/>
            </a:solidFill>
            <a:headEnd type="none" w="med" len="med"/>
            <a:tailEnd type="arrow"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89216349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0"/>
          </p:nvPr>
        </p:nvSpPr>
        <p:spPr/>
        <p:txBody>
          <a:bodyPr/>
          <a:lstStyle/>
          <a:p>
            <a:r>
              <a:rPr lang="en-GB" dirty="0"/>
              <a:t>protected</a:t>
            </a:r>
            <a:endParaRPr lang="en-IN" dirty="0"/>
          </a:p>
        </p:txBody>
      </p:sp>
      <p:sp>
        <p:nvSpPr>
          <p:cNvPr id="3" name="Text Placeholder 2"/>
          <p:cNvSpPr>
            <a:spLocks noGrp="1"/>
          </p:cNvSpPr>
          <p:nvPr>
            <p:ph type="body" sz="quarter" idx="15"/>
          </p:nvPr>
        </p:nvSpPr>
        <p:spPr>
          <a:xfrm>
            <a:off x="4543841" y="1349984"/>
            <a:ext cx="7154863" cy="4094163"/>
          </a:xfrm>
        </p:spPr>
        <p:txBody>
          <a:bodyPr vert="horz" lIns="0" tIns="0" rIns="0" bIns="0" rtlCol="0" anchor="t" anchorCtr="0">
            <a:noAutofit/>
          </a:bodyPr>
          <a:lstStyle/>
          <a:p>
            <a:pPr marL="342900" indent="-342900">
              <a:buChar char="•"/>
            </a:pPr>
            <a:r>
              <a:rPr lang="en-GB" b="1" dirty="0"/>
              <a:t>Modifier that allows access to deriving types only</a:t>
            </a:r>
          </a:p>
          <a:p>
            <a:pPr marL="684000" lvl="1" indent="-342900">
              <a:buSzPct val="115000"/>
            </a:pPr>
            <a:r>
              <a:rPr lang="en-GB" dirty="0"/>
              <a:t>Used to restrict access to methods</a:t>
            </a:r>
          </a:p>
          <a:p>
            <a:pPr marL="1026000" lvl="2" indent="-342900">
              <a:buSzPct val="115000"/>
            </a:pPr>
            <a:r>
              <a:rPr lang="en-GB" dirty="0"/>
              <a:t>Fields should always be private, remember</a:t>
            </a:r>
          </a:p>
          <a:p>
            <a:pPr lvl="2"/>
            <a:endParaRPr lang="en-GB" dirty="0"/>
          </a:p>
          <a:p>
            <a:pPr marL="342900" indent="-342900">
              <a:buChar char="•"/>
            </a:pPr>
            <a:r>
              <a:rPr lang="en-GB" b="1" dirty="0"/>
              <a:t>Let's view an example…</a:t>
            </a:r>
            <a:endParaRPr lang="en-GB" dirty="0"/>
          </a:p>
          <a:p>
            <a:pPr lvl="2"/>
            <a:endParaRPr lang="en-GB" dirty="0"/>
          </a:p>
          <a:p>
            <a:pPr lvl="2"/>
            <a:endParaRPr lang="en-GB" dirty="0"/>
          </a:p>
          <a:p>
            <a:pPr lvl="2"/>
            <a:endParaRPr lang="en-GB" dirty="0"/>
          </a:p>
          <a:p>
            <a:pPr lvl="2"/>
            <a:endParaRPr lang="en-GB" dirty="0"/>
          </a:p>
          <a:p>
            <a:pPr marL="342900" indent="-342900">
              <a:buChar char="•"/>
            </a:pPr>
            <a:endParaRPr lang="en-IN" b="1" dirty="0"/>
          </a:p>
        </p:txBody>
      </p:sp>
    </p:spTree>
    <p:extLst>
      <p:ext uri="{BB962C8B-B14F-4D97-AF65-F5344CB8AC3E}">
        <p14:creationId xmlns:p14="http://schemas.microsoft.com/office/powerpoint/2010/main" val="110479864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6"/>
          <p:cNvSpPr/>
          <p:nvPr/>
        </p:nvSpPr>
        <p:spPr>
          <a:xfrm>
            <a:off x="365793" y="4218797"/>
            <a:ext cx="5113547" cy="2246769"/>
          </a:xfrm>
          <a:prstGeom prst="rect">
            <a:avLst/>
          </a:prstGeom>
          <a:solidFill>
            <a:schemeClr val="accent1">
              <a:lumMod val="10000"/>
              <a:lumOff val="90000"/>
            </a:schemeClr>
          </a:solidFill>
          <a:ln w="19050">
            <a:noFill/>
          </a:ln>
          <a:effectLst>
            <a:outerShdw blurRad="50800" dist="38100" algn="l" rotWithShape="0">
              <a:prstClr val="black">
                <a:alpha val="40000"/>
              </a:prstClr>
            </a:outerShdw>
          </a:effectLst>
        </p:spPr>
        <p:style>
          <a:lnRef idx="2">
            <a:schemeClr val="accent1"/>
          </a:lnRef>
          <a:fillRef idx="1">
            <a:schemeClr val="lt1"/>
          </a:fillRef>
          <a:effectRef idx="0">
            <a:schemeClr val="accent1"/>
          </a:effectRef>
          <a:fontRef idx="minor">
            <a:schemeClr val="dk1"/>
          </a:fontRef>
        </p:style>
        <p:txBody>
          <a:bodyPr wrap="square">
            <a:spAutoFit/>
          </a:bodyPr>
          <a:lstStyle/>
          <a:p>
            <a:r>
              <a:rPr lang="en-GB" sz="1400" b="1" dirty="0">
                <a:solidFill>
                  <a:srgbClr val="7F0055"/>
                </a:solidFill>
                <a:latin typeface="Consolas" panose="020B0609020204030204" pitchFamily="49" charset="0"/>
              </a:rPr>
              <a:t>namespace</a:t>
            </a:r>
            <a:r>
              <a:rPr lang="en-GB" sz="1400" b="1" dirty="0">
                <a:solidFill>
                  <a:srgbClr val="000000"/>
                </a:solidFill>
                <a:latin typeface="Consolas" panose="020B0609020204030204" pitchFamily="49" charset="0"/>
              </a:rPr>
              <a:t> </a:t>
            </a:r>
            <a:r>
              <a:rPr lang="en-GB" sz="1400" b="1" dirty="0" err="1">
                <a:solidFill>
                  <a:srgbClr val="000000"/>
                </a:solidFill>
                <a:latin typeface="Consolas" panose="020B0609020204030204" pitchFamily="49" charset="0"/>
              </a:rPr>
              <a:t>tesco</a:t>
            </a:r>
            <a:r>
              <a:rPr lang="en-GB" sz="1400" b="1" dirty="0">
                <a:solidFill>
                  <a:srgbClr val="000000"/>
                </a:solidFill>
                <a:latin typeface="Consolas" panose="020B0609020204030204" pitchFamily="49" charset="0"/>
              </a:rPr>
              <a:t>;</a:t>
            </a:r>
          </a:p>
          <a:p>
            <a:r>
              <a:rPr lang="en-GB" sz="1400" b="1" dirty="0">
                <a:solidFill>
                  <a:srgbClr val="7F0055"/>
                </a:solidFill>
                <a:latin typeface="Consolas" panose="020B0609020204030204" pitchFamily="49" charset="0"/>
              </a:rPr>
              <a:t>using</a:t>
            </a:r>
            <a:r>
              <a:rPr lang="en-GB" sz="1400" b="1" dirty="0">
                <a:solidFill>
                  <a:srgbClr val="000000"/>
                </a:solidFill>
                <a:latin typeface="Consolas" panose="020B0609020204030204" pitchFamily="49" charset="0"/>
              </a:rPr>
              <a:t> </a:t>
            </a:r>
            <a:r>
              <a:rPr lang="en-GB" sz="1400" b="1" dirty="0" err="1">
                <a:solidFill>
                  <a:srgbClr val="000000"/>
                </a:solidFill>
                <a:latin typeface="Consolas" panose="020B0609020204030204" pitchFamily="49" charset="0"/>
              </a:rPr>
              <a:t>barclays</a:t>
            </a:r>
            <a:r>
              <a:rPr lang="en-GB" sz="1400" b="1" dirty="0">
                <a:solidFill>
                  <a:srgbClr val="000000"/>
                </a:solidFill>
                <a:latin typeface="Consolas" panose="020B0609020204030204" pitchFamily="49" charset="0"/>
              </a:rPr>
              <a:t>;</a:t>
            </a:r>
          </a:p>
          <a:p>
            <a:endParaRPr lang="en-GB" sz="1400" dirty="0">
              <a:latin typeface="Consolas" panose="020B0609020204030204" pitchFamily="49" charset="0"/>
            </a:endParaRPr>
          </a:p>
          <a:p>
            <a:r>
              <a:rPr lang="en-GB" sz="1400" b="1" dirty="0">
                <a:solidFill>
                  <a:srgbClr val="7F0055"/>
                </a:solidFill>
                <a:latin typeface="Consolas" panose="020B0609020204030204" pitchFamily="49" charset="0"/>
              </a:rPr>
              <a:t>public</a:t>
            </a:r>
            <a:r>
              <a:rPr lang="en-GB" sz="1400" b="1" dirty="0">
                <a:solidFill>
                  <a:srgbClr val="000000"/>
                </a:solidFill>
                <a:latin typeface="Consolas" panose="020B0609020204030204" pitchFamily="49" charset="0"/>
              </a:rPr>
              <a:t> </a:t>
            </a:r>
            <a:r>
              <a:rPr lang="en-GB" sz="1400" b="1" dirty="0">
                <a:solidFill>
                  <a:srgbClr val="7F0055"/>
                </a:solidFill>
                <a:latin typeface="Consolas" panose="020B0609020204030204" pitchFamily="49" charset="0"/>
              </a:rPr>
              <a:t>class</a:t>
            </a:r>
            <a:r>
              <a:rPr lang="en-GB" sz="1400" b="1" dirty="0">
                <a:solidFill>
                  <a:srgbClr val="000000"/>
                </a:solidFill>
                <a:latin typeface="Consolas" panose="020B0609020204030204" pitchFamily="49" charset="0"/>
              </a:rPr>
              <a:t> Bank {</a:t>
            </a:r>
          </a:p>
          <a:p>
            <a:r>
              <a:rPr lang="en-GB" sz="1400" b="1" dirty="0">
                <a:solidFill>
                  <a:srgbClr val="7F0055"/>
                </a:solidFill>
                <a:latin typeface="Consolas" panose="020B0609020204030204" pitchFamily="49" charset="0"/>
              </a:rPr>
              <a:t>    public</a:t>
            </a:r>
            <a:r>
              <a:rPr lang="en-GB" sz="1400" b="1" dirty="0">
                <a:solidFill>
                  <a:srgbClr val="000000"/>
                </a:solidFill>
                <a:latin typeface="Consolas" panose="020B0609020204030204" pitchFamily="49" charset="0"/>
              </a:rPr>
              <a:t> </a:t>
            </a:r>
            <a:r>
              <a:rPr lang="en-GB" sz="1400" b="1" dirty="0">
                <a:solidFill>
                  <a:srgbClr val="7F0055"/>
                </a:solidFill>
                <a:latin typeface="Consolas" panose="020B0609020204030204" pitchFamily="49" charset="0"/>
              </a:rPr>
              <a:t>static</a:t>
            </a:r>
            <a:r>
              <a:rPr lang="en-GB" sz="1400" b="1" dirty="0">
                <a:solidFill>
                  <a:srgbClr val="000000"/>
                </a:solidFill>
                <a:latin typeface="Consolas" panose="020B0609020204030204" pitchFamily="49" charset="0"/>
              </a:rPr>
              <a:t> </a:t>
            </a:r>
            <a:r>
              <a:rPr lang="en-GB" sz="1400" b="1" dirty="0">
                <a:solidFill>
                  <a:srgbClr val="7F0055"/>
                </a:solidFill>
                <a:latin typeface="Consolas" panose="020B0609020204030204" pitchFamily="49" charset="0"/>
              </a:rPr>
              <a:t>void</a:t>
            </a:r>
            <a:r>
              <a:rPr lang="en-GB" sz="1400" b="1" dirty="0">
                <a:solidFill>
                  <a:srgbClr val="000000"/>
                </a:solidFill>
                <a:latin typeface="Consolas" panose="020B0609020204030204" pitchFamily="49" charset="0"/>
              </a:rPr>
              <a:t> Main(String[] </a:t>
            </a:r>
            <a:r>
              <a:rPr lang="en-GB" sz="1400" b="1" dirty="0" err="1">
                <a:solidFill>
                  <a:srgbClr val="6A3E3E"/>
                </a:solidFill>
                <a:latin typeface="Consolas" panose="020B0609020204030204" pitchFamily="49" charset="0"/>
              </a:rPr>
              <a:t>args</a:t>
            </a:r>
            <a:r>
              <a:rPr lang="en-GB" sz="1400" b="1" dirty="0">
                <a:solidFill>
                  <a:srgbClr val="000000"/>
                </a:solidFill>
                <a:latin typeface="Consolas" panose="020B0609020204030204" pitchFamily="49" charset="0"/>
              </a:rPr>
              <a:t>) {</a:t>
            </a:r>
          </a:p>
          <a:p>
            <a:r>
              <a:rPr lang="en-GB" sz="1400" dirty="0">
                <a:solidFill>
                  <a:srgbClr val="000000"/>
                </a:solidFill>
                <a:latin typeface="Consolas" panose="020B0609020204030204" pitchFamily="49" charset="0"/>
              </a:rPr>
              <a:t>	</a:t>
            </a:r>
            <a:r>
              <a:rPr lang="en-GB" sz="1400" b="1" dirty="0" err="1">
                <a:solidFill>
                  <a:srgbClr val="000000"/>
                </a:solidFill>
                <a:latin typeface="Consolas" panose="020B0609020204030204" pitchFamily="49" charset="0"/>
              </a:rPr>
              <a:t>CreditCard</a:t>
            </a:r>
            <a:r>
              <a:rPr lang="en-GB" sz="1400" b="1" dirty="0">
                <a:solidFill>
                  <a:srgbClr val="000000"/>
                </a:solidFill>
                <a:latin typeface="Consolas" panose="020B0609020204030204" pitchFamily="49" charset="0"/>
              </a:rPr>
              <a:t> </a:t>
            </a:r>
            <a:r>
              <a:rPr lang="en-GB" sz="1400" b="1" dirty="0">
                <a:solidFill>
                  <a:srgbClr val="6A3E3E"/>
                </a:solidFill>
                <a:latin typeface="Consolas" panose="020B0609020204030204" pitchFamily="49" charset="0"/>
              </a:rPr>
              <a:t>cc</a:t>
            </a:r>
            <a:r>
              <a:rPr lang="en-GB" sz="1400" b="1" dirty="0">
                <a:solidFill>
                  <a:srgbClr val="000000"/>
                </a:solidFill>
                <a:latin typeface="Consolas" panose="020B0609020204030204" pitchFamily="49" charset="0"/>
              </a:rPr>
              <a:t> = </a:t>
            </a:r>
            <a:r>
              <a:rPr lang="en-GB" sz="1400" b="1" dirty="0">
                <a:solidFill>
                  <a:srgbClr val="7F0055"/>
                </a:solidFill>
                <a:latin typeface="Consolas" panose="020B0609020204030204" pitchFamily="49" charset="0"/>
              </a:rPr>
              <a:t>new</a:t>
            </a:r>
            <a:r>
              <a:rPr lang="en-GB" sz="1400" b="1" dirty="0">
                <a:solidFill>
                  <a:srgbClr val="000000"/>
                </a:solidFill>
                <a:latin typeface="Consolas" panose="020B0609020204030204" pitchFamily="49" charset="0"/>
              </a:rPr>
              <a:t> </a:t>
            </a:r>
            <a:r>
              <a:rPr lang="en-GB" sz="1400" b="1" dirty="0" err="1">
                <a:solidFill>
                  <a:srgbClr val="000000"/>
                </a:solidFill>
                <a:latin typeface="Consolas" panose="020B0609020204030204" pitchFamily="49" charset="0"/>
              </a:rPr>
              <a:t>CreditCard</a:t>
            </a:r>
            <a:r>
              <a:rPr lang="en-GB" sz="1400" b="1" dirty="0">
                <a:solidFill>
                  <a:srgbClr val="000000"/>
                </a:solidFill>
                <a:latin typeface="Consolas" panose="020B0609020204030204" pitchFamily="49" charset="0"/>
              </a:rPr>
              <a:t>(333);</a:t>
            </a:r>
          </a:p>
          <a:p>
            <a:r>
              <a:rPr lang="en-GB" sz="1400" dirty="0">
                <a:solidFill>
                  <a:srgbClr val="000000"/>
                </a:solidFill>
                <a:latin typeface="Consolas" panose="020B0609020204030204" pitchFamily="49" charset="0"/>
              </a:rPr>
              <a:t>	</a:t>
            </a:r>
          </a:p>
          <a:p>
            <a:r>
              <a:rPr lang="en-GB" sz="1400" b="1" dirty="0">
                <a:solidFill>
                  <a:srgbClr val="000000"/>
                </a:solidFill>
                <a:latin typeface="Consolas" panose="020B0609020204030204" pitchFamily="49" charset="0"/>
              </a:rPr>
              <a:t>	</a:t>
            </a:r>
            <a:r>
              <a:rPr lang="en-GB" sz="1400" b="1" dirty="0" err="1">
                <a:solidFill>
                  <a:srgbClr val="000000"/>
                </a:solidFill>
                <a:latin typeface="Consolas" panose="020B0609020204030204" pitchFamily="49" charset="0"/>
              </a:rPr>
              <a:t>Console.WriteLine</a:t>
            </a:r>
            <a:r>
              <a:rPr lang="en-GB" sz="1400" b="1" dirty="0">
                <a:solidFill>
                  <a:srgbClr val="000000"/>
                </a:solidFill>
                <a:latin typeface="Consolas" panose="020B0609020204030204" pitchFamily="49" charset="0"/>
              </a:rPr>
              <a:t>(cc1.pin);</a:t>
            </a:r>
            <a:endParaRPr lang="en-GB" sz="1400" b="1" i="1" u="sng" dirty="0">
              <a:solidFill>
                <a:srgbClr val="000000"/>
              </a:solidFill>
              <a:highlight>
                <a:srgbClr val="D4D4D4"/>
              </a:highlight>
              <a:latin typeface="Consolas" panose="020B0609020204030204" pitchFamily="49" charset="0"/>
            </a:endParaRPr>
          </a:p>
          <a:p>
            <a:r>
              <a:rPr lang="en-GB" sz="1400" dirty="0">
                <a:solidFill>
                  <a:srgbClr val="000000"/>
                </a:solidFill>
                <a:latin typeface="Consolas" panose="020B0609020204030204" pitchFamily="49" charset="0"/>
              </a:rPr>
              <a:t>   }</a:t>
            </a:r>
          </a:p>
          <a:p>
            <a:r>
              <a:rPr lang="en-GB" sz="1400" dirty="0">
                <a:solidFill>
                  <a:srgbClr val="000000"/>
                </a:solidFill>
                <a:latin typeface="Consolas" panose="020B0609020204030204" pitchFamily="49" charset="0"/>
              </a:rPr>
              <a:t>}</a:t>
            </a:r>
          </a:p>
        </p:txBody>
      </p:sp>
      <p:sp>
        <p:nvSpPr>
          <p:cNvPr id="2" name="Title 1"/>
          <p:cNvSpPr>
            <a:spLocks noGrp="1"/>
          </p:cNvSpPr>
          <p:nvPr>
            <p:ph type="title"/>
          </p:nvPr>
        </p:nvSpPr>
        <p:spPr/>
        <p:txBody>
          <a:bodyPr/>
          <a:lstStyle/>
          <a:p>
            <a:r>
              <a:rPr lang="en-GB" dirty="0"/>
              <a:t>Protected access modifier</a:t>
            </a:r>
          </a:p>
        </p:txBody>
      </p:sp>
      <p:sp>
        <p:nvSpPr>
          <p:cNvPr id="5" name="Rectangle 4"/>
          <p:cNvSpPr/>
          <p:nvPr/>
        </p:nvSpPr>
        <p:spPr>
          <a:xfrm>
            <a:off x="5646628" y="890519"/>
            <a:ext cx="4751502" cy="2062103"/>
          </a:xfrm>
          <a:prstGeom prst="rect">
            <a:avLst/>
          </a:prstGeom>
          <a:solidFill>
            <a:schemeClr val="accent5">
              <a:lumMod val="20000"/>
              <a:lumOff val="80000"/>
            </a:schemeClr>
          </a:solidFill>
          <a:ln w="19050">
            <a:noFill/>
          </a:ln>
          <a:effectLst>
            <a:outerShdw blurRad="50800" dist="38100" algn="l" rotWithShape="0">
              <a:prstClr val="black">
                <a:alpha val="40000"/>
              </a:prstClr>
            </a:outerShdw>
          </a:effectLst>
        </p:spPr>
        <p:style>
          <a:lnRef idx="2">
            <a:schemeClr val="dk1"/>
          </a:lnRef>
          <a:fillRef idx="1">
            <a:schemeClr val="lt1"/>
          </a:fillRef>
          <a:effectRef idx="0">
            <a:schemeClr val="dk1"/>
          </a:effectRef>
          <a:fontRef idx="minor">
            <a:schemeClr val="dk1"/>
          </a:fontRef>
        </p:style>
        <p:txBody>
          <a:bodyPr wrap="square">
            <a:spAutoFit/>
          </a:bodyPr>
          <a:lstStyle/>
          <a:p>
            <a:r>
              <a:rPr lang="en-GB" sz="1400" b="1" dirty="0">
                <a:solidFill>
                  <a:srgbClr val="7F0055"/>
                </a:solidFill>
                <a:latin typeface="Consolas" panose="020B0609020204030204" pitchFamily="49" charset="0"/>
              </a:rPr>
              <a:t>namespace</a:t>
            </a:r>
            <a:r>
              <a:rPr lang="en-GB" sz="1400" b="1" dirty="0">
                <a:solidFill>
                  <a:srgbClr val="000000"/>
                </a:solidFill>
                <a:latin typeface="Consolas" panose="020B0609020204030204" pitchFamily="49" charset="0"/>
              </a:rPr>
              <a:t> </a:t>
            </a:r>
            <a:r>
              <a:rPr lang="en-GB" sz="1400" b="1" dirty="0" err="1">
                <a:solidFill>
                  <a:srgbClr val="000000"/>
                </a:solidFill>
                <a:latin typeface="Consolas" panose="020B0609020204030204" pitchFamily="49" charset="0"/>
              </a:rPr>
              <a:t>barclays</a:t>
            </a:r>
            <a:r>
              <a:rPr lang="en-GB" sz="1400" b="1" dirty="0">
                <a:solidFill>
                  <a:srgbClr val="000000"/>
                </a:solidFill>
                <a:latin typeface="Consolas" panose="020B0609020204030204" pitchFamily="49" charset="0"/>
              </a:rPr>
              <a:t>;</a:t>
            </a:r>
          </a:p>
          <a:p>
            <a:endParaRPr lang="en-GB" sz="1400" dirty="0">
              <a:latin typeface="Consolas" panose="020B0609020204030204" pitchFamily="49" charset="0"/>
            </a:endParaRPr>
          </a:p>
          <a:p>
            <a:r>
              <a:rPr lang="en-GB" sz="1400" b="1" dirty="0">
                <a:solidFill>
                  <a:srgbClr val="7F0055"/>
                </a:solidFill>
                <a:latin typeface="Consolas" panose="020B0609020204030204" pitchFamily="49" charset="0"/>
              </a:rPr>
              <a:t>public</a:t>
            </a:r>
            <a:r>
              <a:rPr lang="en-GB" sz="1400" b="1" dirty="0">
                <a:solidFill>
                  <a:srgbClr val="000000"/>
                </a:solidFill>
                <a:latin typeface="Consolas" panose="020B0609020204030204" pitchFamily="49" charset="0"/>
              </a:rPr>
              <a:t> </a:t>
            </a:r>
            <a:r>
              <a:rPr lang="en-GB" sz="1400" b="1" dirty="0">
                <a:solidFill>
                  <a:srgbClr val="7F0055"/>
                </a:solidFill>
                <a:latin typeface="Consolas" panose="020B0609020204030204" pitchFamily="49" charset="0"/>
              </a:rPr>
              <a:t>class</a:t>
            </a:r>
            <a:r>
              <a:rPr lang="en-GB" sz="1400" b="1" dirty="0">
                <a:solidFill>
                  <a:srgbClr val="000000"/>
                </a:solidFill>
                <a:latin typeface="Consolas" panose="020B0609020204030204" pitchFamily="49" charset="0"/>
              </a:rPr>
              <a:t> </a:t>
            </a:r>
            <a:r>
              <a:rPr lang="en-GB" sz="1400" b="1" dirty="0">
                <a:solidFill>
                  <a:srgbClr val="7F0055"/>
                </a:solidFill>
                <a:latin typeface="Consolas" panose="020B0609020204030204" pitchFamily="49" charset="0"/>
              </a:rPr>
              <a:t> </a:t>
            </a:r>
            <a:r>
              <a:rPr lang="en-GB" sz="1400" b="1" dirty="0" err="1">
                <a:solidFill>
                  <a:srgbClr val="000000"/>
                </a:solidFill>
                <a:latin typeface="Consolas" panose="020B0609020204030204" pitchFamily="49" charset="0"/>
              </a:rPr>
              <a:t>CreditCard</a:t>
            </a:r>
            <a:r>
              <a:rPr lang="en-GB" sz="1400" b="1" dirty="0">
                <a:solidFill>
                  <a:srgbClr val="000000"/>
                </a:solidFill>
                <a:latin typeface="Consolas" panose="020B0609020204030204" pitchFamily="49" charset="0"/>
              </a:rPr>
              <a:t> {</a:t>
            </a:r>
            <a:endParaRPr lang="en-GB" sz="1400" b="1" dirty="0">
              <a:solidFill>
                <a:srgbClr val="000000"/>
              </a:solidFill>
              <a:highlight>
                <a:srgbClr val="D4D4D4"/>
              </a:highlight>
              <a:latin typeface="Consolas" panose="020B0609020204030204" pitchFamily="49" charset="0"/>
            </a:endParaRPr>
          </a:p>
          <a:p>
            <a:r>
              <a:rPr lang="en-GB" sz="1400" b="1" dirty="0">
                <a:solidFill>
                  <a:srgbClr val="7F0055"/>
                </a:solidFill>
                <a:latin typeface="Consolas" panose="020B0609020204030204" pitchFamily="49" charset="0"/>
              </a:rPr>
              <a:t>   </a:t>
            </a:r>
            <a:r>
              <a:rPr lang="en-GB" sz="1600" b="1" dirty="0">
                <a:solidFill>
                  <a:srgbClr val="7F0055"/>
                </a:solidFill>
                <a:latin typeface="Consolas" panose="020B0609020204030204" pitchFamily="49" charset="0"/>
              </a:rPr>
              <a:t>protected</a:t>
            </a:r>
            <a:r>
              <a:rPr lang="en-GB" sz="1600" b="1" dirty="0">
                <a:solidFill>
                  <a:srgbClr val="000000"/>
                </a:solidFill>
                <a:latin typeface="Consolas" panose="020B0609020204030204" pitchFamily="49" charset="0"/>
              </a:rPr>
              <a:t> </a:t>
            </a:r>
            <a:r>
              <a:rPr lang="en-GB" sz="1600" b="1" dirty="0" err="1">
                <a:solidFill>
                  <a:srgbClr val="7F0055"/>
                </a:solidFill>
                <a:latin typeface="Consolas" panose="020B0609020204030204" pitchFamily="49" charset="0"/>
              </a:rPr>
              <a:t>int</a:t>
            </a:r>
            <a:r>
              <a:rPr lang="en-GB" sz="1600" b="1" dirty="0">
                <a:solidFill>
                  <a:srgbClr val="000000"/>
                </a:solidFill>
                <a:latin typeface="Consolas" panose="020B0609020204030204" pitchFamily="49" charset="0"/>
              </a:rPr>
              <a:t> </a:t>
            </a:r>
            <a:r>
              <a:rPr lang="en-GB" sz="1600" b="1" dirty="0">
                <a:solidFill>
                  <a:srgbClr val="0000C0"/>
                </a:solidFill>
                <a:latin typeface="Consolas" panose="020B0609020204030204" pitchFamily="49" charset="0"/>
              </a:rPr>
              <a:t>pin</a:t>
            </a:r>
            <a:r>
              <a:rPr lang="en-GB" sz="1600" b="1" dirty="0">
                <a:solidFill>
                  <a:srgbClr val="000000"/>
                </a:solidFill>
                <a:latin typeface="Consolas" panose="020B0609020204030204" pitchFamily="49" charset="0"/>
              </a:rPr>
              <a:t>;</a:t>
            </a:r>
            <a:endParaRPr lang="en-GB" sz="1400" b="1" dirty="0">
              <a:solidFill>
                <a:srgbClr val="000000"/>
              </a:solidFill>
              <a:latin typeface="Consolas" panose="020B0609020204030204" pitchFamily="49" charset="0"/>
            </a:endParaRPr>
          </a:p>
          <a:p>
            <a:endParaRPr lang="en-GB" sz="1400" dirty="0">
              <a:latin typeface="Consolas" panose="020B0609020204030204" pitchFamily="49" charset="0"/>
            </a:endParaRPr>
          </a:p>
          <a:p>
            <a:r>
              <a:rPr lang="en-GB" sz="1400" b="1" dirty="0">
                <a:solidFill>
                  <a:srgbClr val="7F0055"/>
                </a:solidFill>
                <a:latin typeface="Consolas" panose="020B0609020204030204" pitchFamily="49" charset="0"/>
              </a:rPr>
              <a:t>   public</a:t>
            </a:r>
            <a:r>
              <a:rPr lang="en-GB" sz="1400" b="1" dirty="0">
                <a:solidFill>
                  <a:srgbClr val="000000"/>
                </a:solidFill>
                <a:latin typeface="Consolas" panose="020B0609020204030204" pitchFamily="49" charset="0"/>
              </a:rPr>
              <a:t> </a:t>
            </a:r>
            <a:r>
              <a:rPr lang="en-GB" sz="1400" b="1" dirty="0" err="1">
                <a:solidFill>
                  <a:srgbClr val="000000"/>
                </a:solidFill>
                <a:latin typeface="Consolas" panose="020B0609020204030204" pitchFamily="49" charset="0"/>
              </a:rPr>
              <a:t>CreditCard</a:t>
            </a:r>
            <a:r>
              <a:rPr lang="en-GB" sz="1400" b="1" dirty="0">
                <a:solidFill>
                  <a:srgbClr val="000000"/>
                </a:solidFill>
                <a:latin typeface="Consolas" panose="020B0609020204030204" pitchFamily="49" charset="0"/>
              </a:rPr>
              <a:t>(</a:t>
            </a:r>
            <a:r>
              <a:rPr lang="en-GB" sz="1400" b="1" dirty="0" err="1">
                <a:solidFill>
                  <a:srgbClr val="7F0055"/>
                </a:solidFill>
                <a:latin typeface="Consolas" panose="020B0609020204030204" pitchFamily="49" charset="0"/>
              </a:rPr>
              <a:t>int</a:t>
            </a:r>
            <a:r>
              <a:rPr lang="en-GB" sz="1400" b="1" dirty="0">
                <a:solidFill>
                  <a:srgbClr val="000000"/>
                </a:solidFill>
                <a:latin typeface="Consolas" panose="020B0609020204030204" pitchFamily="49" charset="0"/>
              </a:rPr>
              <a:t> </a:t>
            </a:r>
            <a:r>
              <a:rPr lang="en-GB" sz="1400" b="1" dirty="0">
                <a:solidFill>
                  <a:srgbClr val="6A3E3E"/>
                </a:solidFill>
                <a:latin typeface="Consolas" panose="020B0609020204030204" pitchFamily="49" charset="0"/>
              </a:rPr>
              <a:t>pin</a:t>
            </a:r>
            <a:r>
              <a:rPr lang="en-GB" sz="1400" b="1" dirty="0">
                <a:solidFill>
                  <a:srgbClr val="000000"/>
                </a:solidFill>
                <a:latin typeface="Consolas" panose="020B0609020204030204" pitchFamily="49" charset="0"/>
              </a:rPr>
              <a:t>) {</a:t>
            </a:r>
          </a:p>
          <a:p>
            <a:r>
              <a:rPr lang="en-GB" sz="1400" b="1" dirty="0">
                <a:solidFill>
                  <a:srgbClr val="7F0055"/>
                </a:solidFill>
                <a:latin typeface="Consolas" panose="020B0609020204030204" pitchFamily="49" charset="0"/>
              </a:rPr>
              <a:t>      </a:t>
            </a:r>
            <a:r>
              <a:rPr lang="en-GB" sz="1400" b="1" dirty="0" err="1">
                <a:solidFill>
                  <a:srgbClr val="7F0055"/>
                </a:solidFill>
                <a:latin typeface="Consolas" panose="020B0609020204030204" pitchFamily="49" charset="0"/>
              </a:rPr>
              <a:t>this</a:t>
            </a:r>
            <a:r>
              <a:rPr lang="en-GB" sz="1400" b="1" dirty="0" err="1">
                <a:solidFill>
                  <a:srgbClr val="000000"/>
                </a:solidFill>
                <a:latin typeface="Consolas" panose="020B0609020204030204" pitchFamily="49" charset="0"/>
              </a:rPr>
              <a:t>.</a:t>
            </a:r>
            <a:r>
              <a:rPr lang="en-GB" sz="1400" b="1" dirty="0" err="1">
                <a:solidFill>
                  <a:srgbClr val="0000C0"/>
                </a:solidFill>
                <a:latin typeface="Consolas" panose="020B0609020204030204" pitchFamily="49" charset="0"/>
              </a:rPr>
              <a:t>pin</a:t>
            </a:r>
            <a:r>
              <a:rPr lang="en-GB" sz="1400" b="1" dirty="0">
                <a:solidFill>
                  <a:srgbClr val="000000"/>
                </a:solidFill>
                <a:latin typeface="Consolas" panose="020B0609020204030204" pitchFamily="49" charset="0"/>
              </a:rPr>
              <a:t> = </a:t>
            </a:r>
            <a:r>
              <a:rPr lang="en-GB" sz="1400" b="1" dirty="0">
                <a:solidFill>
                  <a:srgbClr val="6A3E3E"/>
                </a:solidFill>
                <a:latin typeface="Consolas" panose="020B0609020204030204" pitchFamily="49" charset="0"/>
              </a:rPr>
              <a:t>pin</a:t>
            </a:r>
            <a:r>
              <a:rPr lang="en-GB" sz="1400" b="1" dirty="0">
                <a:solidFill>
                  <a:srgbClr val="000000"/>
                </a:solidFill>
                <a:latin typeface="Consolas" panose="020B0609020204030204" pitchFamily="49" charset="0"/>
              </a:rPr>
              <a:t>;</a:t>
            </a:r>
          </a:p>
          <a:p>
            <a:r>
              <a:rPr lang="en-GB" sz="1400" dirty="0">
                <a:solidFill>
                  <a:srgbClr val="000000"/>
                </a:solidFill>
                <a:latin typeface="Consolas" panose="020B0609020204030204" pitchFamily="49" charset="0"/>
              </a:rPr>
              <a:t>   }</a:t>
            </a:r>
          </a:p>
          <a:p>
            <a:r>
              <a:rPr lang="en-GB" sz="1400" dirty="0">
                <a:solidFill>
                  <a:srgbClr val="000000"/>
                </a:solidFill>
                <a:latin typeface="Consolas" panose="020B0609020204030204" pitchFamily="49" charset="0"/>
              </a:rPr>
              <a:t>}</a:t>
            </a:r>
          </a:p>
        </p:txBody>
      </p:sp>
      <p:sp>
        <p:nvSpPr>
          <p:cNvPr id="6" name="Rectangle 5"/>
          <p:cNvSpPr/>
          <p:nvPr/>
        </p:nvSpPr>
        <p:spPr>
          <a:xfrm>
            <a:off x="5656460" y="3005717"/>
            <a:ext cx="4741670" cy="2031325"/>
          </a:xfrm>
          <a:prstGeom prst="rect">
            <a:avLst/>
          </a:prstGeom>
          <a:solidFill>
            <a:schemeClr val="accent5">
              <a:lumMod val="20000"/>
              <a:lumOff val="80000"/>
            </a:schemeClr>
          </a:solidFill>
          <a:ln w="19050">
            <a:noFill/>
          </a:ln>
          <a:effectLst>
            <a:outerShdw blurRad="50800" dist="38100" algn="l" rotWithShape="0">
              <a:prstClr val="black">
                <a:alpha val="40000"/>
              </a:prstClr>
            </a:outerShdw>
          </a:effectLst>
        </p:spPr>
        <p:style>
          <a:lnRef idx="2">
            <a:schemeClr val="accent1"/>
          </a:lnRef>
          <a:fillRef idx="1">
            <a:schemeClr val="lt1"/>
          </a:fillRef>
          <a:effectRef idx="0">
            <a:schemeClr val="accent1"/>
          </a:effectRef>
          <a:fontRef idx="minor">
            <a:schemeClr val="dk1"/>
          </a:fontRef>
        </p:style>
        <p:txBody>
          <a:bodyPr wrap="square">
            <a:spAutoFit/>
          </a:bodyPr>
          <a:lstStyle/>
          <a:p>
            <a:r>
              <a:rPr lang="en-GB" sz="1400" b="1" dirty="0">
                <a:solidFill>
                  <a:srgbClr val="7F0055"/>
                </a:solidFill>
                <a:latin typeface="Consolas" panose="020B0609020204030204" pitchFamily="49" charset="0"/>
              </a:rPr>
              <a:t>namespace</a:t>
            </a:r>
            <a:r>
              <a:rPr lang="en-GB" sz="1400" b="1" dirty="0">
                <a:solidFill>
                  <a:srgbClr val="000000"/>
                </a:solidFill>
                <a:latin typeface="Consolas" panose="020B0609020204030204" pitchFamily="49" charset="0"/>
              </a:rPr>
              <a:t> </a:t>
            </a:r>
            <a:r>
              <a:rPr lang="en-GB" sz="1400" b="1" dirty="0" err="1">
                <a:solidFill>
                  <a:srgbClr val="000000"/>
                </a:solidFill>
                <a:latin typeface="Consolas" panose="020B0609020204030204" pitchFamily="49" charset="0"/>
              </a:rPr>
              <a:t>barclays</a:t>
            </a:r>
            <a:r>
              <a:rPr lang="en-GB" sz="1400" b="1" dirty="0">
                <a:solidFill>
                  <a:srgbClr val="000000"/>
                </a:solidFill>
                <a:latin typeface="Consolas" panose="020B0609020204030204" pitchFamily="49" charset="0"/>
              </a:rPr>
              <a:t>;</a:t>
            </a:r>
          </a:p>
          <a:p>
            <a:endParaRPr lang="en-GB" sz="1400" b="1" dirty="0">
              <a:latin typeface="Consolas" panose="020B0609020204030204" pitchFamily="49" charset="0"/>
            </a:endParaRPr>
          </a:p>
          <a:p>
            <a:r>
              <a:rPr lang="en-GB" sz="1400" b="1" dirty="0">
                <a:solidFill>
                  <a:srgbClr val="7F0055"/>
                </a:solidFill>
                <a:latin typeface="Consolas" panose="020B0609020204030204" pitchFamily="49" charset="0"/>
              </a:rPr>
              <a:t>public</a:t>
            </a:r>
            <a:r>
              <a:rPr lang="en-GB" sz="1400" b="1" dirty="0">
                <a:solidFill>
                  <a:srgbClr val="000000"/>
                </a:solidFill>
                <a:latin typeface="Consolas" panose="020B0609020204030204" pitchFamily="49" charset="0"/>
              </a:rPr>
              <a:t> </a:t>
            </a:r>
            <a:r>
              <a:rPr lang="en-GB" sz="1400" b="1" dirty="0">
                <a:solidFill>
                  <a:srgbClr val="7F0055"/>
                </a:solidFill>
                <a:latin typeface="Consolas" panose="020B0609020204030204" pitchFamily="49" charset="0"/>
              </a:rPr>
              <a:t>class</a:t>
            </a:r>
            <a:r>
              <a:rPr lang="en-GB" sz="1400" b="1" dirty="0">
                <a:solidFill>
                  <a:srgbClr val="000000"/>
                </a:solidFill>
                <a:latin typeface="Consolas" panose="020B0609020204030204" pitchFamily="49" charset="0"/>
              </a:rPr>
              <a:t> Program {</a:t>
            </a:r>
          </a:p>
          <a:p>
            <a:r>
              <a:rPr lang="en-GB" sz="1400" b="1" dirty="0">
                <a:solidFill>
                  <a:srgbClr val="7F0055"/>
                </a:solidFill>
                <a:latin typeface="Consolas" panose="020B0609020204030204" pitchFamily="49" charset="0"/>
              </a:rPr>
              <a:t>   public</a:t>
            </a:r>
            <a:r>
              <a:rPr lang="en-GB" sz="1400" b="1" dirty="0">
                <a:solidFill>
                  <a:srgbClr val="000000"/>
                </a:solidFill>
                <a:latin typeface="Consolas" panose="020B0609020204030204" pitchFamily="49" charset="0"/>
              </a:rPr>
              <a:t> </a:t>
            </a:r>
            <a:r>
              <a:rPr lang="en-GB" sz="1400" b="1" dirty="0">
                <a:solidFill>
                  <a:srgbClr val="7F0055"/>
                </a:solidFill>
                <a:latin typeface="Consolas" panose="020B0609020204030204" pitchFamily="49" charset="0"/>
              </a:rPr>
              <a:t>static</a:t>
            </a:r>
            <a:r>
              <a:rPr lang="en-GB" sz="1400" b="1" dirty="0">
                <a:solidFill>
                  <a:srgbClr val="000000"/>
                </a:solidFill>
                <a:latin typeface="Consolas" panose="020B0609020204030204" pitchFamily="49" charset="0"/>
              </a:rPr>
              <a:t> </a:t>
            </a:r>
            <a:r>
              <a:rPr lang="en-GB" sz="1400" b="1" dirty="0">
                <a:solidFill>
                  <a:srgbClr val="7F0055"/>
                </a:solidFill>
                <a:latin typeface="Consolas" panose="020B0609020204030204" pitchFamily="49" charset="0"/>
              </a:rPr>
              <a:t>void</a:t>
            </a:r>
            <a:r>
              <a:rPr lang="en-GB" sz="1400" b="1" dirty="0">
                <a:solidFill>
                  <a:srgbClr val="000000"/>
                </a:solidFill>
                <a:latin typeface="Consolas" panose="020B0609020204030204" pitchFamily="49" charset="0"/>
              </a:rPr>
              <a:t> Main(string[] </a:t>
            </a:r>
            <a:r>
              <a:rPr lang="en-GB" sz="1400" b="1" dirty="0" err="1">
                <a:solidFill>
                  <a:srgbClr val="6A3E3E"/>
                </a:solidFill>
                <a:latin typeface="Consolas" panose="020B0609020204030204" pitchFamily="49" charset="0"/>
              </a:rPr>
              <a:t>args</a:t>
            </a:r>
            <a:r>
              <a:rPr lang="en-GB" sz="1400" b="1" dirty="0">
                <a:solidFill>
                  <a:srgbClr val="000000"/>
                </a:solidFill>
                <a:latin typeface="Consolas" panose="020B0609020204030204" pitchFamily="49" charset="0"/>
              </a:rPr>
              <a:t>) {</a:t>
            </a:r>
          </a:p>
          <a:p>
            <a:endParaRPr lang="en-GB" sz="1400" b="1" dirty="0">
              <a:solidFill>
                <a:srgbClr val="000000"/>
              </a:solidFill>
              <a:latin typeface="Consolas" panose="020B0609020204030204" pitchFamily="49" charset="0"/>
            </a:endParaRPr>
          </a:p>
          <a:p>
            <a:r>
              <a:rPr lang="en-GB" sz="1400" b="1" dirty="0">
                <a:solidFill>
                  <a:srgbClr val="000000"/>
                </a:solidFill>
                <a:latin typeface="Consolas" panose="020B0609020204030204" pitchFamily="49" charset="0"/>
              </a:rPr>
              <a:t>       </a:t>
            </a:r>
            <a:r>
              <a:rPr lang="en-GB" sz="1400" b="1" dirty="0" err="1">
                <a:solidFill>
                  <a:srgbClr val="000000"/>
                </a:solidFill>
                <a:latin typeface="Consolas" panose="020B0609020204030204" pitchFamily="49" charset="0"/>
              </a:rPr>
              <a:t>CreditCard</a:t>
            </a:r>
            <a:r>
              <a:rPr lang="en-GB" sz="1400" b="1" dirty="0">
                <a:solidFill>
                  <a:srgbClr val="000000"/>
                </a:solidFill>
                <a:latin typeface="Consolas" panose="020B0609020204030204" pitchFamily="49" charset="0"/>
              </a:rPr>
              <a:t> </a:t>
            </a:r>
            <a:r>
              <a:rPr lang="en-GB" sz="1400" b="1" dirty="0">
                <a:solidFill>
                  <a:srgbClr val="6A3E3E"/>
                </a:solidFill>
                <a:latin typeface="Consolas" panose="020B0609020204030204" pitchFamily="49" charset="0"/>
              </a:rPr>
              <a:t>cc1</a:t>
            </a:r>
            <a:r>
              <a:rPr lang="en-GB" sz="1400" b="1" dirty="0">
                <a:solidFill>
                  <a:srgbClr val="000000"/>
                </a:solidFill>
                <a:latin typeface="Consolas" panose="020B0609020204030204" pitchFamily="49" charset="0"/>
              </a:rPr>
              <a:t> = </a:t>
            </a:r>
            <a:r>
              <a:rPr lang="en-GB" sz="1400" b="1" dirty="0">
                <a:solidFill>
                  <a:srgbClr val="7F0055"/>
                </a:solidFill>
                <a:latin typeface="Consolas" panose="020B0609020204030204" pitchFamily="49" charset="0"/>
              </a:rPr>
              <a:t>new</a:t>
            </a:r>
            <a:r>
              <a:rPr lang="en-GB" sz="1400" b="1" dirty="0">
                <a:solidFill>
                  <a:srgbClr val="000000"/>
                </a:solidFill>
                <a:latin typeface="Consolas" panose="020B0609020204030204" pitchFamily="49" charset="0"/>
              </a:rPr>
              <a:t> </a:t>
            </a:r>
            <a:r>
              <a:rPr lang="en-GB" sz="1400" b="1" dirty="0" err="1">
                <a:solidFill>
                  <a:srgbClr val="000000"/>
                </a:solidFill>
                <a:latin typeface="Consolas" panose="020B0609020204030204" pitchFamily="49" charset="0"/>
              </a:rPr>
              <a:t>CreditCard</a:t>
            </a:r>
            <a:r>
              <a:rPr lang="en-GB" sz="1400" b="1" dirty="0">
                <a:solidFill>
                  <a:srgbClr val="000000"/>
                </a:solidFill>
                <a:latin typeface="Consolas" panose="020B0609020204030204" pitchFamily="49" charset="0"/>
              </a:rPr>
              <a:t>(111);</a:t>
            </a:r>
          </a:p>
          <a:p>
            <a:r>
              <a:rPr lang="en-GB" sz="1400" b="1" dirty="0">
                <a:solidFill>
                  <a:srgbClr val="000000"/>
                </a:solidFill>
                <a:latin typeface="Consolas" panose="020B0609020204030204" pitchFamily="49" charset="0"/>
              </a:rPr>
              <a:t>       </a:t>
            </a:r>
            <a:r>
              <a:rPr lang="en-GB" sz="1400" b="1" dirty="0" err="1">
                <a:solidFill>
                  <a:srgbClr val="000000"/>
                </a:solidFill>
                <a:latin typeface="Consolas" panose="020B0609020204030204" pitchFamily="49" charset="0"/>
              </a:rPr>
              <a:t>Console.WriteLine</a:t>
            </a:r>
            <a:r>
              <a:rPr lang="en-GB" sz="1400" b="1" dirty="0">
                <a:solidFill>
                  <a:srgbClr val="000000"/>
                </a:solidFill>
                <a:latin typeface="Consolas" panose="020B0609020204030204" pitchFamily="49" charset="0"/>
              </a:rPr>
              <a:t>(cc1.pin);</a:t>
            </a:r>
          </a:p>
          <a:p>
            <a:r>
              <a:rPr lang="en-GB" sz="1400" b="1" dirty="0">
                <a:solidFill>
                  <a:srgbClr val="000000"/>
                </a:solidFill>
                <a:latin typeface="Consolas" panose="020B0609020204030204" pitchFamily="49" charset="0"/>
              </a:rPr>
              <a:t>   }</a:t>
            </a:r>
          </a:p>
          <a:p>
            <a:r>
              <a:rPr lang="en-GB" sz="1400" b="1" dirty="0">
                <a:solidFill>
                  <a:srgbClr val="000000"/>
                </a:solidFill>
                <a:latin typeface="Consolas" panose="020B0609020204030204" pitchFamily="49" charset="0"/>
              </a:rPr>
              <a:t>}</a:t>
            </a:r>
          </a:p>
        </p:txBody>
      </p:sp>
      <p:sp>
        <p:nvSpPr>
          <p:cNvPr id="9" name="TextBox 8"/>
          <p:cNvSpPr txBox="1"/>
          <p:nvPr/>
        </p:nvSpPr>
        <p:spPr>
          <a:xfrm>
            <a:off x="4118765" y="5616269"/>
            <a:ext cx="550151" cy="584775"/>
          </a:xfrm>
          <a:prstGeom prst="rect">
            <a:avLst/>
          </a:prstGeom>
          <a:noFill/>
          <a:ln>
            <a:noFill/>
          </a:ln>
          <a:effectLst>
            <a:outerShdw blurRad="50800" dist="38100" algn="l" rotWithShape="0">
              <a:prstClr val="black">
                <a:alpha val="40000"/>
              </a:prstClr>
            </a:outerShdw>
          </a:effectLst>
        </p:spPr>
        <p:txBody>
          <a:bodyPr wrap="none" rtlCol="0">
            <a:spAutoFit/>
          </a:bodyPr>
          <a:lstStyle/>
          <a:p>
            <a:r>
              <a:rPr lang="en-GB" sz="3200" dirty="0">
                <a:solidFill>
                  <a:srgbClr val="FF0000"/>
                </a:solidFill>
                <a:latin typeface="Courier New" pitchFamily="49" charset="0"/>
                <a:cs typeface="Courier New" pitchFamily="49" charset="0"/>
                <a:sym typeface="Wingdings" panose="05000000000000000000" pitchFamily="2" charset="2"/>
              </a:rPr>
              <a:t></a:t>
            </a:r>
            <a:endParaRPr lang="en-GB" sz="3200" dirty="0">
              <a:solidFill>
                <a:srgbClr val="FF0000"/>
              </a:solidFill>
              <a:latin typeface="Courier New" pitchFamily="49" charset="0"/>
              <a:cs typeface="Courier New" pitchFamily="49" charset="0"/>
            </a:endParaRPr>
          </a:p>
        </p:txBody>
      </p:sp>
      <p:sp>
        <p:nvSpPr>
          <p:cNvPr id="3" name="Rounded Rectangular Callout 2"/>
          <p:cNvSpPr/>
          <p:nvPr/>
        </p:nvSpPr>
        <p:spPr>
          <a:xfrm>
            <a:off x="5162819" y="5314084"/>
            <a:ext cx="3259070" cy="954870"/>
          </a:xfrm>
          <a:prstGeom prst="wedgeRoundRectCallout">
            <a:avLst>
              <a:gd name="adj1" fmla="val -56640"/>
              <a:gd name="adj2" fmla="val -28727"/>
              <a:gd name="adj3" fmla="val 16667"/>
            </a:avLst>
          </a:prstGeom>
          <a:ln>
            <a:noFill/>
          </a:ln>
          <a:effectLst>
            <a:outerShdw blurRad="50800" dist="38100" algn="l" rotWithShape="0">
              <a:prstClr val="black">
                <a:alpha val="40000"/>
              </a:prstClr>
            </a:outerShdw>
          </a:effectLst>
        </p:spPr>
        <p:style>
          <a:lnRef idx="0">
            <a:schemeClr val="accent3"/>
          </a:lnRef>
          <a:fillRef idx="3">
            <a:schemeClr val="accent3"/>
          </a:fillRef>
          <a:effectRef idx="3">
            <a:schemeClr val="accent3"/>
          </a:effectRef>
          <a:fontRef idx="minor">
            <a:schemeClr val="lt1"/>
          </a:fontRef>
        </p:style>
        <p:txBody>
          <a:bodyPr rtlCol="0" anchor="ctr"/>
          <a:lstStyle/>
          <a:p>
            <a:pPr algn="ctr"/>
            <a:r>
              <a:rPr lang="en-GB" sz="1600" b="1" dirty="0">
                <a:solidFill>
                  <a:schemeClr val="bg1"/>
                </a:solidFill>
                <a:latin typeface="Consolas" panose="020B0609020204030204" pitchFamily="49" charset="0"/>
                <a:cs typeface="Courier New" pitchFamily="49" charset="0"/>
              </a:rPr>
              <a:t>No access But a class outside of the project (assembly)</a:t>
            </a:r>
          </a:p>
        </p:txBody>
      </p:sp>
      <p:sp>
        <p:nvSpPr>
          <p:cNvPr id="10" name="Speech Bubble: Rectangle with Corners Rounded 9">
            <a:extLst>
              <a:ext uri="{FF2B5EF4-FFF2-40B4-BE49-F238E27FC236}">
                <a16:creationId xmlns:a16="http://schemas.microsoft.com/office/drawing/2014/main" id="{3895C132-17F2-C1A4-FF49-4FCADD694010}"/>
              </a:ext>
            </a:extLst>
          </p:cNvPr>
          <p:cNvSpPr/>
          <p:nvPr/>
        </p:nvSpPr>
        <p:spPr>
          <a:xfrm>
            <a:off x="10091870" y="4485910"/>
            <a:ext cx="1955041" cy="1102264"/>
          </a:xfrm>
          <a:prstGeom prst="wedgeRoundRectCallout">
            <a:avLst>
              <a:gd name="adj1" fmla="val -58650"/>
              <a:gd name="adj2" fmla="val -26738"/>
              <a:gd name="adj3" fmla="val 16667"/>
            </a:avLst>
          </a:prstGeom>
          <a:ln/>
        </p:spPr>
        <p:style>
          <a:lnRef idx="0">
            <a:schemeClr val="accent3"/>
          </a:lnRef>
          <a:fillRef idx="3">
            <a:schemeClr val="accent3"/>
          </a:fillRef>
          <a:effectRef idx="3">
            <a:schemeClr val="accent3"/>
          </a:effectRef>
          <a:fontRef idx="minor">
            <a:schemeClr val="lt1"/>
          </a:fontRef>
        </p:style>
        <p:txBody>
          <a:bodyPr rtlCol="0" anchor="ctr"/>
          <a:lstStyle/>
          <a:p>
            <a:pPr algn="ctr"/>
            <a:r>
              <a:rPr lang="en-GB" sz="1600" b="1" dirty="0">
                <a:latin typeface="Consolas" panose="020B0609020204030204" pitchFamily="49" charset="0"/>
                <a:cs typeface="Courier New" pitchFamily="49" charset="0"/>
              </a:rPr>
              <a:t>Can only be accessed by extended classes</a:t>
            </a:r>
            <a:endParaRPr lang="en-GB" sz="1600" b="1" dirty="0">
              <a:solidFill>
                <a:schemeClr val="bg1"/>
              </a:solidFill>
              <a:latin typeface="Consolas" panose="020B0609020204030204" pitchFamily="49" charset="0"/>
              <a:cs typeface="Courier New" pitchFamily="49" charset="0"/>
            </a:endParaRPr>
          </a:p>
        </p:txBody>
      </p:sp>
      <p:sp>
        <p:nvSpPr>
          <p:cNvPr id="11" name="TextBox 10">
            <a:extLst>
              <a:ext uri="{FF2B5EF4-FFF2-40B4-BE49-F238E27FC236}">
                <a16:creationId xmlns:a16="http://schemas.microsoft.com/office/drawing/2014/main" id="{3209CE96-2756-AE92-53BB-1EAE0FAFB57E}"/>
              </a:ext>
            </a:extLst>
          </p:cNvPr>
          <p:cNvSpPr txBox="1"/>
          <p:nvPr/>
        </p:nvSpPr>
        <p:spPr>
          <a:xfrm>
            <a:off x="9192085" y="4264717"/>
            <a:ext cx="550151" cy="584775"/>
          </a:xfrm>
          <a:prstGeom prst="rect">
            <a:avLst/>
          </a:prstGeom>
          <a:noFill/>
          <a:ln>
            <a:noFill/>
          </a:ln>
          <a:effectLst>
            <a:outerShdw blurRad="50800" dist="38100" algn="l" rotWithShape="0">
              <a:prstClr val="black">
                <a:alpha val="40000"/>
              </a:prstClr>
            </a:outerShdw>
          </a:effectLst>
        </p:spPr>
        <p:txBody>
          <a:bodyPr wrap="none" rtlCol="0">
            <a:spAutoFit/>
          </a:bodyPr>
          <a:lstStyle/>
          <a:p>
            <a:r>
              <a:rPr lang="en-GB" sz="3200" dirty="0">
                <a:solidFill>
                  <a:srgbClr val="FF0000"/>
                </a:solidFill>
                <a:latin typeface="Courier New" pitchFamily="49" charset="0"/>
                <a:cs typeface="Courier New" pitchFamily="49" charset="0"/>
                <a:sym typeface="Wingdings" panose="05000000000000000000" pitchFamily="2" charset="2"/>
              </a:rPr>
              <a:t></a:t>
            </a:r>
            <a:endParaRPr lang="en-GB" sz="3200" dirty="0">
              <a:solidFill>
                <a:srgbClr val="FF0000"/>
              </a:solidFill>
              <a:latin typeface="Courier New" pitchFamily="49" charset="0"/>
              <a:cs typeface="Courier New" pitchFamily="49" charset="0"/>
            </a:endParaRPr>
          </a:p>
        </p:txBody>
      </p:sp>
    </p:spTree>
    <p:extLst>
      <p:ext uri="{BB962C8B-B14F-4D97-AF65-F5344CB8AC3E}">
        <p14:creationId xmlns:p14="http://schemas.microsoft.com/office/powerpoint/2010/main" val="8695214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500"/>
                                        <p:tgtEl>
                                          <p:spTgt spid="7"/>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00"/>
                                        <p:tgtEl>
                                          <p:spTgt spid="9"/>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3"/>
                                        </p:tgtEl>
                                        <p:attrNameLst>
                                          <p:attrName>style.visibility</p:attrName>
                                        </p:attrNameLst>
                                      </p:cBhvr>
                                      <p:to>
                                        <p:strVal val="visible"/>
                                      </p:to>
                                    </p:set>
                                    <p:animEffect transition="in" filter="fade">
                                      <p:cBhvr>
                                        <p:cTn id="13" dur="500"/>
                                        <p:tgtEl>
                                          <p:spTgt spid="3"/>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9" grpId="0"/>
      <p:bldP spid="3" grpId="0" animBg="1"/>
      <p:bldP spid="11"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2482633" y="3618683"/>
            <a:ext cx="7539243" cy="2554545"/>
          </a:xfrm>
          <a:prstGeom prst="rect">
            <a:avLst/>
          </a:prstGeom>
          <a:solidFill>
            <a:schemeClr val="bg1"/>
          </a:solidFill>
          <a:ln w="19050">
            <a:noFill/>
          </a:ln>
          <a:effectLst>
            <a:outerShdw blurRad="50800" dist="38100" algn="l" rotWithShape="0">
              <a:prstClr val="black">
                <a:alpha val="40000"/>
              </a:prstClr>
            </a:outerShdw>
          </a:effectLst>
        </p:spPr>
        <p:style>
          <a:lnRef idx="2">
            <a:schemeClr val="accent1"/>
          </a:lnRef>
          <a:fillRef idx="1">
            <a:schemeClr val="lt1"/>
          </a:fillRef>
          <a:effectRef idx="0">
            <a:schemeClr val="accent1"/>
          </a:effectRef>
          <a:fontRef idx="minor">
            <a:schemeClr val="dk1"/>
          </a:fontRef>
        </p:style>
        <p:txBody>
          <a:bodyPr wrap="square">
            <a:spAutoFit/>
          </a:bodyPr>
          <a:lstStyle/>
          <a:p>
            <a:r>
              <a:rPr lang="en-GB" sz="1600" b="1" dirty="0">
                <a:solidFill>
                  <a:srgbClr val="7F0055"/>
                </a:solidFill>
                <a:latin typeface="Consolas" panose="020B0609020204030204" pitchFamily="49" charset="0"/>
              </a:rPr>
              <a:t>namespace</a:t>
            </a:r>
            <a:r>
              <a:rPr lang="en-GB" sz="1600" b="1" dirty="0">
                <a:solidFill>
                  <a:srgbClr val="000000"/>
                </a:solidFill>
                <a:latin typeface="Consolas" panose="020B0609020204030204" pitchFamily="49" charset="0"/>
              </a:rPr>
              <a:t> </a:t>
            </a:r>
            <a:r>
              <a:rPr lang="en-GB" sz="1600" b="1" dirty="0" err="1">
                <a:solidFill>
                  <a:srgbClr val="000000"/>
                </a:solidFill>
                <a:latin typeface="Consolas" panose="020B0609020204030204" pitchFamily="49" charset="0"/>
              </a:rPr>
              <a:t>tesco</a:t>
            </a:r>
            <a:r>
              <a:rPr lang="en-GB" sz="1600" b="1" dirty="0">
                <a:solidFill>
                  <a:srgbClr val="000000"/>
                </a:solidFill>
                <a:latin typeface="Consolas" panose="020B0609020204030204" pitchFamily="49" charset="0"/>
              </a:rPr>
              <a:t>;</a:t>
            </a:r>
          </a:p>
          <a:p>
            <a:r>
              <a:rPr lang="en-GB" sz="1600" b="1" dirty="0">
                <a:solidFill>
                  <a:srgbClr val="7F0055"/>
                </a:solidFill>
                <a:latin typeface="Consolas" panose="020B0609020204030204" pitchFamily="49" charset="0"/>
              </a:rPr>
              <a:t>using</a:t>
            </a:r>
            <a:r>
              <a:rPr lang="en-GB" sz="1600" b="1" dirty="0">
                <a:solidFill>
                  <a:srgbClr val="000000"/>
                </a:solidFill>
                <a:latin typeface="Consolas" panose="020B0609020204030204" pitchFamily="49" charset="0"/>
              </a:rPr>
              <a:t> </a:t>
            </a:r>
            <a:r>
              <a:rPr lang="en-GB" sz="1600" b="1" dirty="0" err="1">
                <a:solidFill>
                  <a:srgbClr val="000000"/>
                </a:solidFill>
                <a:latin typeface="Consolas" panose="020B0609020204030204" pitchFamily="49" charset="0"/>
              </a:rPr>
              <a:t>barclays</a:t>
            </a:r>
            <a:r>
              <a:rPr lang="en-GB" sz="1600" b="1" dirty="0">
                <a:solidFill>
                  <a:srgbClr val="000000"/>
                </a:solidFill>
                <a:latin typeface="Consolas" panose="020B0609020204030204" pitchFamily="49" charset="0"/>
              </a:rPr>
              <a:t>;</a:t>
            </a:r>
          </a:p>
          <a:p>
            <a:endParaRPr lang="en-GB" sz="1600" dirty="0">
              <a:latin typeface="Consolas" panose="020B0609020204030204" pitchFamily="49" charset="0"/>
            </a:endParaRPr>
          </a:p>
          <a:p>
            <a:r>
              <a:rPr lang="en-GB" sz="1600" b="1" dirty="0">
                <a:solidFill>
                  <a:srgbClr val="7F0055"/>
                </a:solidFill>
                <a:latin typeface="Consolas" panose="020B0609020204030204" pitchFamily="49" charset="0"/>
              </a:rPr>
              <a:t>public</a:t>
            </a:r>
            <a:r>
              <a:rPr lang="en-GB" sz="1600" b="1" dirty="0">
                <a:solidFill>
                  <a:srgbClr val="000000"/>
                </a:solidFill>
                <a:latin typeface="Consolas" panose="020B0609020204030204" pitchFamily="49" charset="0"/>
              </a:rPr>
              <a:t> </a:t>
            </a:r>
            <a:r>
              <a:rPr lang="en-GB" sz="1600" b="1" dirty="0">
                <a:solidFill>
                  <a:srgbClr val="7F0055"/>
                </a:solidFill>
                <a:latin typeface="Consolas" panose="020B0609020204030204" pitchFamily="49" charset="0"/>
              </a:rPr>
              <a:t>class</a:t>
            </a:r>
            <a:r>
              <a:rPr lang="en-GB" sz="1600" b="1" dirty="0">
                <a:solidFill>
                  <a:srgbClr val="000000"/>
                </a:solidFill>
                <a:latin typeface="Consolas" panose="020B0609020204030204" pitchFamily="49" charset="0"/>
              </a:rPr>
              <a:t> </a:t>
            </a:r>
            <a:r>
              <a:rPr lang="en-GB" sz="1600" b="1" dirty="0" err="1">
                <a:solidFill>
                  <a:srgbClr val="000000"/>
                </a:solidFill>
                <a:latin typeface="Consolas" panose="020B0609020204030204" pitchFamily="49" charset="0"/>
              </a:rPr>
              <a:t>TescoCreditCard</a:t>
            </a:r>
            <a:r>
              <a:rPr lang="en-GB" sz="1600" b="1" dirty="0">
                <a:solidFill>
                  <a:srgbClr val="000000"/>
                </a:solidFill>
                <a:latin typeface="Consolas" panose="020B0609020204030204" pitchFamily="49" charset="0"/>
              </a:rPr>
              <a:t> </a:t>
            </a:r>
            <a:r>
              <a:rPr lang="en-GB" sz="1600" b="1" dirty="0">
                <a:solidFill>
                  <a:srgbClr val="7F0055"/>
                </a:solidFill>
                <a:latin typeface="Consolas" panose="020B0609020204030204" pitchFamily="49" charset="0"/>
              </a:rPr>
              <a:t>:</a:t>
            </a:r>
            <a:r>
              <a:rPr lang="en-GB" sz="1600" b="1" dirty="0">
                <a:solidFill>
                  <a:srgbClr val="000000"/>
                </a:solidFill>
                <a:latin typeface="Consolas" panose="020B0609020204030204" pitchFamily="49" charset="0"/>
              </a:rPr>
              <a:t> </a:t>
            </a:r>
            <a:r>
              <a:rPr lang="en-GB" sz="1600" b="1" dirty="0" err="1">
                <a:solidFill>
                  <a:srgbClr val="000000"/>
                </a:solidFill>
                <a:latin typeface="Consolas" panose="020B0609020204030204" pitchFamily="49" charset="0"/>
              </a:rPr>
              <a:t>CreditCard</a:t>
            </a:r>
            <a:r>
              <a:rPr lang="en-GB" sz="1600" b="1" dirty="0">
                <a:solidFill>
                  <a:srgbClr val="000000"/>
                </a:solidFill>
                <a:latin typeface="Consolas" panose="020B0609020204030204" pitchFamily="49" charset="0"/>
              </a:rPr>
              <a:t> {</a:t>
            </a:r>
          </a:p>
          <a:p>
            <a:r>
              <a:rPr lang="en-GB" sz="1600" b="1" dirty="0">
                <a:solidFill>
                  <a:srgbClr val="7F0055"/>
                </a:solidFill>
                <a:latin typeface="Consolas" panose="020B0609020204030204" pitchFamily="49" charset="0"/>
              </a:rPr>
              <a:t>   public</a:t>
            </a:r>
            <a:r>
              <a:rPr lang="en-GB" sz="1600" b="1" dirty="0">
                <a:solidFill>
                  <a:srgbClr val="000000"/>
                </a:solidFill>
                <a:latin typeface="Consolas" panose="020B0609020204030204" pitchFamily="49" charset="0"/>
              </a:rPr>
              <a:t> </a:t>
            </a:r>
            <a:r>
              <a:rPr lang="en-GB" sz="1600" b="1" dirty="0" err="1">
                <a:solidFill>
                  <a:srgbClr val="000000"/>
                </a:solidFill>
                <a:latin typeface="Consolas" panose="020B0609020204030204" pitchFamily="49" charset="0"/>
              </a:rPr>
              <a:t>TescoCreditCard</a:t>
            </a:r>
            <a:r>
              <a:rPr lang="en-GB" sz="1600" b="1" dirty="0">
                <a:solidFill>
                  <a:srgbClr val="000000"/>
                </a:solidFill>
                <a:latin typeface="Consolas" panose="020B0609020204030204" pitchFamily="49" charset="0"/>
              </a:rPr>
              <a:t>(</a:t>
            </a:r>
            <a:r>
              <a:rPr lang="en-GB" sz="1600" b="1" dirty="0">
                <a:solidFill>
                  <a:srgbClr val="7F0055"/>
                </a:solidFill>
                <a:latin typeface="Consolas" panose="020B0609020204030204" pitchFamily="49" charset="0"/>
              </a:rPr>
              <a:t>int</a:t>
            </a:r>
            <a:r>
              <a:rPr lang="en-GB" sz="1600" b="1" dirty="0">
                <a:solidFill>
                  <a:srgbClr val="000000"/>
                </a:solidFill>
                <a:latin typeface="Consolas" panose="020B0609020204030204" pitchFamily="49" charset="0"/>
              </a:rPr>
              <a:t> </a:t>
            </a:r>
            <a:r>
              <a:rPr lang="en-GB" sz="1600" b="1" dirty="0">
                <a:solidFill>
                  <a:srgbClr val="6A3E3E"/>
                </a:solidFill>
                <a:latin typeface="Consolas" panose="020B0609020204030204" pitchFamily="49" charset="0"/>
              </a:rPr>
              <a:t>pin</a:t>
            </a:r>
            <a:r>
              <a:rPr lang="en-GB" sz="1600" b="1" dirty="0">
                <a:solidFill>
                  <a:srgbClr val="000000"/>
                </a:solidFill>
                <a:latin typeface="Consolas" panose="020B0609020204030204" pitchFamily="49" charset="0"/>
              </a:rPr>
              <a:t>) : base(</a:t>
            </a:r>
            <a:r>
              <a:rPr lang="en-GB" sz="1600" b="1" dirty="0">
                <a:solidFill>
                  <a:srgbClr val="6A3E3E"/>
                </a:solidFill>
                <a:latin typeface="Consolas" panose="020B0609020204030204" pitchFamily="49" charset="0"/>
              </a:rPr>
              <a:t>pin</a:t>
            </a:r>
            <a:r>
              <a:rPr lang="en-GB" sz="1600" b="1" dirty="0">
                <a:solidFill>
                  <a:srgbClr val="000000"/>
                </a:solidFill>
                <a:latin typeface="Consolas" panose="020B0609020204030204" pitchFamily="49" charset="0"/>
              </a:rPr>
              <a:t>);</a:t>
            </a:r>
          </a:p>
          <a:p>
            <a:r>
              <a:rPr lang="en-GB" sz="1600" dirty="0">
                <a:solidFill>
                  <a:srgbClr val="000000"/>
                </a:solidFill>
                <a:latin typeface="Consolas" panose="020B0609020204030204" pitchFamily="49" charset="0"/>
              </a:rPr>
              <a:t>   }</a:t>
            </a:r>
          </a:p>
          <a:p>
            <a:r>
              <a:rPr lang="en-GB" sz="1600" b="1" dirty="0">
                <a:solidFill>
                  <a:srgbClr val="7F0055"/>
                </a:solidFill>
                <a:latin typeface="Consolas" panose="020B0609020204030204" pitchFamily="49" charset="0"/>
              </a:rPr>
              <a:t>   public</a:t>
            </a:r>
            <a:r>
              <a:rPr lang="en-GB" sz="1600" b="1" dirty="0">
                <a:solidFill>
                  <a:srgbClr val="000000"/>
                </a:solidFill>
                <a:latin typeface="Consolas" panose="020B0609020204030204" pitchFamily="49" charset="0"/>
              </a:rPr>
              <a:t> </a:t>
            </a:r>
            <a:r>
              <a:rPr lang="en-GB" sz="1600" b="1" dirty="0">
                <a:solidFill>
                  <a:srgbClr val="7F0055"/>
                </a:solidFill>
                <a:latin typeface="Consolas" panose="020B0609020204030204" pitchFamily="49" charset="0"/>
              </a:rPr>
              <a:t>void</a:t>
            </a:r>
            <a:r>
              <a:rPr lang="en-GB" sz="1600" b="1" dirty="0">
                <a:solidFill>
                  <a:srgbClr val="000000"/>
                </a:solidFill>
                <a:latin typeface="Consolas" panose="020B0609020204030204" pitchFamily="49" charset="0"/>
              </a:rPr>
              <a:t> </a:t>
            </a:r>
            <a:r>
              <a:rPr lang="en-GB" sz="1600" b="1" dirty="0" err="1">
                <a:solidFill>
                  <a:srgbClr val="000000"/>
                </a:solidFill>
                <a:latin typeface="Consolas" panose="020B0609020204030204" pitchFamily="49" charset="0"/>
              </a:rPr>
              <a:t>changePin</a:t>
            </a:r>
            <a:r>
              <a:rPr lang="en-GB" sz="1600" b="1" dirty="0">
                <a:solidFill>
                  <a:srgbClr val="000000"/>
                </a:solidFill>
                <a:latin typeface="Consolas" panose="020B0609020204030204" pitchFamily="49" charset="0"/>
              </a:rPr>
              <a:t>(</a:t>
            </a:r>
            <a:r>
              <a:rPr lang="en-GB" sz="1600" b="1" dirty="0" err="1">
                <a:solidFill>
                  <a:srgbClr val="7F0055"/>
                </a:solidFill>
                <a:latin typeface="Consolas" panose="020B0609020204030204" pitchFamily="49" charset="0"/>
              </a:rPr>
              <a:t>int</a:t>
            </a:r>
            <a:r>
              <a:rPr lang="en-GB" sz="1600" b="1" dirty="0">
                <a:solidFill>
                  <a:srgbClr val="000000"/>
                </a:solidFill>
                <a:latin typeface="Consolas" panose="020B0609020204030204" pitchFamily="49" charset="0"/>
              </a:rPr>
              <a:t> </a:t>
            </a:r>
            <a:r>
              <a:rPr lang="en-GB" sz="1600" b="1" dirty="0" err="1">
                <a:solidFill>
                  <a:srgbClr val="6A3E3E"/>
                </a:solidFill>
                <a:latin typeface="Consolas" panose="020B0609020204030204" pitchFamily="49" charset="0"/>
              </a:rPr>
              <a:t>newPin</a:t>
            </a:r>
            <a:r>
              <a:rPr lang="en-GB" sz="1600" b="1" dirty="0">
                <a:solidFill>
                  <a:srgbClr val="000000"/>
                </a:solidFill>
                <a:latin typeface="Consolas" panose="020B0609020204030204" pitchFamily="49" charset="0"/>
              </a:rPr>
              <a:t>) {</a:t>
            </a:r>
          </a:p>
          <a:p>
            <a:r>
              <a:rPr lang="en-GB" sz="1600" b="1" dirty="0">
                <a:solidFill>
                  <a:srgbClr val="7F0055"/>
                </a:solidFill>
                <a:latin typeface="Consolas" panose="020B0609020204030204" pitchFamily="49" charset="0"/>
              </a:rPr>
              <a:t>	</a:t>
            </a:r>
            <a:r>
              <a:rPr lang="en-GB" sz="1600" b="1" dirty="0" err="1">
                <a:solidFill>
                  <a:srgbClr val="7F0055"/>
                </a:solidFill>
                <a:latin typeface="Consolas" panose="020B0609020204030204" pitchFamily="49" charset="0"/>
              </a:rPr>
              <a:t>this</a:t>
            </a:r>
            <a:r>
              <a:rPr lang="en-GB" sz="1600" b="1" dirty="0" err="1">
                <a:solidFill>
                  <a:srgbClr val="000000"/>
                </a:solidFill>
                <a:latin typeface="Consolas" panose="020B0609020204030204" pitchFamily="49" charset="0"/>
              </a:rPr>
              <a:t>.</a:t>
            </a:r>
            <a:r>
              <a:rPr lang="en-GB" sz="1600" b="1" dirty="0" err="1">
                <a:solidFill>
                  <a:srgbClr val="0000C0"/>
                </a:solidFill>
                <a:latin typeface="Consolas" panose="020B0609020204030204" pitchFamily="49" charset="0"/>
              </a:rPr>
              <a:t>pin</a:t>
            </a:r>
            <a:r>
              <a:rPr lang="en-GB" sz="1600" b="1" dirty="0">
                <a:solidFill>
                  <a:srgbClr val="000000"/>
                </a:solidFill>
                <a:latin typeface="Consolas" panose="020B0609020204030204" pitchFamily="49" charset="0"/>
              </a:rPr>
              <a:t> = </a:t>
            </a:r>
            <a:r>
              <a:rPr lang="en-GB" sz="1600" b="1" dirty="0" err="1">
                <a:solidFill>
                  <a:srgbClr val="6A3E3E"/>
                </a:solidFill>
                <a:latin typeface="Consolas" panose="020B0609020204030204" pitchFamily="49" charset="0"/>
              </a:rPr>
              <a:t>newPin</a:t>
            </a:r>
            <a:r>
              <a:rPr lang="en-GB" sz="1600" b="1" dirty="0">
                <a:solidFill>
                  <a:srgbClr val="000000"/>
                </a:solidFill>
                <a:latin typeface="Consolas" panose="020B0609020204030204" pitchFamily="49" charset="0"/>
              </a:rPr>
              <a:t>;</a:t>
            </a:r>
          </a:p>
          <a:p>
            <a:r>
              <a:rPr lang="en-GB" sz="1600" dirty="0">
                <a:solidFill>
                  <a:srgbClr val="000000"/>
                </a:solidFill>
                <a:latin typeface="Consolas" panose="020B0609020204030204" pitchFamily="49" charset="0"/>
              </a:rPr>
              <a:t>   }</a:t>
            </a:r>
          </a:p>
          <a:p>
            <a:r>
              <a:rPr lang="en-GB" sz="1600" dirty="0">
                <a:solidFill>
                  <a:srgbClr val="000000"/>
                </a:solidFill>
                <a:latin typeface="Consolas" panose="020B0609020204030204" pitchFamily="49" charset="0"/>
              </a:rPr>
              <a:t>}</a:t>
            </a:r>
          </a:p>
        </p:txBody>
      </p:sp>
      <p:sp>
        <p:nvSpPr>
          <p:cNvPr id="2" name="Title 1"/>
          <p:cNvSpPr>
            <a:spLocks noGrp="1"/>
          </p:cNvSpPr>
          <p:nvPr>
            <p:ph type="title"/>
          </p:nvPr>
        </p:nvSpPr>
        <p:spPr/>
        <p:txBody>
          <a:bodyPr/>
          <a:lstStyle/>
          <a:p>
            <a:r>
              <a:rPr lang="en-GB" dirty="0"/>
              <a:t>Protected example within inheritance</a:t>
            </a:r>
          </a:p>
        </p:txBody>
      </p:sp>
      <p:sp>
        <p:nvSpPr>
          <p:cNvPr id="5" name="Rectangle 4"/>
          <p:cNvSpPr/>
          <p:nvPr/>
        </p:nvSpPr>
        <p:spPr>
          <a:xfrm>
            <a:off x="2482633" y="1477208"/>
            <a:ext cx="4547413" cy="2031325"/>
          </a:xfrm>
          <a:prstGeom prst="rect">
            <a:avLst/>
          </a:prstGeom>
          <a:solidFill>
            <a:schemeClr val="accent5">
              <a:lumMod val="20000"/>
              <a:lumOff val="80000"/>
            </a:schemeClr>
          </a:solidFill>
          <a:ln w="19050">
            <a:noFill/>
          </a:ln>
          <a:effectLst>
            <a:outerShdw blurRad="50800" dist="38100" algn="l" rotWithShape="0">
              <a:prstClr val="black">
                <a:alpha val="40000"/>
              </a:prstClr>
            </a:outerShdw>
          </a:effectLst>
        </p:spPr>
        <p:style>
          <a:lnRef idx="2">
            <a:schemeClr val="dk1"/>
          </a:lnRef>
          <a:fillRef idx="1">
            <a:schemeClr val="lt1"/>
          </a:fillRef>
          <a:effectRef idx="0">
            <a:schemeClr val="dk1"/>
          </a:effectRef>
          <a:fontRef idx="minor">
            <a:schemeClr val="dk1"/>
          </a:fontRef>
        </p:style>
        <p:txBody>
          <a:bodyPr wrap="square">
            <a:spAutoFit/>
          </a:bodyPr>
          <a:lstStyle/>
          <a:p>
            <a:r>
              <a:rPr lang="en-GB" sz="1400" b="1" dirty="0">
                <a:solidFill>
                  <a:srgbClr val="7F0055"/>
                </a:solidFill>
                <a:latin typeface="Consolas" panose="020B0609020204030204" pitchFamily="49" charset="0"/>
              </a:rPr>
              <a:t>namespace</a:t>
            </a:r>
            <a:r>
              <a:rPr lang="en-GB" sz="1400" b="1" dirty="0">
                <a:solidFill>
                  <a:srgbClr val="000000"/>
                </a:solidFill>
                <a:latin typeface="Consolas" panose="020B0609020204030204" pitchFamily="49" charset="0"/>
              </a:rPr>
              <a:t> </a:t>
            </a:r>
            <a:r>
              <a:rPr lang="en-GB" sz="1400" b="1" dirty="0" err="1">
                <a:solidFill>
                  <a:srgbClr val="000000"/>
                </a:solidFill>
                <a:latin typeface="Consolas" panose="020B0609020204030204" pitchFamily="49" charset="0"/>
              </a:rPr>
              <a:t>barclays</a:t>
            </a:r>
            <a:r>
              <a:rPr lang="en-GB" sz="1400" b="1" dirty="0">
                <a:solidFill>
                  <a:srgbClr val="000000"/>
                </a:solidFill>
                <a:latin typeface="Consolas" panose="020B0609020204030204" pitchFamily="49" charset="0"/>
              </a:rPr>
              <a:t>;</a:t>
            </a:r>
          </a:p>
          <a:p>
            <a:endParaRPr lang="en-GB" sz="1400" dirty="0">
              <a:latin typeface="Consolas" panose="020B0609020204030204" pitchFamily="49" charset="0"/>
            </a:endParaRPr>
          </a:p>
          <a:p>
            <a:r>
              <a:rPr lang="en-GB" sz="1400" b="1" dirty="0">
                <a:solidFill>
                  <a:srgbClr val="7F0055"/>
                </a:solidFill>
                <a:latin typeface="Consolas" panose="020B0609020204030204" pitchFamily="49" charset="0"/>
              </a:rPr>
              <a:t>public</a:t>
            </a:r>
            <a:r>
              <a:rPr lang="en-GB" sz="1400" b="1" dirty="0">
                <a:solidFill>
                  <a:srgbClr val="000000"/>
                </a:solidFill>
                <a:latin typeface="Consolas" panose="020B0609020204030204" pitchFamily="49" charset="0"/>
              </a:rPr>
              <a:t> </a:t>
            </a:r>
            <a:r>
              <a:rPr lang="en-GB" sz="1400" b="1" dirty="0">
                <a:solidFill>
                  <a:srgbClr val="7F0055"/>
                </a:solidFill>
                <a:latin typeface="Consolas" panose="020B0609020204030204" pitchFamily="49" charset="0"/>
              </a:rPr>
              <a:t>class </a:t>
            </a:r>
            <a:r>
              <a:rPr lang="en-GB" sz="1400" b="1" dirty="0" err="1">
                <a:solidFill>
                  <a:srgbClr val="000000"/>
                </a:solidFill>
                <a:latin typeface="Consolas" panose="020B0609020204030204" pitchFamily="49" charset="0"/>
              </a:rPr>
              <a:t>CreditCard</a:t>
            </a:r>
            <a:r>
              <a:rPr lang="en-GB" sz="1400" b="1" dirty="0">
                <a:solidFill>
                  <a:srgbClr val="000000"/>
                </a:solidFill>
                <a:latin typeface="Consolas" panose="020B0609020204030204" pitchFamily="49" charset="0"/>
              </a:rPr>
              <a:t> {</a:t>
            </a:r>
            <a:endParaRPr lang="en-GB" sz="1400" b="1" dirty="0">
              <a:solidFill>
                <a:srgbClr val="000000"/>
              </a:solidFill>
              <a:highlight>
                <a:srgbClr val="D4D4D4"/>
              </a:highlight>
              <a:latin typeface="Consolas" panose="020B0609020204030204" pitchFamily="49" charset="0"/>
            </a:endParaRPr>
          </a:p>
          <a:p>
            <a:r>
              <a:rPr lang="en-GB" sz="1400" b="1" dirty="0">
                <a:solidFill>
                  <a:srgbClr val="7F0055"/>
                </a:solidFill>
                <a:latin typeface="Consolas" panose="020B0609020204030204" pitchFamily="49" charset="0"/>
              </a:rPr>
              <a:t>   protected</a:t>
            </a:r>
            <a:r>
              <a:rPr lang="en-GB" sz="1400" b="1" dirty="0">
                <a:solidFill>
                  <a:srgbClr val="000000"/>
                </a:solidFill>
                <a:latin typeface="Consolas" panose="020B0609020204030204" pitchFamily="49" charset="0"/>
              </a:rPr>
              <a:t> </a:t>
            </a:r>
            <a:r>
              <a:rPr lang="en-GB" sz="1400" b="1" dirty="0" err="1">
                <a:solidFill>
                  <a:srgbClr val="7F0055"/>
                </a:solidFill>
                <a:latin typeface="Consolas" panose="020B0609020204030204" pitchFamily="49" charset="0"/>
              </a:rPr>
              <a:t>int</a:t>
            </a:r>
            <a:r>
              <a:rPr lang="en-GB" sz="1400" b="1" dirty="0">
                <a:solidFill>
                  <a:srgbClr val="000000"/>
                </a:solidFill>
                <a:latin typeface="Consolas" panose="020B0609020204030204" pitchFamily="49" charset="0"/>
              </a:rPr>
              <a:t> </a:t>
            </a:r>
            <a:r>
              <a:rPr lang="en-GB" sz="1400" b="1" dirty="0">
                <a:solidFill>
                  <a:srgbClr val="0000C0"/>
                </a:solidFill>
                <a:latin typeface="Consolas" panose="020B0609020204030204" pitchFamily="49" charset="0"/>
              </a:rPr>
              <a:t>pin</a:t>
            </a:r>
            <a:r>
              <a:rPr lang="en-GB" sz="1400" b="1" dirty="0">
                <a:solidFill>
                  <a:srgbClr val="000000"/>
                </a:solidFill>
                <a:latin typeface="Consolas" panose="020B0609020204030204" pitchFamily="49" charset="0"/>
              </a:rPr>
              <a:t>;</a:t>
            </a:r>
          </a:p>
          <a:p>
            <a:endParaRPr lang="en-GB" sz="1400" dirty="0">
              <a:latin typeface="Consolas" panose="020B0609020204030204" pitchFamily="49" charset="0"/>
            </a:endParaRPr>
          </a:p>
          <a:p>
            <a:r>
              <a:rPr lang="en-GB" sz="1400" b="1" dirty="0">
                <a:solidFill>
                  <a:srgbClr val="7F0055"/>
                </a:solidFill>
                <a:latin typeface="Consolas" panose="020B0609020204030204" pitchFamily="49" charset="0"/>
              </a:rPr>
              <a:t>   public</a:t>
            </a:r>
            <a:r>
              <a:rPr lang="en-GB" sz="1400" b="1" dirty="0">
                <a:solidFill>
                  <a:srgbClr val="000000"/>
                </a:solidFill>
                <a:latin typeface="Consolas" panose="020B0609020204030204" pitchFamily="49" charset="0"/>
              </a:rPr>
              <a:t> </a:t>
            </a:r>
            <a:r>
              <a:rPr lang="en-GB" sz="1400" b="1" dirty="0" err="1">
                <a:solidFill>
                  <a:srgbClr val="000000"/>
                </a:solidFill>
                <a:latin typeface="Consolas" panose="020B0609020204030204" pitchFamily="49" charset="0"/>
              </a:rPr>
              <a:t>CreditCard</a:t>
            </a:r>
            <a:r>
              <a:rPr lang="en-GB" sz="1400" b="1" dirty="0">
                <a:solidFill>
                  <a:srgbClr val="000000"/>
                </a:solidFill>
                <a:latin typeface="Consolas" panose="020B0609020204030204" pitchFamily="49" charset="0"/>
              </a:rPr>
              <a:t>(</a:t>
            </a:r>
            <a:r>
              <a:rPr lang="en-GB" sz="1400" b="1" dirty="0" err="1">
                <a:solidFill>
                  <a:srgbClr val="7F0055"/>
                </a:solidFill>
                <a:latin typeface="Consolas" panose="020B0609020204030204" pitchFamily="49" charset="0"/>
              </a:rPr>
              <a:t>int</a:t>
            </a:r>
            <a:r>
              <a:rPr lang="en-GB" sz="1400" b="1" dirty="0">
                <a:solidFill>
                  <a:srgbClr val="000000"/>
                </a:solidFill>
                <a:latin typeface="Consolas" panose="020B0609020204030204" pitchFamily="49" charset="0"/>
              </a:rPr>
              <a:t> </a:t>
            </a:r>
            <a:r>
              <a:rPr lang="en-GB" sz="1400" b="1" dirty="0">
                <a:solidFill>
                  <a:srgbClr val="6A3E3E"/>
                </a:solidFill>
                <a:latin typeface="Consolas" panose="020B0609020204030204" pitchFamily="49" charset="0"/>
              </a:rPr>
              <a:t>pin</a:t>
            </a:r>
            <a:r>
              <a:rPr lang="en-GB" sz="1400" b="1" dirty="0">
                <a:solidFill>
                  <a:srgbClr val="000000"/>
                </a:solidFill>
                <a:latin typeface="Consolas" panose="020B0609020204030204" pitchFamily="49" charset="0"/>
              </a:rPr>
              <a:t>) {</a:t>
            </a:r>
          </a:p>
          <a:p>
            <a:r>
              <a:rPr lang="en-GB" sz="1400" b="1" dirty="0">
                <a:solidFill>
                  <a:srgbClr val="7F0055"/>
                </a:solidFill>
                <a:latin typeface="Consolas" panose="020B0609020204030204" pitchFamily="49" charset="0"/>
              </a:rPr>
              <a:t>      </a:t>
            </a:r>
            <a:r>
              <a:rPr lang="en-GB" sz="1400" b="1" dirty="0" err="1">
                <a:solidFill>
                  <a:srgbClr val="7F0055"/>
                </a:solidFill>
                <a:latin typeface="Consolas" panose="020B0609020204030204" pitchFamily="49" charset="0"/>
              </a:rPr>
              <a:t>this</a:t>
            </a:r>
            <a:r>
              <a:rPr lang="en-GB" sz="1400" b="1" dirty="0" err="1">
                <a:solidFill>
                  <a:srgbClr val="000000"/>
                </a:solidFill>
                <a:latin typeface="Consolas" panose="020B0609020204030204" pitchFamily="49" charset="0"/>
              </a:rPr>
              <a:t>.</a:t>
            </a:r>
            <a:r>
              <a:rPr lang="en-GB" sz="1400" b="1" dirty="0" err="1">
                <a:solidFill>
                  <a:srgbClr val="0000C0"/>
                </a:solidFill>
                <a:latin typeface="Consolas" panose="020B0609020204030204" pitchFamily="49" charset="0"/>
              </a:rPr>
              <a:t>pin</a:t>
            </a:r>
            <a:r>
              <a:rPr lang="en-GB" sz="1400" b="1" dirty="0">
                <a:solidFill>
                  <a:srgbClr val="000000"/>
                </a:solidFill>
                <a:latin typeface="Consolas" panose="020B0609020204030204" pitchFamily="49" charset="0"/>
              </a:rPr>
              <a:t> = </a:t>
            </a:r>
            <a:r>
              <a:rPr lang="en-GB" sz="1400" b="1" dirty="0">
                <a:solidFill>
                  <a:srgbClr val="6A3E3E"/>
                </a:solidFill>
                <a:latin typeface="Consolas" panose="020B0609020204030204" pitchFamily="49" charset="0"/>
              </a:rPr>
              <a:t>pin</a:t>
            </a:r>
            <a:r>
              <a:rPr lang="en-GB" sz="1400" b="1" dirty="0">
                <a:solidFill>
                  <a:srgbClr val="000000"/>
                </a:solidFill>
                <a:latin typeface="Consolas" panose="020B0609020204030204" pitchFamily="49" charset="0"/>
              </a:rPr>
              <a:t>;</a:t>
            </a:r>
          </a:p>
          <a:p>
            <a:r>
              <a:rPr lang="en-GB" sz="1400" dirty="0">
                <a:solidFill>
                  <a:srgbClr val="000000"/>
                </a:solidFill>
                <a:latin typeface="Consolas" panose="020B0609020204030204" pitchFamily="49" charset="0"/>
              </a:rPr>
              <a:t>   }</a:t>
            </a:r>
          </a:p>
          <a:p>
            <a:r>
              <a:rPr lang="en-GB" sz="1400" dirty="0">
                <a:solidFill>
                  <a:srgbClr val="000000"/>
                </a:solidFill>
                <a:latin typeface="Consolas" panose="020B0609020204030204" pitchFamily="49" charset="0"/>
              </a:rPr>
              <a:t>}</a:t>
            </a:r>
          </a:p>
        </p:txBody>
      </p:sp>
      <p:sp>
        <p:nvSpPr>
          <p:cNvPr id="8" name="TextBox 7"/>
          <p:cNvSpPr txBox="1"/>
          <p:nvPr/>
        </p:nvSpPr>
        <p:spPr>
          <a:xfrm>
            <a:off x="6066499" y="5596243"/>
            <a:ext cx="550151" cy="584775"/>
          </a:xfrm>
          <a:prstGeom prst="rect">
            <a:avLst/>
          </a:prstGeom>
          <a:noFill/>
          <a:ln>
            <a:noFill/>
          </a:ln>
        </p:spPr>
        <p:txBody>
          <a:bodyPr wrap="none" rtlCol="0">
            <a:spAutoFit/>
          </a:bodyPr>
          <a:lstStyle/>
          <a:p>
            <a:r>
              <a:rPr lang="en-GB" sz="3200" dirty="0">
                <a:solidFill>
                  <a:srgbClr val="00B050"/>
                </a:solidFill>
                <a:latin typeface="Courier New" pitchFamily="49" charset="0"/>
                <a:cs typeface="Courier New" pitchFamily="49" charset="0"/>
                <a:sym typeface="Wingdings" panose="05000000000000000000" pitchFamily="2" charset="2"/>
              </a:rPr>
              <a:t></a:t>
            </a:r>
            <a:endParaRPr lang="en-GB" sz="3200" dirty="0">
              <a:solidFill>
                <a:srgbClr val="00B050"/>
              </a:solidFill>
              <a:latin typeface="Courier New" pitchFamily="49" charset="0"/>
              <a:cs typeface="Courier New" pitchFamily="49" charset="0"/>
            </a:endParaRPr>
          </a:p>
        </p:txBody>
      </p:sp>
      <p:sp>
        <p:nvSpPr>
          <p:cNvPr id="4" name="Speech Bubble: Rectangle with Corners Rounded 3">
            <a:extLst>
              <a:ext uri="{FF2B5EF4-FFF2-40B4-BE49-F238E27FC236}">
                <a16:creationId xmlns:a16="http://schemas.microsoft.com/office/drawing/2014/main" id="{230D29B2-925D-3C5F-DAAE-A93CDB1EC6A0}"/>
              </a:ext>
            </a:extLst>
          </p:cNvPr>
          <p:cNvSpPr/>
          <p:nvPr/>
        </p:nvSpPr>
        <p:spPr>
          <a:xfrm>
            <a:off x="7736304" y="5065295"/>
            <a:ext cx="3188370" cy="943788"/>
          </a:xfrm>
          <a:prstGeom prst="wedgeRoundRectCallout">
            <a:avLst>
              <a:gd name="adj1" fmla="val -59663"/>
              <a:gd name="adj2" fmla="val 9933"/>
              <a:gd name="adj3" fmla="val 16667"/>
            </a:avLst>
          </a:prstGeom>
          <a:ln/>
        </p:spPr>
        <p:style>
          <a:lnRef idx="0">
            <a:schemeClr val="accent3"/>
          </a:lnRef>
          <a:fillRef idx="3">
            <a:schemeClr val="accent3"/>
          </a:fillRef>
          <a:effectRef idx="3">
            <a:schemeClr val="accent3"/>
          </a:effectRef>
          <a:fontRef idx="minor">
            <a:schemeClr val="lt1"/>
          </a:fontRef>
        </p:style>
        <p:txBody>
          <a:bodyPr rtlCol="0" anchor="ctr"/>
          <a:lstStyle/>
          <a:p>
            <a:pPr algn="ctr"/>
            <a:r>
              <a:rPr lang="en-GB" sz="1600" b="1" dirty="0">
                <a:latin typeface="Consolas" panose="020B0609020204030204" pitchFamily="49" charset="0"/>
                <a:cs typeface="Courier New" pitchFamily="49" charset="0"/>
              </a:rPr>
              <a:t>Can be accessed by a class in another project which extends the class</a:t>
            </a:r>
          </a:p>
        </p:txBody>
      </p:sp>
    </p:spTree>
    <p:extLst>
      <p:ext uri="{BB962C8B-B14F-4D97-AF65-F5344CB8AC3E}">
        <p14:creationId xmlns:p14="http://schemas.microsoft.com/office/powerpoint/2010/main" val="165531427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0"/>
          </p:nvPr>
        </p:nvSpPr>
        <p:spPr/>
        <p:txBody>
          <a:bodyPr/>
          <a:lstStyle/>
          <a:p>
            <a:r>
              <a:rPr lang="en-GB" sz="3200" dirty="0"/>
              <a:t>Using Inheritance for creating custom exceptions</a:t>
            </a:r>
            <a:endParaRPr lang="en-IN" sz="3200" dirty="0"/>
          </a:p>
        </p:txBody>
      </p:sp>
      <p:sp>
        <p:nvSpPr>
          <p:cNvPr id="3" name="Text Placeholder 2"/>
          <p:cNvSpPr>
            <a:spLocks noGrp="1"/>
          </p:cNvSpPr>
          <p:nvPr>
            <p:ph type="body" sz="quarter" idx="15"/>
          </p:nvPr>
        </p:nvSpPr>
        <p:spPr>
          <a:xfrm>
            <a:off x="4375400" y="1253730"/>
            <a:ext cx="7475704" cy="4094163"/>
          </a:xfrm>
        </p:spPr>
        <p:txBody>
          <a:bodyPr vert="horz" lIns="0" tIns="0" rIns="0" bIns="0" rtlCol="0" anchor="t" anchorCtr="0">
            <a:noAutofit/>
          </a:bodyPr>
          <a:lstStyle/>
          <a:p>
            <a:pPr marL="342900" indent="-342900">
              <a:buChar char="•"/>
            </a:pPr>
            <a:r>
              <a:rPr lang="en-GB" b="1" dirty="0"/>
              <a:t>Custom exception class must derive from </a:t>
            </a:r>
            <a:r>
              <a:rPr lang="en-GB" b="1" dirty="0">
                <a:solidFill>
                  <a:schemeClr val="tx1">
                    <a:lumMod val="75000"/>
                    <a:lumOff val="25000"/>
                  </a:schemeClr>
                </a:solidFill>
                <a:latin typeface="Lucida Console" panose="020B0609040504020204" pitchFamily="49" charset="0"/>
              </a:rPr>
              <a:t>Exception </a:t>
            </a:r>
          </a:p>
          <a:p>
            <a:pPr marL="684000" lvl="1" indent="-342900">
              <a:spcAft>
                <a:spcPts val="650"/>
              </a:spcAft>
              <a:buSzPct val="115000"/>
            </a:pPr>
            <a:r>
              <a:rPr lang="en-GB" dirty="0"/>
              <a:t>Duplicate  constructors</a:t>
            </a:r>
          </a:p>
          <a:p>
            <a:pPr marL="1026000" lvl="2" indent="-342900">
              <a:buSzPct val="115000"/>
            </a:pPr>
            <a:r>
              <a:rPr lang="en-GB" dirty="0"/>
              <a:t>Pass  </a:t>
            </a:r>
            <a:r>
              <a:rPr lang="en-GB" dirty="0">
                <a:latin typeface="Lucida Console" panose="020B0609040504020204" pitchFamily="49" charset="0"/>
              </a:rPr>
              <a:t>'String message’ </a:t>
            </a:r>
            <a:r>
              <a:rPr lang="en-GB" dirty="0"/>
              <a:t>up to base class</a:t>
            </a:r>
            <a:br>
              <a:rPr lang="en-GB" dirty="0"/>
            </a:br>
            <a:r>
              <a:rPr lang="en-GB" dirty="0"/>
              <a:t>(t</a:t>
            </a:r>
            <a:r>
              <a:rPr lang="en-GB" sz="1600" dirty="0"/>
              <a:t>he only time you can write to the inherited message field)</a:t>
            </a:r>
            <a:endParaRPr lang="en-GB" dirty="0"/>
          </a:p>
          <a:p>
            <a:pPr marL="1026000" lvl="2" indent="-342900">
              <a:buSzPct val="115000"/>
            </a:pPr>
            <a:r>
              <a:rPr lang="en-GB" dirty="0"/>
              <a:t>Can add additional methods</a:t>
            </a:r>
            <a:br>
              <a:rPr lang="en-GB" dirty="0"/>
            </a:br>
            <a:endParaRPr lang="en-GB" dirty="0"/>
          </a:p>
          <a:p>
            <a:pPr marL="342900" indent="-342900">
              <a:buChar char="•"/>
            </a:pPr>
            <a:r>
              <a:rPr lang="en-GB" b="1" dirty="0"/>
              <a:t>View code example on the next slide …</a:t>
            </a:r>
          </a:p>
          <a:p>
            <a:pPr marL="342900" indent="-342900">
              <a:buChar char="•"/>
            </a:pPr>
            <a:endParaRPr lang="en-IN" b="1" dirty="0"/>
          </a:p>
        </p:txBody>
      </p:sp>
    </p:spTree>
    <p:extLst>
      <p:ext uri="{BB962C8B-B14F-4D97-AF65-F5344CB8AC3E}">
        <p14:creationId xmlns:p14="http://schemas.microsoft.com/office/powerpoint/2010/main" val="3166714552"/>
      </p:ext>
    </p:extLst>
  </p:cSld>
  <p:clrMapOvr>
    <a:masterClrMapping/>
  </p:clrMapOvr>
  <p:transition/>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A C# example</a:t>
            </a:r>
          </a:p>
        </p:txBody>
      </p:sp>
      <p:sp>
        <p:nvSpPr>
          <p:cNvPr id="5" name="Rectangle 4"/>
          <p:cNvSpPr/>
          <p:nvPr/>
        </p:nvSpPr>
        <p:spPr>
          <a:xfrm>
            <a:off x="6744540" y="2893871"/>
            <a:ext cx="5033123" cy="2554545"/>
          </a:xfrm>
          <a:prstGeom prst="rect">
            <a:avLst/>
          </a:prstGeom>
          <a:solidFill>
            <a:schemeClr val="accent1">
              <a:lumMod val="10000"/>
              <a:lumOff val="90000"/>
            </a:schemeClr>
          </a:solidFill>
          <a:ln w="19050">
            <a:noFill/>
          </a:ln>
          <a:effectLst>
            <a:outerShdw blurRad="50800" dist="38100" algn="l" rotWithShape="0">
              <a:prstClr val="black">
                <a:alpha val="40000"/>
              </a:prstClr>
            </a:outerShdw>
          </a:effectLst>
        </p:spPr>
        <p:txBody>
          <a:bodyPr wrap="square">
            <a:spAutoFit/>
          </a:bodyPr>
          <a:lstStyle/>
          <a:p>
            <a:r>
              <a:rPr lang="en-GB" sz="1600" b="1" dirty="0">
                <a:solidFill>
                  <a:srgbClr val="7F0055"/>
                </a:solidFill>
                <a:latin typeface="Consolas" panose="020B0609020204030204" pitchFamily="49" charset="0"/>
              </a:rPr>
              <a:t>void</a:t>
            </a:r>
            <a:r>
              <a:rPr lang="en-GB" sz="1600" b="1" dirty="0">
                <a:solidFill>
                  <a:srgbClr val="000000"/>
                </a:solidFill>
                <a:latin typeface="Consolas" panose="020B0609020204030204" pitchFamily="49" charset="0"/>
              </a:rPr>
              <a:t> </a:t>
            </a:r>
            <a:r>
              <a:rPr lang="en-GB" sz="1600" b="1" dirty="0" err="1">
                <a:solidFill>
                  <a:srgbClr val="000000"/>
                </a:solidFill>
                <a:latin typeface="Consolas" panose="020B0609020204030204" pitchFamily="49" charset="0"/>
              </a:rPr>
              <a:t>methodX</a:t>
            </a:r>
            <a:r>
              <a:rPr lang="en-GB" sz="1600" b="1" dirty="0">
                <a:solidFill>
                  <a:srgbClr val="000000"/>
                </a:solidFill>
                <a:latin typeface="Consolas" panose="020B0609020204030204" pitchFamily="49" charset="0"/>
              </a:rPr>
              <a:t>() {</a:t>
            </a:r>
          </a:p>
          <a:p>
            <a:pPr lvl="1"/>
            <a:endParaRPr lang="en-GB" sz="1600" b="1" dirty="0">
              <a:solidFill>
                <a:srgbClr val="7F0055"/>
              </a:solidFill>
              <a:latin typeface="Consolas" panose="020B0609020204030204" pitchFamily="49" charset="0"/>
            </a:endParaRPr>
          </a:p>
          <a:p>
            <a:pPr lvl="1"/>
            <a:r>
              <a:rPr lang="en-GB" sz="1600" b="1" dirty="0">
                <a:solidFill>
                  <a:srgbClr val="7F0055"/>
                </a:solidFill>
                <a:latin typeface="Consolas" panose="020B0609020204030204" pitchFamily="49" charset="0"/>
              </a:rPr>
              <a:t>try</a:t>
            </a:r>
            <a:r>
              <a:rPr lang="en-GB" sz="1600" b="1" dirty="0">
                <a:solidFill>
                  <a:srgbClr val="000000"/>
                </a:solidFill>
                <a:latin typeface="Consolas" panose="020B0609020204030204" pitchFamily="49" charset="0"/>
              </a:rPr>
              <a:t> {</a:t>
            </a:r>
          </a:p>
          <a:p>
            <a:pPr lvl="1"/>
            <a:r>
              <a:rPr lang="en-GB" sz="1600" b="1" dirty="0">
                <a:solidFill>
                  <a:srgbClr val="000000"/>
                </a:solidFill>
                <a:latin typeface="Consolas" panose="020B0609020204030204" pitchFamily="49" charset="0"/>
              </a:rPr>
              <a:t>    </a:t>
            </a:r>
            <a:r>
              <a:rPr lang="en-GB" sz="1600" b="1" dirty="0" err="1">
                <a:solidFill>
                  <a:srgbClr val="000000"/>
                </a:solidFill>
                <a:latin typeface="Consolas" panose="020B0609020204030204" pitchFamily="49" charset="0"/>
              </a:rPr>
              <a:t>methodY</a:t>
            </a:r>
            <a:r>
              <a:rPr lang="en-GB" sz="1600" b="1" dirty="0">
                <a:solidFill>
                  <a:srgbClr val="000000"/>
                </a:solidFill>
                <a:latin typeface="Consolas" panose="020B0609020204030204" pitchFamily="49" charset="0"/>
              </a:rPr>
              <a:t>();</a:t>
            </a:r>
          </a:p>
          <a:p>
            <a:pPr lvl="1"/>
            <a:endParaRPr lang="en-GB" sz="1600" dirty="0">
              <a:solidFill>
                <a:srgbClr val="000000"/>
              </a:solidFill>
              <a:latin typeface="Consolas" panose="020B0609020204030204" pitchFamily="49" charset="0"/>
            </a:endParaRPr>
          </a:p>
          <a:p>
            <a:pPr lvl="1"/>
            <a:r>
              <a:rPr lang="en-GB" sz="1600" dirty="0">
                <a:solidFill>
                  <a:srgbClr val="000000"/>
                </a:solidFill>
                <a:latin typeface="Consolas" panose="020B0609020204030204" pitchFamily="49" charset="0"/>
              </a:rPr>
              <a:t>} </a:t>
            </a:r>
            <a:r>
              <a:rPr lang="en-GB" sz="1600" b="1" dirty="0">
                <a:solidFill>
                  <a:srgbClr val="7F0055"/>
                </a:solidFill>
                <a:latin typeface="Consolas" panose="020B0609020204030204" pitchFamily="49" charset="0"/>
              </a:rPr>
              <a:t>catch</a:t>
            </a:r>
            <a:r>
              <a:rPr lang="en-GB" sz="1600" b="1" dirty="0">
                <a:solidFill>
                  <a:srgbClr val="000000"/>
                </a:solidFill>
                <a:latin typeface="Consolas" panose="020B0609020204030204" pitchFamily="49" charset="0"/>
              </a:rPr>
              <a:t> (</a:t>
            </a:r>
            <a:r>
              <a:rPr lang="en-GB" sz="1600" b="1" dirty="0" err="1">
                <a:solidFill>
                  <a:srgbClr val="000000"/>
                </a:solidFill>
                <a:latin typeface="Consolas" panose="020B0609020204030204" pitchFamily="49" charset="0"/>
              </a:rPr>
              <a:t>QAException</a:t>
            </a:r>
            <a:r>
              <a:rPr lang="en-GB" sz="1600" b="1" dirty="0">
                <a:solidFill>
                  <a:srgbClr val="000000"/>
                </a:solidFill>
                <a:latin typeface="Consolas" panose="020B0609020204030204" pitchFamily="49" charset="0"/>
              </a:rPr>
              <a:t> </a:t>
            </a:r>
            <a:r>
              <a:rPr lang="en-GB" sz="1600" b="1" dirty="0">
                <a:solidFill>
                  <a:srgbClr val="6A3E3E"/>
                </a:solidFill>
                <a:latin typeface="Consolas" panose="020B0609020204030204" pitchFamily="49" charset="0"/>
              </a:rPr>
              <a:t>e</a:t>
            </a:r>
            <a:r>
              <a:rPr lang="en-GB" sz="1600" b="1" dirty="0">
                <a:solidFill>
                  <a:srgbClr val="000000"/>
                </a:solidFill>
                <a:latin typeface="Consolas" panose="020B0609020204030204" pitchFamily="49" charset="0"/>
              </a:rPr>
              <a:t>) {</a:t>
            </a:r>
          </a:p>
          <a:p>
            <a:pPr lvl="2"/>
            <a:r>
              <a:rPr lang="en-GB" sz="1600" b="1" dirty="0" err="1">
                <a:solidFill>
                  <a:srgbClr val="000000"/>
                </a:solidFill>
                <a:latin typeface="Consolas" panose="020B0609020204030204" pitchFamily="49" charset="0"/>
              </a:rPr>
              <a:t>Console.WriteLine</a:t>
            </a:r>
            <a:r>
              <a:rPr lang="en-GB" sz="1600" b="1" i="1" dirty="0">
                <a:solidFill>
                  <a:srgbClr val="000000"/>
                </a:solidFill>
                <a:latin typeface="Consolas" panose="020B0609020204030204" pitchFamily="49" charset="0"/>
              </a:rPr>
              <a:t>(</a:t>
            </a:r>
            <a:r>
              <a:rPr lang="en-GB" sz="1600" b="1" i="1" dirty="0" err="1">
                <a:solidFill>
                  <a:srgbClr val="6A3E3E"/>
                </a:solidFill>
                <a:latin typeface="Consolas" panose="020B0609020204030204" pitchFamily="49" charset="0"/>
              </a:rPr>
              <a:t>e</a:t>
            </a:r>
            <a:r>
              <a:rPr lang="en-GB" sz="1600" b="1" i="1" dirty="0" err="1">
                <a:solidFill>
                  <a:srgbClr val="000000"/>
                </a:solidFill>
                <a:latin typeface="Consolas" panose="020B0609020204030204" pitchFamily="49" charset="0"/>
              </a:rPr>
              <a:t>.Message</a:t>
            </a:r>
            <a:r>
              <a:rPr lang="en-GB" sz="1600" b="1" i="1" dirty="0">
                <a:solidFill>
                  <a:srgbClr val="000000"/>
                </a:solidFill>
                <a:latin typeface="Consolas" panose="020B0609020204030204" pitchFamily="49" charset="0"/>
              </a:rPr>
              <a:t>);</a:t>
            </a:r>
          </a:p>
          <a:p>
            <a:pPr lvl="2"/>
            <a:r>
              <a:rPr lang="en-GB" sz="1600" b="1" dirty="0">
                <a:solidFill>
                  <a:srgbClr val="6A3E3E"/>
                </a:solidFill>
                <a:latin typeface="Consolas" panose="020B0609020204030204" pitchFamily="49" charset="0"/>
              </a:rPr>
              <a:t>e</a:t>
            </a:r>
            <a:r>
              <a:rPr lang="en-GB" sz="1600" b="1" dirty="0">
                <a:solidFill>
                  <a:srgbClr val="000000"/>
                </a:solidFill>
                <a:latin typeface="Consolas" panose="020B0609020204030204" pitchFamily="49" charset="0"/>
              </a:rPr>
              <a:t>.log();</a:t>
            </a:r>
          </a:p>
          <a:p>
            <a:pPr lvl="1"/>
            <a:r>
              <a:rPr lang="en-GB" sz="1600" b="1" dirty="0">
                <a:solidFill>
                  <a:srgbClr val="000000"/>
                </a:solidFill>
                <a:latin typeface="Consolas" panose="020B0609020204030204" pitchFamily="49" charset="0"/>
              </a:rPr>
              <a:t>}</a:t>
            </a:r>
          </a:p>
          <a:p>
            <a:r>
              <a:rPr lang="en-GB" sz="1600" dirty="0">
                <a:solidFill>
                  <a:srgbClr val="000000"/>
                </a:solidFill>
                <a:latin typeface="Consolas" panose="020B0609020204030204" pitchFamily="49" charset="0"/>
              </a:rPr>
              <a:t>}</a:t>
            </a:r>
          </a:p>
        </p:txBody>
      </p:sp>
      <p:sp>
        <p:nvSpPr>
          <p:cNvPr id="6" name="Rectangle 5"/>
          <p:cNvSpPr/>
          <p:nvPr/>
        </p:nvSpPr>
        <p:spPr>
          <a:xfrm>
            <a:off x="7164393" y="1554481"/>
            <a:ext cx="4193418" cy="1077218"/>
          </a:xfrm>
          <a:prstGeom prst="rect">
            <a:avLst/>
          </a:prstGeom>
          <a:solidFill>
            <a:schemeClr val="bg1"/>
          </a:solidFill>
          <a:ln w="19050">
            <a:noFill/>
          </a:ln>
          <a:effectLst>
            <a:outerShdw blurRad="50800" dist="38100" algn="l" rotWithShape="0">
              <a:prstClr val="black">
                <a:alpha val="40000"/>
              </a:prstClr>
            </a:outerShdw>
          </a:effectLst>
        </p:spPr>
        <p:style>
          <a:lnRef idx="2">
            <a:schemeClr val="accent1"/>
          </a:lnRef>
          <a:fillRef idx="1">
            <a:schemeClr val="lt1"/>
          </a:fillRef>
          <a:effectRef idx="0">
            <a:schemeClr val="accent1"/>
          </a:effectRef>
          <a:fontRef idx="minor">
            <a:schemeClr val="dk1"/>
          </a:fontRef>
        </p:style>
        <p:txBody>
          <a:bodyPr wrap="square">
            <a:spAutoFit/>
          </a:bodyPr>
          <a:lstStyle/>
          <a:p>
            <a:r>
              <a:rPr lang="en-GB" sz="1600" b="1" dirty="0">
                <a:solidFill>
                  <a:srgbClr val="7F0055"/>
                </a:solidFill>
                <a:latin typeface="Consolas" panose="020B0609020204030204" pitchFamily="49" charset="0"/>
              </a:rPr>
              <a:t>void</a:t>
            </a:r>
            <a:r>
              <a:rPr lang="en-GB" sz="1600" b="1" dirty="0">
                <a:solidFill>
                  <a:srgbClr val="000000"/>
                </a:solidFill>
                <a:latin typeface="Consolas" panose="020B0609020204030204" pitchFamily="49" charset="0"/>
              </a:rPr>
              <a:t> </a:t>
            </a:r>
            <a:r>
              <a:rPr lang="en-GB" sz="1600" b="1" dirty="0" err="1">
                <a:solidFill>
                  <a:srgbClr val="000000"/>
                </a:solidFill>
                <a:latin typeface="Consolas" panose="020B0609020204030204" pitchFamily="49" charset="0"/>
              </a:rPr>
              <a:t>methodY</a:t>
            </a:r>
            <a:r>
              <a:rPr lang="en-GB" sz="1600" b="1" dirty="0">
                <a:solidFill>
                  <a:srgbClr val="000000"/>
                </a:solidFill>
                <a:latin typeface="Consolas" panose="020B0609020204030204" pitchFamily="49" charset="0"/>
              </a:rPr>
              <a:t>() {</a:t>
            </a:r>
          </a:p>
          <a:p>
            <a:r>
              <a:rPr lang="en-GB" sz="1600" b="1" dirty="0">
                <a:solidFill>
                  <a:srgbClr val="7F0055"/>
                </a:solidFill>
                <a:latin typeface="Consolas" panose="020B0609020204030204" pitchFamily="49" charset="0"/>
              </a:rPr>
              <a:t>    </a:t>
            </a:r>
          </a:p>
          <a:p>
            <a:r>
              <a:rPr lang="en-GB" sz="1600" b="1" dirty="0">
                <a:solidFill>
                  <a:srgbClr val="7F0055"/>
                </a:solidFill>
                <a:latin typeface="Consolas" panose="020B0609020204030204" pitchFamily="49" charset="0"/>
              </a:rPr>
              <a:t>	throw</a:t>
            </a:r>
            <a:r>
              <a:rPr lang="en-GB" sz="1600" b="1" dirty="0">
                <a:solidFill>
                  <a:srgbClr val="000000"/>
                </a:solidFill>
                <a:latin typeface="Consolas" panose="020B0609020204030204" pitchFamily="49" charset="0"/>
              </a:rPr>
              <a:t> </a:t>
            </a:r>
            <a:r>
              <a:rPr lang="en-GB" sz="1600" b="1" dirty="0">
                <a:solidFill>
                  <a:srgbClr val="7F0055"/>
                </a:solidFill>
                <a:latin typeface="Consolas" panose="020B0609020204030204" pitchFamily="49" charset="0"/>
              </a:rPr>
              <a:t>new</a:t>
            </a:r>
            <a:r>
              <a:rPr lang="en-GB" sz="1600" b="1" dirty="0">
                <a:solidFill>
                  <a:srgbClr val="000000"/>
                </a:solidFill>
                <a:latin typeface="Consolas" panose="020B0609020204030204" pitchFamily="49" charset="0"/>
              </a:rPr>
              <a:t> </a:t>
            </a:r>
            <a:r>
              <a:rPr lang="en-GB" sz="1600" b="1" dirty="0" err="1">
                <a:solidFill>
                  <a:srgbClr val="000000"/>
                </a:solidFill>
                <a:latin typeface="Consolas" panose="020B0609020204030204" pitchFamily="49" charset="0"/>
              </a:rPr>
              <a:t>QAException</a:t>
            </a:r>
            <a:r>
              <a:rPr lang="en-GB" sz="1600" b="1" dirty="0">
                <a:solidFill>
                  <a:srgbClr val="000000"/>
                </a:solidFill>
                <a:latin typeface="Consolas" panose="020B0609020204030204" pitchFamily="49" charset="0"/>
              </a:rPr>
              <a:t>();</a:t>
            </a:r>
          </a:p>
          <a:p>
            <a:r>
              <a:rPr lang="en-GB" sz="1600" dirty="0">
                <a:solidFill>
                  <a:srgbClr val="000000"/>
                </a:solidFill>
                <a:latin typeface="Consolas" panose="020B0609020204030204" pitchFamily="49" charset="0"/>
              </a:rPr>
              <a:t>}</a:t>
            </a:r>
          </a:p>
        </p:txBody>
      </p:sp>
      <p:cxnSp>
        <p:nvCxnSpPr>
          <p:cNvPr id="8" name="Straight Arrow Connector 7"/>
          <p:cNvCxnSpPr/>
          <p:nvPr/>
        </p:nvCxnSpPr>
        <p:spPr>
          <a:xfrm flipV="1">
            <a:off x="8706552" y="2623792"/>
            <a:ext cx="155274" cy="963642"/>
          </a:xfrm>
          <a:prstGeom prst="straightConnector1">
            <a:avLst/>
          </a:prstGeom>
          <a:ln>
            <a:noFill/>
            <a:tailEnd type="triangle"/>
          </a:ln>
          <a:effectLst>
            <a:outerShdw blurRad="50800" dist="38100" algn="l" rotWithShape="0">
              <a:prstClr val="black">
                <a:alpha val="40000"/>
              </a:prstClr>
            </a:outerShdw>
          </a:effectLst>
        </p:spPr>
        <p:style>
          <a:lnRef idx="3">
            <a:schemeClr val="accent4"/>
          </a:lnRef>
          <a:fillRef idx="0">
            <a:schemeClr val="accent4"/>
          </a:fillRef>
          <a:effectRef idx="2">
            <a:schemeClr val="accent4"/>
          </a:effectRef>
          <a:fontRef idx="minor">
            <a:schemeClr val="tx1"/>
          </a:fontRef>
        </p:style>
      </p:cxnSp>
      <p:sp>
        <p:nvSpPr>
          <p:cNvPr id="4" name="Rectangle 3"/>
          <p:cNvSpPr/>
          <p:nvPr/>
        </p:nvSpPr>
        <p:spPr>
          <a:xfrm>
            <a:off x="410400" y="1771047"/>
            <a:ext cx="6334140" cy="3046988"/>
          </a:xfrm>
          <a:prstGeom prst="rect">
            <a:avLst/>
          </a:prstGeom>
          <a:solidFill>
            <a:schemeClr val="accent5">
              <a:lumMod val="20000"/>
              <a:lumOff val="80000"/>
            </a:schemeClr>
          </a:solidFill>
          <a:ln>
            <a:noFill/>
          </a:ln>
          <a:effectLst>
            <a:outerShdw blurRad="50800" dist="38100" algn="l" rotWithShape="0">
              <a:prstClr val="black">
                <a:alpha val="40000"/>
              </a:prstClr>
            </a:outerShdw>
          </a:effectLst>
        </p:spPr>
        <p:txBody>
          <a:bodyPr wrap="square">
            <a:spAutoFit/>
          </a:bodyPr>
          <a:lstStyle/>
          <a:p>
            <a:r>
              <a:rPr lang="en-GB" sz="1600" b="1" dirty="0">
                <a:solidFill>
                  <a:srgbClr val="7F0055"/>
                </a:solidFill>
                <a:latin typeface="Consolas" panose="020B0609020204030204" pitchFamily="49" charset="0"/>
              </a:rPr>
              <a:t>public</a:t>
            </a:r>
            <a:r>
              <a:rPr lang="en-GB" sz="1600" b="1" dirty="0">
                <a:solidFill>
                  <a:srgbClr val="000000"/>
                </a:solidFill>
                <a:latin typeface="Consolas" panose="020B0609020204030204" pitchFamily="49" charset="0"/>
              </a:rPr>
              <a:t> </a:t>
            </a:r>
            <a:r>
              <a:rPr lang="en-GB" sz="1600" b="1" dirty="0">
                <a:solidFill>
                  <a:srgbClr val="7F0055"/>
                </a:solidFill>
                <a:latin typeface="Consolas" panose="020B0609020204030204" pitchFamily="49" charset="0"/>
              </a:rPr>
              <a:t>class</a:t>
            </a:r>
            <a:r>
              <a:rPr lang="en-GB" sz="1600" b="1" dirty="0">
                <a:solidFill>
                  <a:srgbClr val="000000"/>
                </a:solidFill>
                <a:latin typeface="Consolas" panose="020B0609020204030204" pitchFamily="49" charset="0"/>
              </a:rPr>
              <a:t> </a:t>
            </a:r>
            <a:r>
              <a:rPr lang="en-GB" sz="1600" b="1" dirty="0" err="1">
                <a:solidFill>
                  <a:srgbClr val="000000"/>
                </a:solidFill>
                <a:latin typeface="Consolas" panose="020B0609020204030204" pitchFamily="49" charset="0"/>
              </a:rPr>
              <a:t>QAException</a:t>
            </a:r>
            <a:r>
              <a:rPr lang="en-GB" sz="1600" b="1" dirty="0">
                <a:solidFill>
                  <a:srgbClr val="000000"/>
                </a:solidFill>
                <a:latin typeface="Consolas" panose="020B0609020204030204" pitchFamily="49" charset="0"/>
              </a:rPr>
              <a:t> </a:t>
            </a:r>
            <a:r>
              <a:rPr lang="en-GB" sz="1600" b="1" dirty="0">
                <a:solidFill>
                  <a:srgbClr val="7F0055"/>
                </a:solidFill>
                <a:latin typeface="Consolas" panose="020B0609020204030204" pitchFamily="49" charset="0"/>
              </a:rPr>
              <a:t>:</a:t>
            </a:r>
            <a:r>
              <a:rPr lang="en-GB" sz="1600" b="1" dirty="0">
                <a:solidFill>
                  <a:srgbClr val="000000"/>
                </a:solidFill>
                <a:latin typeface="Consolas" panose="020B0609020204030204" pitchFamily="49" charset="0"/>
              </a:rPr>
              <a:t> Exception {</a:t>
            </a:r>
            <a:br>
              <a:rPr lang="en-GB" sz="1600" b="1" dirty="0">
                <a:solidFill>
                  <a:srgbClr val="000000"/>
                </a:solidFill>
                <a:latin typeface="Consolas" panose="020B0609020204030204" pitchFamily="49" charset="0"/>
              </a:rPr>
            </a:br>
            <a:endParaRPr lang="en-GB" sz="1600" dirty="0">
              <a:latin typeface="Consolas" panose="020B0609020204030204" pitchFamily="49" charset="0"/>
            </a:endParaRPr>
          </a:p>
          <a:p>
            <a:pPr lvl="1"/>
            <a:r>
              <a:rPr lang="en-GB" sz="1600" b="1" dirty="0">
                <a:solidFill>
                  <a:srgbClr val="7F0055"/>
                </a:solidFill>
                <a:latin typeface="Consolas" panose="020B0609020204030204" pitchFamily="49" charset="0"/>
              </a:rPr>
              <a:t>public</a:t>
            </a:r>
            <a:r>
              <a:rPr lang="en-GB" sz="1600" b="1" dirty="0">
                <a:solidFill>
                  <a:srgbClr val="000000"/>
                </a:solidFill>
                <a:latin typeface="Consolas" panose="020B0609020204030204" pitchFamily="49" charset="0"/>
              </a:rPr>
              <a:t> </a:t>
            </a:r>
            <a:r>
              <a:rPr lang="en-GB" sz="1600" b="1" dirty="0" err="1">
                <a:solidFill>
                  <a:srgbClr val="000000"/>
                </a:solidFill>
                <a:latin typeface="Consolas" panose="020B0609020204030204" pitchFamily="49" charset="0"/>
              </a:rPr>
              <a:t>QAException</a:t>
            </a:r>
            <a:r>
              <a:rPr lang="en-GB" sz="1600" b="1" dirty="0">
                <a:solidFill>
                  <a:srgbClr val="000000"/>
                </a:solidFill>
                <a:latin typeface="Consolas" panose="020B0609020204030204" pitchFamily="49" charset="0"/>
              </a:rPr>
              <a:t>(String </a:t>
            </a:r>
            <a:r>
              <a:rPr lang="en-GB" sz="1600" b="1" dirty="0">
                <a:solidFill>
                  <a:srgbClr val="6A3E3E"/>
                </a:solidFill>
                <a:latin typeface="Consolas" panose="020B0609020204030204" pitchFamily="49" charset="0"/>
              </a:rPr>
              <a:t>message</a:t>
            </a:r>
            <a:r>
              <a:rPr lang="en-GB" sz="1600" b="1" dirty="0">
                <a:solidFill>
                  <a:srgbClr val="000000"/>
                </a:solidFill>
                <a:latin typeface="Consolas" panose="020B0609020204030204" pitchFamily="49" charset="0"/>
              </a:rPr>
              <a:t>) : base(</a:t>
            </a:r>
            <a:r>
              <a:rPr lang="en-GB" sz="1600" b="1" dirty="0">
                <a:solidFill>
                  <a:srgbClr val="6A3E3E"/>
                </a:solidFill>
                <a:latin typeface="Consolas" panose="020B0609020204030204" pitchFamily="49" charset="0"/>
              </a:rPr>
              <a:t>message</a:t>
            </a:r>
            <a:r>
              <a:rPr lang="en-GB" sz="1600" b="1" dirty="0">
                <a:solidFill>
                  <a:srgbClr val="000000"/>
                </a:solidFill>
                <a:latin typeface="Consolas" panose="020B0609020204030204" pitchFamily="49" charset="0"/>
              </a:rPr>
              <a:t>);</a:t>
            </a:r>
          </a:p>
          <a:p>
            <a:pPr lvl="1"/>
            <a:r>
              <a:rPr lang="en-GB" sz="1600" dirty="0">
                <a:solidFill>
                  <a:srgbClr val="000000"/>
                </a:solidFill>
                <a:latin typeface="Consolas" panose="020B0609020204030204" pitchFamily="49" charset="0"/>
              </a:rPr>
              <a:t>}</a:t>
            </a:r>
          </a:p>
          <a:p>
            <a:pPr lvl="1"/>
            <a:endParaRPr lang="en-GB" sz="1600" dirty="0">
              <a:solidFill>
                <a:srgbClr val="000000"/>
              </a:solidFill>
              <a:latin typeface="Consolas" panose="020B0609020204030204" pitchFamily="49" charset="0"/>
            </a:endParaRPr>
          </a:p>
          <a:p>
            <a:pPr lvl="1"/>
            <a:r>
              <a:rPr lang="en-GB" sz="1600" b="1" dirty="0">
                <a:solidFill>
                  <a:srgbClr val="7F0055"/>
                </a:solidFill>
                <a:latin typeface="Consolas" panose="020B0609020204030204" pitchFamily="49" charset="0"/>
              </a:rPr>
              <a:t>public</a:t>
            </a:r>
            <a:r>
              <a:rPr lang="en-GB" sz="1600" b="1" dirty="0">
                <a:solidFill>
                  <a:srgbClr val="000000"/>
                </a:solidFill>
                <a:latin typeface="Consolas" panose="020B0609020204030204" pitchFamily="49" charset="0"/>
              </a:rPr>
              <a:t> </a:t>
            </a:r>
            <a:r>
              <a:rPr lang="en-GB" sz="1600" b="1" dirty="0" err="1">
                <a:solidFill>
                  <a:srgbClr val="000000"/>
                </a:solidFill>
                <a:latin typeface="Consolas" panose="020B0609020204030204" pitchFamily="49" charset="0"/>
              </a:rPr>
              <a:t>QAException</a:t>
            </a:r>
            <a:r>
              <a:rPr lang="en-GB" sz="1600" b="1" dirty="0">
                <a:solidFill>
                  <a:srgbClr val="000000"/>
                </a:solidFill>
                <a:latin typeface="Consolas" panose="020B0609020204030204" pitchFamily="49" charset="0"/>
              </a:rPr>
              <a:t>() : base(</a:t>
            </a:r>
            <a:r>
              <a:rPr lang="en-GB" sz="1600" b="1" dirty="0">
                <a:solidFill>
                  <a:srgbClr val="2A00FF"/>
                </a:solidFill>
                <a:latin typeface="Consolas" panose="020B0609020204030204" pitchFamily="49" charset="0"/>
              </a:rPr>
              <a:t>"General error"</a:t>
            </a:r>
            <a:r>
              <a:rPr lang="en-GB" sz="1600" b="1" dirty="0">
                <a:solidFill>
                  <a:srgbClr val="000000"/>
                </a:solidFill>
                <a:latin typeface="Consolas" panose="020B0609020204030204" pitchFamily="49" charset="0"/>
              </a:rPr>
              <a:t>);</a:t>
            </a:r>
          </a:p>
          <a:p>
            <a:pPr lvl="1"/>
            <a:r>
              <a:rPr lang="en-GB" sz="1600" dirty="0">
                <a:solidFill>
                  <a:srgbClr val="000000"/>
                </a:solidFill>
                <a:latin typeface="Consolas" panose="020B0609020204030204" pitchFamily="49" charset="0"/>
              </a:rPr>
              <a:t>}</a:t>
            </a:r>
          </a:p>
          <a:p>
            <a:pPr lvl="1"/>
            <a:endParaRPr lang="en-GB" sz="1600" dirty="0">
              <a:latin typeface="Consolas" panose="020B0609020204030204" pitchFamily="49" charset="0"/>
            </a:endParaRPr>
          </a:p>
          <a:p>
            <a:pPr lvl="1"/>
            <a:r>
              <a:rPr lang="en-GB" sz="1600" b="1" dirty="0">
                <a:solidFill>
                  <a:srgbClr val="7F0055"/>
                </a:solidFill>
                <a:latin typeface="Consolas" panose="020B0609020204030204" pitchFamily="49" charset="0"/>
              </a:rPr>
              <a:t>public</a:t>
            </a:r>
            <a:r>
              <a:rPr lang="en-GB" sz="1600" b="1" dirty="0">
                <a:solidFill>
                  <a:srgbClr val="000000"/>
                </a:solidFill>
                <a:latin typeface="Consolas" panose="020B0609020204030204" pitchFamily="49" charset="0"/>
              </a:rPr>
              <a:t> </a:t>
            </a:r>
            <a:r>
              <a:rPr lang="en-GB" sz="1600" b="1" dirty="0">
                <a:solidFill>
                  <a:srgbClr val="7F0055"/>
                </a:solidFill>
                <a:latin typeface="Consolas" panose="020B0609020204030204" pitchFamily="49" charset="0"/>
              </a:rPr>
              <a:t>void</a:t>
            </a:r>
            <a:r>
              <a:rPr lang="en-GB" sz="1600" b="1" dirty="0">
                <a:solidFill>
                  <a:srgbClr val="000000"/>
                </a:solidFill>
                <a:latin typeface="Consolas" panose="020B0609020204030204" pitchFamily="49" charset="0"/>
              </a:rPr>
              <a:t> log() {</a:t>
            </a:r>
          </a:p>
          <a:p>
            <a:pPr lvl="1"/>
            <a:r>
              <a:rPr lang="en-GB" sz="1600" dirty="0">
                <a:solidFill>
                  <a:srgbClr val="3F7F5F"/>
                </a:solidFill>
                <a:latin typeface="Consolas" panose="020B0609020204030204" pitchFamily="49" charset="0"/>
              </a:rPr>
              <a:t>	// log the message field</a:t>
            </a:r>
          </a:p>
          <a:p>
            <a:pPr lvl="1"/>
            <a:r>
              <a:rPr lang="en-GB" sz="1600" dirty="0">
                <a:solidFill>
                  <a:srgbClr val="000000"/>
                </a:solidFill>
                <a:latin typeface="Consolas" panose="020B0609020204030204" pitchFamily="49" charset="0"/>
              </a:rPr>
              <a:t>}</a:t>
            </a:r>
          </a:p>
          <a:p>
            <a:r>
              <a:rPr lang="en-GB" sz="1600" dirty="0">
                <a:solidFill>
                  <a:srgbClr val="000000"/>
                </a:solidFill>
                <a:latin typeface="Consolas" panose="020B0609020204030204" pitchFamily="49" charset="0"/>
              </a:rPr>
              <a:t>}</a:t>
            </a:r>
            <a:endParaRPr lang="en-GB" dirty="0"/>
          </a:p>
        </p:txBody>
      </p:sp>
    </p:spTree>
    <p:extLst>
      <p:ext uri="{BB962C8B-B14F-4D97-AF65-F5344CB8AC3E}">
        <p14:creationId xmlns:p14="http://schemas.microsoft.com/office/powerpoint/2010/main" val="33032906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5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500"/>
                                        <p:tgtEl>
                                          <p:spTgt spid="6"/>
                                        </p:tgtEl>
                                      </p:cBhvr>
                                    </p:animEffect>
                                  </p:childTnLst>
                                </p:cTn>
                              </p:par>
                              <p:par>
                                <p:cTn id="11" presetID="10" presetClass="entr" presetSubtype="0" fill="hold" nodeType="withEffect">
                                  <p:stCondLst>
                                    <p:cond delay="0"/>
                                  </p:stCondLst>
                                  <p:childTnLst>
                                    <p:set>
                                      <p:cBhvr>
                                        <p:cTn id="12" dur="1" fill="hold">
                                          <p:stCondLst>
                                            <p:cond delay="0"/>
                                          </p:stCondLst>
                                        </p:cTn>
                                        <p:tgtEl>
                                          <p:spTgt spid="8"/>
                                        </p:tgtEl>
                                        <p:attrNameLst>
                                          <p:attrName>style.visibility</p:attrName>
                                        </p:attrNameLst>
                                      </p:cBhvr>
                                      <p:to>
                                        <p:strVal val="visible"/>
                                      </p:to>
                                    </p:set>
                                    <p:animEffect transition="in" filter="fade">
                                      <p:cBhvr>
                                        <p:cTn id="13" dur="5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0"/>
          </p:nvPr>
        </p:nvSpPr>
        <p:spPr/>
        <p:txBody>
          <a:bodyPr/>
          <a:lstStyle/>
          <a:p>
            <a:r>
              <a:rPr lang="en-GB" dirty="0"/>
              <a:t>Review</a:t>
            </a:r>
            <a:endParaRPr lang="en-IN" dirty="0"/>
          </a:p>
        </p:txBody>
      </p:sp>
      <p:sp>
        <p:nvSpPr>
          <p:cNvPr id="3" name="Text Placeholder 2"/>
          <p:cNvSpPr>
            <a:spLocks noGrp="1"/>
          </p:cNvSpPr>
          <p:nvPr>
            <p:ph type="body" sz="quarter" idx="11"/>
          </p:nvPr>
        </p:nvSpPr>
        <p:spPr/>
        <p:txBody>
          <a:bodyPr vert="horz" lIns="0" tIns="0" rIns="0" bIns="0" rtlCol="0" anchor="t" anchorCtr="0">
            <a:noAutofit/>
          </a:bodyPr>
          <a:lstStyle/>
          <a:p>
            <a:pPr marL="342900" indent="-342900">
              <a:buChar char="•"/>
            </a:pPr>
            <a:r>
              <a:rPr lang="en-GB" b="1" dirty="0"/>
              <a:t>Why do we do inheritance?</a:t>
            </a:r>
          </a:p>
          <a:p>
            <a:pPr marL="684000" lvl="1" indent="-342900">
              <a:spcAft>
                <a:spcPts val="650"/>
              </a:spcAft>
              <a:buSzPct val="115000"/>
            </a:pPr>
            <a:r>
              <a:rPr lang="en-GB" dirty="0"/>
              <a:t>Code reuse</a:t>
            </a:r>
          </a:p>
          <a:p>
            <a:pPr marL="684000" lvl="1" indent="-342900">
              <a:spcAft>
                <a:spcPts val="650"/>
              </a:spcAft>
              <a:buSzPct val="115000"/>
            </a:pPr>
            <a:r>
              <a:rPr lang="en-GB" dirty="0"/>
              <a:t>Perhaps there will be other </a:t>
            </a:r>
            <a:br>
              <a:rPr lang="en-GB" dirty="0"/>
            </a:br>
            <a:r>
              <a:rPr lang="en-GB" dirty="0"/>
              <a:t>reasons soon!</a:t>
            </a:r>
          </a:p>
          <a:p>
            <a:pPr marL="342900" indent="-342900">
              <a:buChar char="•"/>
            </a:pPr>
            <a:endParaRPr lang="en-GB" b="1" dirty="0"/>
          </a:p>
          <a:p>
            <a:pPr marL="342900" indent="-342900">
              <a:buChar char="•"/>
            </a:pPr>
            <a:r>
              <a:rPr lang="en-GB" b="1" dirty="0"/>
              <a:t>Sub class inherits and can add additional functionality</a:t>
            </a:r>
          </a:p>
          <a:p>
            <a:pPr marL="342900" indent="-342900">
              <a:buChar char="•"/>
            </a:pPr>
            <a:endParaRPr lang="en-IN" b="1" dirty="0"/>
          </a:p>
        </p:txBody>
      </p:sp>
      <p:pic>
        <p:nvPicPr>
          <p:cNvPr id="4" name="Picture 2" descr="Reviews - Web Sites: Recommended - Research Guides at Thrift Library">
            <a:extLst>
              <a:ext uri="{FF2B5EF4-FFF2-40B4-BE49-F238E27FC236}">
                <a16:creationId xmlns:a16="http://schemas.microsoft.com/office/drawing/2014/main" id="{BE258F91-1929-29DB-B779-EC13D4F1476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58062" y="165790"/>
            <a:ext cx="2251845" cy="225184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060596313"/>
      </p:ext>
    </p:extLst>
  </p:cSld>
  <p:clrMapOvr>
    <a:masterClrMapping/>
  </p:clrMapOvr>
  <p:transition/>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0"/>
          </p:nvPr>
        </p:nvSpPr>
        <p:spPr/>
        <p:txBody>
          <a:bodyPr/>
          <a:lstStyle/>
          <a:p>
            <a:r>
              <a:rPr lang="en-GB" dirty="0"/>
              <a:t>Lab</a:t>
            </a:r>
          </a:p>
        </p:txBody>
      </p:sp>
      <p:sp>
        <p:nvSpPr>
          <p:cNvPr id="4" name="Text Placeholder 3">
            <a:extLst>
              <a:ext uri="{FF2B5EF4-FFF2-40B4-BE49-F238E27FC236}">
                <a16:creationId xmlns:a16="http://schemas.microsoft.com/office/drawing/2014/main" id="{3686FDCC-6DF1-139C-5812-433DF36C93C4}"/>
              </a:ext>
            </a:extLst>
          </p:cNvPr>
          <p:cNvSpPr txBox="1">
            <a:spLocks/>
          </p:cNvSpPr>
          <p:nvPr/>
        </p:nvSpPr>
        <p:spPr>
          <a:xfrm>
            <a:off x="5225996" y="1786936"/>
            <a:ext cx="6565582" cy="4094163"/>
          </a:xfrm>
          <a:prstGeom prst="rect">
            <a:avLst/>
          </a:prstGeom>
        </p:spPr>
        <p:txBody>
          <a:bodyPr vert="horz" lIns="0" tIns="0" rIns="0" bIns="0" rtlCol="0" anchor="t" anchorCtr="0">
            <a:noAutofit/>
          </a:bodyPr>
          <a:lstStyle>
            <a:lvl1pPr marL="0" indent="0" algn="l" defTabSz="914400" rtl="0" eaLnBrk="1" latinLnBrk="0" hangingPunct="1">
              <a:lnSpc>
                <a:spcPct val="100000"/>
              </a:lnSpc>
              <a:spcBef>
                <a:spcPts val="0"/>
              </a:spcBef>
              <a:spcAft>
                <a:spcPts val="650"/>
              </a:spcAft>
              <a:buSzPct val="115000"/>
              <a:buFont typeface="Arial" panose="020B0604020202020204" pitchFamily="34" charset="0"/>
              <a:buNone/>
              <a:defRPr sz="2000" b="0" i="0" kern="1200">
                <a:solidFill>
                  <a:schemeClr val="tx1"/>
                </a:solidFill>
                <a:latin typeface="Montserrat" pitchFamily="2" charset="77"/>
                <a:ea typeface="+mn-ea"/>
                <a:cs typeface="+mn-cs"/>
              </a:defRPr>
            </a:lvl1pPr>
            <a:lvl2pPr marL="180000" indent="-180000" algn="l" defTabSz="914400" rtl="0" eaLnBrk="1" latinLnBrk="0" hangingPunct="1">
              <a:lnSpc>
                <a:spcPct val="100000"/>
              </a:lnSpc>
              <a:spcBef>
                <a:spcPts val="0"/>
              </a:spcBef>
              <a:spcAft>
                <a:spcPts val="650"/>
              </a:spcAft>
              <a:buSzPct val="125000"/>
              <a:buFont typeface="Arial" panose="020B0604020202020204" pitchFamily="34" charset="0"/>
              <a:buChar char="•"/>
              <a:tabLst/>
              <a:defRPr sz="2000" b="0" kern="1200">
                <a:solidFill>
                  <a:schemeClr val="tx1"/>
                </a:solidFill>
                <a:latin typeface="Montserrat" pitchFamily="2" charset="77"/>
                <a:ea typeface="+mn-ea"/>
                <a:cs typeface="+mn-cs"/>
              </a:defRPr>
            </a:lvl2pPr>
            <a:lvl3pPr marL="180000" indent="-180000" algn="l" defTabSz="914400" rtl="0" eaLnBrk="1" latinLnBrk="0" hangingPunct="1">
              <a:lnSpc>
                <a:spcPct val="100000"/>
              </a:lnSpc>
              <a:spcBef>
                <a:spcPts val="0"/>
              </a:spcBef>
              <a:spcAft>
                <a:spcPts val="650"/>
              </a:spcAft>
              <a:buSzPct val="120000"/>
              <a:buFont typeface="Arial" panose="020B0604020202020204" pitchFamily="34" charset="0"/>
              <a:buChar char="•"/>
              <a:tabLst/>
              <a:defRPr sz="2000" b="0" i="0" kern="1200">
                <a:solidFill>
                  <a:schemeClr val="tx1"/>
                </a:solidFill>
                <a:latin typeface="Montserrat" pitchFamily="2" charset="77"/>
                <a:ea typeface="+mn-ea"/>
                <a:cs typeface="+mn-cs"/>
              </a:defRPr>
            </a:lvl3pPr>
            <a:lvl4pPr marL="180000" indent="-180000" algn="l" defTabSz="914400" rtl="0" eaLnBrk="1" latinLnBrk="0" hangingPunct="1">
              <a:lnSpc>
                <a:spcPct val="100000"/>
              </a:lnSpc>
              <a:spcBef>
                <a:spcPts val="0"/>
              </a:spcBef>
              <a:spcAft>
                <a:spcPts val="650"/>
              </a:spcAft>
              <a:buSzPct val="120000"/>
              <a:buFont typeface="Arial" panose="020B0604020202020204" pitchFamily="34" charset="0"/>
              <a:buChar char="•"/>
              <a:tabLst/>
              <a:defRPr sz="2000" b="0" kern="1200">
                <a:solidFill>
                  <a:schemeClr val="tx1"/>
                </a:solidFill>
                <a:latin typeface="Montserrat" pitchFamily="2" charset="77"/>
                <a:ea typeface="+mn-ea"/>
                <a:cs typeface="+mn-cs"/>
              </a:defRPr>
            </a:lvl4pPr>
            <a:lvl5pPr marL="180000" indent="-180000" algn="l" defTabSz="914400" rtl="0" eaLnBrk="1" latinLnBrk="0" hangingPunct="1">
              <a:lnSpc>
                <a:spcPct val="100000"/>
              </a:lnSpc>
              <a:spcBef>
                <a:spcPts val="0"/>
              </a:spcBef>
              <a:spcAft>
                <a:spcPts val="650"/>
              </a:spcAft>
              <a:buSzPct val="125000"/>
              <a:buFont typeface="Arial" panose="020B0604020202020204" pitchFamily="34" charset="0"/>
              <a:buChar char="•"/>
              <a:tabLst/>
              <a:defRPr sz="2000" b="0" kern="1200">
                <a:solidFill>
                  <a:schemeClr val="tx1"/>
                </a:solidFill>
                <a:latin typeface="Montserrat" pitchFamily="2" charset="77"/>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42900" lvl="1" indent="-342900">
              <a:buSzPct val="115000"/>
            </a:pPr>
            <a:endParaRPr lang="en-GB"/>
          </a:p>
          <a:p>
            <a:pPr marL="342900" indent="-342900">
              <a:buFont typeface="Arial" panose="020B0604020202020204" pitchFamily="34" charset="0"/>
              <a:buChar char="•"/>
            </a:pPr>
            <a:endParaRPr lang="en-IN" b="1"/>
          </a:p>
          <a:p>
            <a:endParaRPr lang="en-IN" dirty="0"/>
          </a:p>
        </p:txBody>
      </p:sp>
      <p:graphicFrame>
        <p:nvGraphicFramePr>
          <p:cNvPr id="5" name="Text Placeholder 1">
            <a:extLst>
              <a:ext uri="{FF2B5EF4-FFF2-40B4-BE49-F238E27FC236}">
                <a16:creationId xmlns:a16="http://schemas.microsoft.com/office/drawing/2014/main" id="{3CC32F3E-E1A8-CBF7-EDB3-3CC1124349CC}"/>
              </a:ext>
            </a:extLst>
          </p:cNvPr>
          <p:cNvGraphicFramePr/>
          <p:nvPr>
            <p:extLst>
              <p:ext uri="{D42A27DB-BD31-4B8C-83A1-F6EECF244321}">
                <p14:modId xmlns:p14="http://schemas.microsoft.com/office/powerpoint/2010/main" val="2647779053"/>
              </p:ext>
            </p:extLst>
          </p:nvPr>
        </p:nvGraphicFramePr>
        <p:xfrm>
          <a:off x="4710058" y="1616037"/>
          <a:ext cx="6565582" cy="3773542"/>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3110916087"/>
      </p:ext>
    </p:extLst>
  </p:cSld>
  <p:clrMapOvr>
    <a:masterClrMapping/>
  </p:clrMapOvr>
  <p:transition/>
</p:sld>
</file>

<file path=ppt/tags/tag1.xml><?xml version="1.0" encoding="utf-8"?>
<p:tagLst xmlns:a="http://schemas.openxmlformats.org/drawingml/2006/main" xmlns:r="http://schemas.openxmlformats.org/officeDocument/2006/relationships" xmlns:p="http://schemas.openxmlformats.org/presentationml/2006/main">
  <p:tag name="ISPRING_RESOURCE_PATHS_HASH_2" val="861ba5a240904b86632099fc56e12dead204a13"/>
</p:tagLst>
</file>

<file path=ppt/theme/theme1.xml><?xml version="1.0" encoding="utf-8"?>
<a:theme xmlns:a="http://schemas.openxmlformats.org/drawingml/2006/main" name="Master">
  <a:themeElements>
    <a:clrScheme name="QA Branding Custom Colour Set">
      <a:dk1>
        <a:srgbClr val="004050"/>
      </a:dk1>
      <a:lt1>
        <a:srgbClr val="FFFFFF"/>
      </a:lt1>
      <a:dk2>
        <a:srgbClr val="00EDB5"/>
      </a:dk2>
      <a:lt2>
        <a:srgbClr val="FFFFFF"/>
      </a:lt2>
      <a:accent1>
        <a:srgbClr val="004050"/>
      </a:accent1>
      <a:accent2>
        <a:srgbClr val="00EDB5"/>
      </a:accent2>
      <a:accent3>
        <a:srgbClr val="7F007D"/>
      </a:accent3>
      <a:accent4>
        <a:srgbClr val="FF004C"/>
      </a:accent4>
      <a:accent5>
        <a:srgbClr val="F8D237"/>
      </a:accent5>
      <a:accent6>
        <a:srgbClr val="F3612C"/>
      </a:accent6>
      <a:hlink>
        <a:srgbClr val="004050"/>
      </a:hlink>
      <a:folHlink>
        <a:srgbClr val="00EDB5"/>
      </a:folHlink>
    </a:clrScheme>
    <a:fontScheme name="QA Brand Fonts 2019">
      <a:majorFont>
        <a:latin typeface="Krana Fat B"/>
        <a:ea typeface=""/>
        <a:cs typeface=""/>
      </a:majorFont>
      <a:minorFont>
        <a:latin typeface="Montserrat"/>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tx2"/>
        </a:solidFill>
        <a:ln>
          <a:noFill/>
        </a:ln>
      </a:spPr>
      <a:bodyPr rtlCol="0" anchor="ctr"/>
      <a:lstStyle>
        <a:defPPr algn="ctr">
          <a:defRPr/>
        </a:defPPr>
      </a:lstStyle>
      <a:style>
        <a:lnRef idx="2">
          <a:schemeClr val="accent1">
            <a:shade val="50000"/>
          </a:schemeClr>
        </a:lnRef>
        <a:fillRef idx="1">
          <a:schemeClr val="accent1"/>
        </a:fillRef>
        <a:effectRef idx="0">
          <a:schemeClr val="accent1"/>
        </a:effectRef>
        <a:fontRef idx="minor">
          <a:schemeClr val="lt1"/>
        </a:fontRef>
      </a:style>
    </a:spDef>
    <a:txDef>
      <a:spPr/>
      <a:bodyPr vert="horz" lIns="0" tIns="0" rIns="0" bIns="0" rtlCol="0" anchor="t" anchorCtr="0">
        <a:normAutofit/>
      </a:bodyPr>
      <a:lstStyle>
        <a:defPPr algn="l">
          <a:defRPr smtClean="0"/>
        </a:defPPr>
      </a:lstStyle>
    </a:txDef>
  </a:objectDefaults>
  <a:extraClrSchemeLst/>
  <a:extLst>
    <a:ext uri="{05A4C25C-085E-4340-85A3-A5531E510DB2}">
      <thm15:themeFamily xmlns:thm15="http://schemas.microsoft.com/office/thememl/2012/main" name="Trainer Slidedeck Template DRAFT v0.1" id="{7AC1CA74-4441-42CA-9897-72DF6ED83A1A}" vid="{6017FA94-E546-4DB4-BF25-6AABB84AA04E}"/>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SequenceNumber xmlns="6794D9DE-4FDF-4DC0-8B2C-5438320C69D5" xsi:nil="true"/>
    <IsBuildFile xmlns="6794D9DE-4FDF-4DC0-8B2C-5438320C69D5" xsi:nil="true"/>
    <BookTypeField0 xmlns="6794D9DE-4FDF-4DC0-8B2C-5438320C69D5">
      <Terms xmlns="http://schemas.microsoft.com/office/infopath/2007/PartnerControls">
        <TermInfo xmlns="http://schemas.microsoft.com/office/infopath/2007/PartnerControls">
          <TermName xmlns="http://schemas.microsoft.com/office/infopath/2007/PartnerControls">IK</TermName>
          <TermId xmlns="http://schemas.microsoft.com/office/infopath/2007/PartnerControls">5abe6401-e87a-4499-80b4-3d21a1a6ebd7</TermId>
        </TermInfo>
      </Terms>
    </BookTypeField0>
  </documentManagement>
</p:properties>
</file>

<file path=customXml/item2.xml><?xml version="1.0" encoding="utf-8"?>
<ct:contentTypeSchema xmlns:ct="http://schemas.microsoft.com/office/2006/metadata/contentType" xmlns:ma="http://schemas.microsoft.com/office/2006/metadata/properties/metaAttributes" ct:_="" ma:_="" ma:contentTypeName="Courseware" ma:contentTypeID="0x010100F0967B7CEE8D417F966757887D9466FB00B3EF5B1D149FDF49B1880C030D548140" ma:contentTypeVersion="0" ma:contentTypeDescription="Base content type which represents courseware documents" ma:contentTypeScope="" ma:versionID="ab0d7ca79e0ea5a537b031f986da336c">
  <xsd:schema xmlns:xsd="http://www.w3.org/2001/XMLSchema" xmlns:xs="http://www.w3.org/2001/XMLSchema" xmlns:p="http://schemas.microsoft.com/office/2006/metadata/properties" xmlns:ns2="6794D9DE-4FDF-4DC0-8B2C-5438320C69D5" targetNamespace="http://schemas.microsoft.com/office/2006/metadata/properties" ma:root="true" ma:fieldsID="7ff8e7c62cc10108c036e94c947d8fb9" ns2:_="">
    <xsd:import namespace="6794D9DE-4FDF-4DC0-8B2C-5438320C69D5"/>
    <xsd:element name="properties">
      <xsd:complexType>
        <xsd:sequence>
          <xsd:element name="documentManagement">
            <xsd:complexType>
              <xsd:all>
                <xsd:element ref="ns2:BookTypeField0" minOccurs="0"/>
                <xsd:element ref="ns2:SequenceNumber" minOccurs="0"/>
                <xsd:element ref="ns2:IsBuildFile"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6794D9DE-4FDF-4DC0-8B2C-5438320C69D5" elementFormDefault="qualified">
    <xsd:import namespace="http://schemas.microsoft.com/office/2006/documentManagement/types"/>
    <xsd:import namespace="http://schemas.microsoft.com/office/infopath/2007/PartnerControls"/>
    <xsd:element name="BookTypeField0" ma:index="9" nillable="true" ma:taxonomy="true" ma:internalName="BookTypeField0" ma:taxonomyFieldName="BookType" ma:displayName="Book Type" ma:fieldId="{e7c6b654-e04e-4e45-9cfd-676dbef3a3c6}" ma:sspId="63102202-80dd-4165-b1ca-d09cf2756dc1" ma:termSetId="3300959e-7346-4208-831a-90b552f1677b" ma:anchorId="00000000-0000-0000-0000-000000000000" ma:open="false" ma:isKeyword="false">
      <xsd:complexType>
        <xsd:sequence>
          <xsd:element ref="pc:Terms" minOccurs="0" maxOccurs="1"/>
        </xsd:sequence>
      </xsd:complexType>
    </xsd:element>
    <xsd:element name="SequenceNumber" ma:index="10" nillable="true" ma:displayName="Sequence Number" ma:decimals="0" ma:internalName="SequenceNumber">
      <xsd:simpleType>
        <xsd:restriction base="dms:Number"/>
      </xsd:simpleType>
    </xsd:element>
    <xsd:element name="IsBuildFile" ma:index="11" nillable="true" ma:displayName="Is Build File" ma:hidden="true" ma:internalName="IsBuildFile">
      <xsd:simpleType>
        <xsd:restriction base="dms:Boolea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B9E5BF4A-6CC8-42EA-8DD6-FE314F3AC34B}">
  <ds:schemaRefs>
    <ds:schemaRef ds:uri="http://schemas.openxmlformats.org/package/2006/metadata/core-properties"/>
    <ds:schemaRef ds:uri="http://purl.org/dc/elements/1.1/"/>
    <ds:schemaRef ds:uri="http://schemas.microsoft.com/office/2006/metadata/properties"/>
    <ds:schemaRef ds:uri="http://schemas.microsoft.com/office/infopath/2007/PartnerControls"/>
    <ds:schemaRef ds:uri="http://purl.org/dc/terms/"/>
    <ds:schemaRef ds:uri="http://schemas.microsoft.com/office/2006/documentManagement/types"/>
    <ds:schemaRef ds:uri="6794D9DE-4FDF-4DC0-8B2C-5438320C69D5"/>
    <ds:schemaRef ds:uri="http://www.w3.org/XML/1998/namespace"/>
    <ds:schemaRef ds:uri="http://purl.org/dc/dcmitype/"/>
  </ds:schemaRefs>
</ds:datastoreItem>
</file>

<file path=customXml/itemProps2.xml><?xml version="1.0" encoding="utf-8"?>
<ds:datastoreItem xmlns:ds="http://schemas.openxmlformats.org/officeDocument/2006/customXml" ds:itemID="{9771406A-7DBB-42CE-8C4F-35C6A00FA617}">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6794D9DE-4FDF-4DC0-8B2C-5438320C69D5"/>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320D39E5-0EAE-4956-BD50-21BAC04EF282}">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
  <TotalTime>0</TotalTime>
  <Words>2877</Words>
  <Application>Microsoft Office PowerPoint</Application>
  <PresentationFormat>Widescreen</PresentationFormat>
  <Paragraphs>309</Paragraphs>
  <Slides>17</Slides>
  <Notes>17</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17</vt:i4>
      </vt:variant>
    </vt:vector>
  </HeadingPairs>
  <TitlesOfParts>
    <vt:vector size="26" baseType="lpstr">
      <vt:lpstr>Arial</vt:lpstr>
      <vt:lpstr>Calibri</vt:lpstr>
      <vt:lpstr>Consolas</vt:lpstr>
      <vt:lpstr>Courier New</vt:lpstr>
      <vt:lpstr>Krana Fat B</vt:lpstr>
      <vt:lpstr>Lucida Console</vt:lpstr>
      <vt:lpstr>Montserrat</vt:lpstr>
      <vt:lpstr>Wingdings</vt:lpstr>
      <vt:lpstr>Master</vt:lpstr>
      <vt:lpstr>Inheritance</vt:lpstr>
      <vt:lpstr>PowerPoint Presentation</vt:lpstr>
      <vt:lpstr>Base and derived classes</vt:lpstr>
      <vt:lpstr>Inheritance in action</vt:lpstr>
      <vt:lpstr>The inheritance hierarchy</vt:lpstr>
      <vt:lpstr>Specifying the base class</vt:lpstr>
      <vt:lpstr>Sub class inherits all the super class fields</vt:lpstr>
      <vt:lpstr>Constructing the derived objects</vt:lpstr>
      <vt:lpstr>Derived class constructor</vt:lpstr>
      <vt:lpstr>Derived class constructor – chaining</vt:lpstr>
      <vt:lpstr>PowerPoint Presentation</vt:lpstr>
      <vt:lpstr>Protected access modifier</vt:lpstr>
      <vt:lpstr>Protected example within inheritance</vt:lpstr>
      <vt:lpstr>PowerPoint Presentation</vt:lpstr>
      <vt:lpstr>A C# example</vt:lpstr>
      <vt:lpstr>PowerPoint Presentation</vt:lpstr>
      <vt:lpstr>PowerPoint Presentation</vt:lpstr>
    </vt:vector>
  </TitlesOfParts>
  <Manager/>
  <Company>QA Ltd</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Singh, Vaishali</dc:creator>
  <cp:keywords/>
  <dc:description/>
  <cp:lastModifiedBy>mike baradaran</cp:lastModifiedBy>
  <cp:revision>215</cp:revision>
  <cp:lastPrinted>2019-07-03T09:46:41Z</cp:lastPrinted>
  <dcterms:created xsi:type="dcterms:W3CDTF">2019-09-05T08:17:12Z</dcterms:created>
  <dcterms:modified xsi:type="dcterms:W3CDTF">2025-12-10T15:19:28Z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0x010100F0967B7CEE8D417F966757887D9466FB00B3EF5B1D149FDF49B1880C030D548140</vt:lpwstr>
  </property>
  <property fmtid="{D5CDD505-2E9C-101B-9397-08002B2CF9AE}" pid="3" name="BookType">
    <vt:lpwstr>7</vt:lpwstr>
  </property>
</Properties>
</file>