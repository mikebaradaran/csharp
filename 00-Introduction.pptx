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3"/>
  </p:notesMasterIdLst>
  <p:handoutMasterIdLst>
    <p:handoutMasterId r:id="rId14"/>
  </p:handoutMasterIdLst>
  <p:sldIdLst>
    <p:sldId id="299" r:id="rId5"/>
    <p:sldId id="752" r:id="rId6"/>
    <p:sldId id="758" r:id="rId7"/>
    <p:sldId id="754" r:id="rId8"/>
    <p:sldId id="755" r:id="rId9"/>
    <p:sldId id="756" r:id="rId10"/>
    <p:sldId id="759" r:id="rId11"/>
    <p:sldId id="750" r:id="rId12"/>
  </p:sldIdLst>
  <p:sldSz cx="12192000" cy="6858000"/>
  <p:notesSz cx="6645275" cy="9775825"/>
  <p:custDataLst>
    <p:tags r:id="rId15"/>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slide" id="{DE8BF54A-1323-4403-83F8-D7B5510C9D53}">
          <p14:sldIdLst>
            <p14:sldId id="299"/>
            <p14:sldId id="752"/>
            <p14:sldId id="758"/>
            <p14:sldId id="754"/>
            <p14:sldId id="755"/>
            <p14:sldId id="756"/>
            <p14:sldId id="759"/>
            <p14:sldId id="750"/>
          </p14:sldIdLst>
        </p14:section>
      </p14:sectionLst>
    </p:ext>
    <p:ext uri="{EFAFB233-063F-42B5-8137-9DF3F51BA10A}">
      <p15:sldGuideLst xmlns:p15="http://schemas.microsoft.com/office/powerpoint/2012/main">
        <p15:guide id="1" pos="3840" userDrawn="1">
          <p15:clr>
            <a:srgbClr val="A4A3A4"/>
          </p15:clr>
        </p15:guide>
        <p15:guide id="2" orient="horz" pos="377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Barrow, Joshua" initials="BJ" lastIdx="30" clrIdx="0">
    <p:extLst>
      <p:ext uri="{19B8F6BF-5375-455C-9EA6-DF929625EA0E}">
        <p15:presenceInfo xmlns:p15="http://schemas.microsoft.com/office/powerpoint/2012/main" userId="S-1-5-21-3476036342-1731177862-1559577602-51474" providerId="AD"/>
      </p:ext>
    </p:extLst>
  </p:cmAuthor>
  <p:cmAuthor id="2" name="Singh, Vaishali" initials="SV" lastIdx="7" clrIdx="1">
    <p:extLst>
      <p:ext uri="{19B8F6BF-5375-455C-9EA6-DF929625EA0E}">
        <p15:presenceInfo xmlns:p15="http://schemas.microsoft.com/office/powerpoint/2012/main" userId="S-1-5-21-3476036342-1731177862-1559577602-1552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9EDB8"/>
    <a:srgbClr val="004050"/>
    <a:srgbClr val="F91258"/>
    <a:srgbClr val="7E007C"/>
    <a:srgbClr val="28CFF9"/>
    <a:srgbClr val="F3622C"/>
    <a:srgbClr val="31D3AE"/>
    <a:srgbClr val="F3F3F3"/>
    <a:srgbClr val="F4F4F4"/>
    <a:srgbClr val="3D6E7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8934" autoAdjust="0"/>
    <p:restoredTop sz="92750" autoAdjust="0"/>
  </p:normalViewPr>
  <p:slideViewPr>
    <p:cSldViewPr snapToGrid="0" snapToObjects="1" showGuides="1">
      <p:cViewPr varScale="1">
        <p:scale>
          <a:sx n="97" d="100"/>
          <a:sy n="97" d="100"/>
        </p:scale>
        <p:origin x="168" y="306"/>
      </p:cViewPr>
      <p:guideLst>
        <p:guide pos="3840"/>
        <p:guide orient="horz" pos="377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65" d="100"/>
          <a:sy n="65" d="100"/>
        </p:scale>
        <p:origin x="2652"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notesMaster" Target="notesMasters/notesMaster1.xml"/><Relationship Id="rId1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commentAuthors" Target="commentAuthors.xml"/><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tags" Target="tags/tag1.xml"/><Relationship Id="rId10" Type="http://schemas.openxmlformats.org/officeDocument/2006/relationships/slide" Target="slides/slide6.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handoutMaster" Target="handoutMasters/handoutMaster1.xml"/></Relationships>
</file>

<file path=ppt/diagrams/_rels/data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svg"/><Relationship Id="rId1" Type="http://schemas.openxmlformats.org/officeDocument/2006/relationships/image" Target="../media/image13.png"/><Relationship Id="rId4" Type="http://schemas.openxmlformats.org/officeDocument/2006/relationships/image" Target="../media/image16.svg"/></Relationships>
</file>

<file path=ppt/diagrams/_rels/data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svg"/><Relationship Id="rId1" Type="http://schemas.openxmlformats.org/officeDocument/2006/relationships/image" Target="../media/image18.png"/><Relationship Id="rId6" Type="http://schemas.openxmlformats.org/officeDocument/2006/relationships/image" Target="../media/image23.svg"/><Relationship Id="rId5" Type="http://schemas.openxmlformats.org/officeDocument/2006/relationships/image" Target="../media/image22.png"/><Relationship Id="rId4" Type="http://schemas.openxmlformats.org/officeDocument/2006/relationships/image" Target="../media/image21.svg"/></Relationships>
</file>

<file path=ppt/diagrams/_rels/data4.xml.rels><?xml version="1.0" encoding="UTF-8" standalone="yes"?>
<Relationships xmlns="http://schemas.openxmlformats.org/package/2006/relationships"><Relationship Id="rId8" Type="http://schemas.openxmlformats.org/officeDocument/2006/relationships/image" Target="../media/image29.svg"/><Relationship Id="rId3" Type="http://schemas.openxmlformats.org/officeDocument/2006/relationships/image" Target="../media/image20.png"/><Relationship Id="rId7" Type="http://schemas.openxmlformats.org/officeDocument/2006/relationships/image" Target="../media/image28.png"/><Relationship Id="rId2" Type="http://schemas.openxmlformats.org/officeDocument/2006/relationships/image" Target="../media/image25.svg"/><Relationship Id="rId1" Type="http://schemas.openxmlformats.org/officeDocument/2006/relationships/image" Target="../media/image24.png"/><Relationship Id="rId6" Type="http://schemas.openxmlformats.org/officeDocument/2006/relationships/image" Target="../media/image27.svg"/><Relationship Id="rId5" Type="http://schemas.openxmlformats.org/officeDocument/2006/relationships/image" Target="../media/image26.png"/><Relationship Id="rId10" Type="http://schemas.openxmlformats.org/officeDocument/2006/relationships/image" Target="../media/image31.svg"/><Relationship Id="rId4" Type="http://schemas.openxmlformats.org/officeDocument/2006/relationships/image" Target="../media/image21.svg"/><Relationship Id="rId9" Type="http://schemas.openxmlformats.org/officeDocument/2006/relationships/image" Target="../media/image30.png"/></Relationships>
</file>

<file path=ppt/diagrams/_rels/drawing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svg"/><Relationship Id="rId1" Type="http://schemas.openxmlformats.org/officeDocument/2006/relationships/image" Target="../media/image13.png"/><Relationship Id="rId4" Type="http://schemas.openxmlformats.org/officeDocument/2006/relationships/image" Target="../media/image16.svg"/></Relationships>
</file>

<file path=ppt/diagrams/_rels/drawing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svg"/><Relationship Id="rId1" Type="http://schemas.openxmlformats.org/officeDocument/2006/relationships/image" Target="../media/image18.png"/><Relationship Id="rId6" Type="http://schemas.openxmlformats.org/officeDocument/2006/relationships/image" Target="../media/image23.svg"/><Relationship Id="rId5" Type="http://schemas.openxmlformats.org/officeDocument/2006/relationships/image" Target="../media/image22.png"/><Relationship Id="rId4" Type="http://schemas.openxmlformats.org/officeDocument/2006/relationships/image" Target="../media/image21.svg"/></Relationships>
</file>

<file path=ppt/diagrams/_rels/drawing4.xml.rels><?xml version="1.0" encoding="UTF-8" standalone="yes"?>
<Relationships xmlns="http://schemas.openxmlformats.org/package/2006/relationships"><Relationship Id="rId8" Type="http://schemas.openxmlformats.org/officeDocument/2006/relationships/image" Target="../media/image29.svg"/><Relationship Id="rId3" Type="http://schemas.openxmlformats.org/officeDocument/2006/relationships/image" Target="../media/image20.png"/><Relationship Id="rId7" Type="http://schemas.openxmlformats.org/officeDocument/2006/relationships/image" Target="../media/image28.png"/><Relationship Id="rId2" Type="http://schemas.openxmlformats.org/officeDocument/2006/relationships/image" Target="../media/image25.svg"/><Relationship Id="rId1" Type="http://schemas.openxmlformats.org/officeDocument/2006/relationships/image" Target="../media/image24.png"/><Relationship Id="rId6" Type="http://schemas.openxmlformats.org/officeDocument/2006/relationships/image" Target="../media/image27.svg"/><Relationship Id="rId5" Type="http://schemas.openxmlformats.org/officeDocument/2006/relationships/image" Target="../media/image26.png"/><Relationship Id="rId10" Type="http://schemas.openxmlformats.org/officeDocument/2006/relationships/image" Target="../media/image31.svg"/><Relationship Id="rId4" Type="http://schemas.openxmlformats.org/officeDocument/2006/relationships/image" Target="../media/image21.svg"/><Relationship Id="rId9" Type="http://schemas.openxmlformats.org/officeDocument/2006/relationships/image" Target="../media/image30.png"/></Relationships>
</file>

<file path=ppt/diagrams/colors1.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CD7A725-8849-4477-9809-61DFBB49A793}" type="doc">
      <dgm:prSet loTypeId="urn:microsoft.com/office/officeart/2018/2/layout/IconLabelDescriptionList" loCatId="icon" qsTypeId="urn:microsoft.com/office/officeart/2005/8/quickstyle/simple1" qsCatId="simple" csTypeId="urn:microsoft.com/office/officeart/2005/8/colors/accent2_2" csCatId="accent2" phldr="1"/>
      <dgm:spPr/>
      <dgm:t>
        <a:bodyPr/>
        <a:lstStyle/>
        <a:p>
          <a:endParaRPr lang="en-US"/>
        </a:p>
      </dgm:t>
    </dgm:pt>
    <dgm:pt modelId="{1DE5140C-1F98-42BC-9EAC-4912A1F586B9}">
      <dgm:prSet/>
      <dgm:spPr/>
      <dgm:t>
        <a:bodyPr/>
        <a:lstStyle/>
        <a:p>
          <a:pPr>
            <a:defRPr b="1"/>
          </a:pPr>
          <a:r>
            <a:rPr lang="en-GB" b="1"/>
            <a:t>Objectives</a:t>
          </a:r>
          <a:endParaRPr lang="en-US"/>
        </a:p>
      </dgm:t>
    </dgm:pt>
    <dgm:pt modelId="{34297E3F-4EB0-4B2A-AA6D-90014F1CDA8B}" type="parTrans" cxnId="{743D3DA5-1A9E-468E-846D-DB7128AA026E}">
      <dgm:prSet/>
      <dgm:spPr/>
      <dgm:t>
        <a:bodyPr/>
        <a:lstStyle/>
        <a:p>
          <a:endParaRPr lang="en-US"/>
        </a:p>
      </dgm:t>
    </dgm:pt>
    <dgm:pt modelId="{200B9254-9834-42D8-9BC4-DD40086FBE19}" type="sibTrans" cxnId="{743D3DA5-1A9E-468E-846D-DB7128AA026E}">
      <dgm:prSet/>
      <dgm:spPr/>
      <dgm:t>
        <a:bodyPr/>
        <a:lstStyle/>
        <a:p>
          <a:endParaRPr lang="en-US"/>
        </a:p>
      </dgm:t>
    </dgm:pt>
    <dgm:pt modelId="{4FD3F5A9-5DCC-4CBF-B443-13F35286B581}">
      <dgm:prSet/>
      <dgm:spPr/>
      <dgm:t>
        <a:bodyPr/>
        <a:lstStyle/>
        <a:p>
          <a:r>
            <a:rPr lang="en-GB" dirty="0"/>
            <a:t>To explain the aims and </a:t>
          </a:r>
          <a:br>
            <a:rPr lang="en-GB" dirty="0"/>
          </a:br>
          <a:r>
            <a:rPr lang="en-GB" dirty="0"/>
            <a:t>objectives of the course</a:t>
          </a:r>
          <a:endParaRPr lang="en-US" dirty="0"/>
        </a:p>
      </dgm:t>
    </dgm:pt>
    <dgm:pt modelId="{7C8162E7-05FD-4068-9AB7-C755425DC80F}" type="parTrans" cxnId="{69D33AFE-316F-4844-ABA7-A61BBD6F031A}">
      <dgm:prSet/>
      <dgm:spPr/>
      <dgm:t>
        <a:bodyPr/>
        <a:lstStyle/>
        <a:p>
          <a:endParaRPr lang="en-US"/>
        </a:p>
      </dgm:t>
    </dgm:pt>
    <dgm:pt modelId="{10328E1E-FAA4-421F-8BF2-D0D555A5D188}" type="sibTrans" cxnId="{69D33AFE-316F-4844-ABA7-A61BBD6F031A}">
      <dgm:prSet/>
      <dgm:spPr/>
      <dgm:t>
        <a:bodyPr/>
        <a:lstStyle/>
        <a:p>
          <a:endParaRPr lang="en-US"/>
        </a:p>
      </dgm:t>
    </dgm:pt>
    <dgm:pt modelId="{3749FA15-5310-4F2A-BC79-F44AB85435D1}">
      <dgm:prSet/>
      <dgm:spPr/>
      <dgm:t>
        <a:bodyPr/>
        <a:lstStyle/>
        <a:p>
          <a:pPr>
            <a:defRPr b="1"/>
          </a:pPr>
          <a:r>
            <a:rPr lang="en-GB" b="1"/>
            <a:t>Contents</a:t>
          </a:r>
          <a:endParaRPr lang="en-US"/>
        </a:p>
      </dgm:t>
    </dgm:pt>
    <dgm:pt modelId="{BCF8923E-1888-4375-8E09-431DAA9AB7BE}" type="parTrans" cxnId="{54BAF9B9-8F55-4A42-B8A0-F7300C131BEC}">
      <dgm:prSet/>
      <dgm:spPr/>
      <dgm:t>
        <a:bodyPr/>
        <a:lstStyle/>
        <a:p>
          <a:endParaRPr lang="en-US"/>
        </a:p>
      </dgm:t>
    </dgm:pt>
    <dgm:pt modelId="{43964B09-8C6A-4DC9-B03E-20862681F765}" type="sibTrans" cxnId="{54BAF9B9-8F55-4A42-B8A0-F7300C131BEC}">
      <dgm:prSet/>
      <dgm:spPr/>
      <dgm:t>
        <a:bodyPr/>
        <a:lstStyle/>
        <a:p>
          <a:endParaRPr lang="en-US"/>
        </a:p>
      </dgm:t>
    </dgm:pt>
    <dgm:pt modelId="{A0116589-9E93-4F99-B1C9-31215B7F6FC9}">
      <dgm:prSet/>
      <dgm:spPr/>
      <dgm:t>
        <a:bodyPr/>
        <a:lstStyle/>
        <a:p>
          <a:r>
            <a:rPr lang="en-GB"/>
            <a:t>Course administration</a:t>
          </a:r>
          <a:endParaRPr lang="en-US"/>
        </a:p>
      </dgm:t>
    </dgm:pt>
    <dgm:pt modelId="{B51314B5-7C76-4546-871F-5474D5166DE0}" type="parTrans" cxnId="{EAA49B16-2378-4376-8835-2FD0FCDEF455}">
      <dgm:prSet/>
      <dgm:spPr/>
      <dgm:t>
        <a:bodyPr/>
        <a:lstStyle/>
        <a:p>
          <a:endParaRPr lang="en-US"/>
        </a:p>
      </dgm:t>
    </dgm:pt>
    <dgm:pt modelId="{A78D2127-6C14-4C90-87F4-D48098AD8BEF}" type="sibTrans" cxnId="{EAA49B16-2378-4376-8835-2FD0FCDEF455}">
      <dgm:prSet/>
      <dgm:spPr/>
      <dgm:t>
        <a:bodyPr/>
        <a:lstStyle/>
        <a:p>
          <a:endParaRPr lang="en-US"/>
        </a:p>
      </dgm:t>
    </dgm:pt>
    <dgm:pt modelId="{49D6A2D0-A3E2-4287-B61A-AADEA31637EC}">
      <dgm:prSet/>
      <dgm:spPr/>
      <dgm:t>
        <a:bodyPr/>
        <a:lstStyle/>
        <a:p>
          <a:r>
            <a:rPr lang="en-GB" dirty="0"/>
            <a:t>Course objectives and assumptions</a:t>
          </a:r>
          <a:endParaRPr lang="en-US" dirty="0"/>
        </a:p>
      </dgm:t>
    </dgm:pt>
    <dgm:pt modelId="{EB16DA2A-5F6B-4E11-9F24-F834F877BF4B}" type="parTrans" cxnId="{0FC7CAC3-DC60-4F6F-8360-8D3E0D279C39}">
      <dgm:prSet/>
      <dgm:spPr/>
      <dgm:t>
        <a:bodyPr/>
        <a:lstStyle/>
        <a:p>
          <a:endParaRPr lang="en-US"/>
        </a:p>
      </dgm:t>
    </dgm:pt>
    <dgm:pt modelId="{AC83DCA8-5499-4F91-9A83-9F9758D9C36F}" type="sibTrans" cxnId="{0FC7CAC3-DC60-4F6F-8360-8D3E0D279C39}">
      <dgm:prSet/>
      <dgm:spPr/>
      <dgm:t>
        <a:bodyPr/>
        <a:lstStyle/>
        <a:p>
          <a:endParaRPr lang="en-US"/>
        </a:p>
      </dgm:t>
    </dgm:pt>
    <dgm:pt modelId="{2041743D-6265-4E13-BFC9-8006D3B703BA}">
      <dgm:prSet/>
      <dgm:spPr/>
      <dgm:t>
        <a:bodyPr/>
        <a:lstStyle/>
        <a:p>
          <a:r>
            <a:rPr lang="en-GB" dirty="0"/>
            <a:t>Introductions</a:t>
          </a:r>
          <a:endParaRPr lang="en-US" dirty="0"/>
        </a:p>
      </dgm:t>
    </dgm:pt>
    <dgm:pt modelId="{34CB0C97-BD4A-409E-A804-104F90AE7AE8}" type="parTrans" cxnId="{750D0A3E-6F3D-4398-B212-9393EE6E491D}">
      <dgm:prSet/>
      <dgm:spPr/>
      <dgm:t>
        <a:bodyPr/>
        <a:lstStyle/>
        <a:p>
          <a:endParaRPr lang="en-US"/>
        </a:p>
      </dgm:t>
    </dgm:pt>
    <dgm:pt modelId="{F8B96198-84D9-4321-B9A5-E38E43E57CF2}" type="sibTrans" cxnId="{750D0A3E-6F3D-4398-B212-9393EE6E491D}">
      <dgm:prSet/>
      <dgm:spPr/>
      <dgm:t>
        <a:bodyPr/>
        <a:lstStyle/>
        <a:p>
          <a:endParaRPr lang="en-US"/>
        </a:p>
      </dgm:t>
    </dgm:pt>
    <dgm:pt modelId="{B333716B-1F1B-466C-BBAE-26AD6B8535FE}" type="pres">
      <dgm:prSet presAssocID="{ACD7A725-8849-4477-9809-61DFBB49A793}" presName="root" presStyleCnt="0">
        <dgm:presLayoutVars>
          <dgm:dir/>
          <dgm:resizeHandles val="exact"/>
        </dgm:presLayoutVars>
      </dgm:prSet>
      <dgm:spPr/>
    </dgm:pt>
    <dgm:pt modelId="{3267A6F1-10BB-4A22-8EA0-71F6986608E8}" type="pres">
      <dgm:prSet presAssocID="{1DE5140C-1F98-42BC-9EAC-4912A1F586B9}" presName="compNode" presStyleCnt="0"/>
      <dgm:spPr/>
    </dgm:pt>
    <dgm:pt modelId="{5D0793E6-D36F-47EB-8DD4-C47FB0BFE31B}" type="pres">
      <dgm:prSet presAssocID="{1DE5140C-1F98-42BC-9EAC-4912A1F586B9}"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Bullseye"/>
        </a:ext>
      </dgm:extLst>
    </dgm:pt>
    <dgm:pt modelId="{757532EA-2F13-4128-8AD2-A8935AC009B1}" type="pres">
      <dgm:prSet presAssocID="{1DE5140C-1F98-42BC-9EAC-4912A1F586B9}" presName="iconSpace" presStyleCnt="0"/>
      <dgm:spPr/>
    </dgm:pt>
    <dgm:pt modelId="{6832A484-99D4-4A01-9D0D-E6409F162056}" type="pres">
      <dgm:prSet presAssocID="{1DE5140C-1F98-42BC-9EAC-4912A1F586B9}" presName="parTx" presStyleLbl="revTx" presStyleIdx="0" presStyleCnt="4">
        <dgm:presLayoutVars>
          <dgm:chMax val="0"/>
          <dgm:chPref val="0"/>
        </dgm:presLayoutVars>
      </dgm:prSet>
      <dgm:spPr/>
    </dgm:pt>
    <dgm:pt modelId="{F85CFF4D-4B5B-4B8A-B397-412FCFB874AC}" type="pres">
      <dgm:prSet presAssocID="{1DE5140C-1F98-42BC-9EAC-4912A1F586B9}" presName="txSpace" presStyleCnt="0"/>
      <dgm:spPr/>
    </dgm:pt>
    <dgm:pt modelId="{EE21771E-272C-4838-B659-DDFCD2329E46}" type="pres">
      <dgm:prSet presAssocID="{1DE5140C-1F98-42BC-9EAC-4912A1F586B9}" presName="desTx" presStyleLbl="revTx" presStyleIdx="1" presStyleCnt="4">
        <dgm:presLayoutVars/>
      </dgm:prSet>
      <dgm:spPr/>
    </dgm:pt>
    <dgm:pt modelId="{0216D309-1DCA-4E37-8796-C88DE001C18C}" type="pres">
      <dgm:prSet presAssocID="{200B9254-9834-42D8-9BC4-DD40086FBE19}" presName="sibTrans" presStyleCnt="0"/>
      <dgm:spPr/>
    </dgm:pt>
    <dgm:pt modelId="{EA274820-33FA-44AF-8110-FD47FA6E3A0B}" type="pres">
      <dgm:prSet presAssocID="{3749FA15-5310-4F2A-BC79-F44AB85435D1}" presName="compNode" presStyleCnt="0"/>
      <dgm:spPr/>
    </dgm:pt>
    <dgm:pt modelId="{AB3F2944-5A4B-4535-8875-FC273B823FDC}" type="pres">
      <dgm:prSet presAssocID="{3749FA15-5310-4F2A-BC79-F44AB85435D1}"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heck List"/>
        </a:ext>
      </dgm:extLst>
    </dgm:pt>
    <dgm:pt modelId="{989987A2-09C2-451D-91E4-3440BF9FB871}" type="pres">
      <dgm:prSet presAssocID="{3749FA15-5310-4F2A-BC79-F44AB85435D1}" presName="iconSpace" presStyleCnt="0"/>
      <dgm:spPr/>
    </dgm:pt>
    <dgm:pt modelId="{2A6B5331-19F4-4235-8E73-21C2FDED826C}" type="pres">
      <dgm:prSet presAssocID="{3749FA15-5310-4F2A-BC79-F44AB85435D1}" presName="parTx" presStyleLbl="revTx" presStyleIdx="2" presStyleCnt="4">
        <dgm:presLayoutVars>
          <dgm:chMax val="0"/>
          <dgm:chPref val="0"/>
        </dgm:presLayoutVars>
      </dgm:prSet>
      <dgm:spPr/>
    </dgm:pt>
    <dgm:pt modelId="{DA48ED2D-FFC6-4A82-80F9-C13327BD6795}" type="pres">
      <dgm:prSet presAssocID="{3749FA15-5310-4F2A-BC79-F44AB85435D1}" presName="txSpace" presStyleCnt="0"/>
      <dgm:spPr/>
    </dgm:pt>
    <dgm:pt modelId="{0F719942-64EE-4DB8-B9F1-E4E766840585}" type="pres">
      <dgm:prSet presAssocID="{3749FA15-5310-4F2A-BC79-F44AB85435D1}" presName="desTx" presStyleLbl="revTx" presStyleIdx="3" presStyleCnt="4">
        <dgm:presLayoutVars/>
      </dgm:prSet>
      <dgm:spPr/>
    </dgm:pt>
  </dgm:ptLst>
  <dgm:cxnLst>
    <dgm:cxn modelId="{E1B1F809-26C8-4BF2-A4C6-1027834D1647}" type="presOf" srcId="{3749FA15-5310-4F2A-BC79-F44AB85435D1}" destId="{2A6B5331-19F4-4235-8E73-21C2FDED826C}" srcOrd="0" destOrd="0" presId="urn:microsoft.com/office/officeart/2018/2/layout/IconLabelDescriptionList"/>
    <dgm:cxn modelId="{EAA49B16-2378-4376-8835-2FD0FCDEF455}" srcId="{3749FA15-5310-4F2A-BC79-F44AB85435D1}" destId="{A0116589-9E93-4F99-B1C9-31215B7F6FC9}" srcOrd="0" destOrd="0" parTransId="{B51314B5-7C76-4546-871F-5474D5166DE0}" sibTransId="{A78D2127-6C14-4C90-87F4-D48098AD8BEF}"/>
    <dgm:cxn modelId="{05221219-F82E-4D50-8496-697F38AA82C2}" type="presOf" srcId="{A0116589-9E93-4F99-B1C9-31215B7F6FC9}" destId="{0F719942-64EE-4DB8-B9F1-E4E766840585}" srcOrd="0" destOrd="0" presId="urn:microsoft.com/office/officeart/2018/2/layout/IconLabelDescriptionList"/>
    <dgm:cxn modelId="{750D0A3E-6F3D-4398-B212-9393EE6E491D}" srcId="{3749FA15-5310-4F2A-BC79-F44AB85435D1}" destId="{2041743D-6265-4E13-BFC9-8006D3B703BA}" srcOrd="2" destOrd="0" parTransId="{34CB0C97-BD4A-409E-A804-104F90AE7AE8}" sibTransId="{F8B96198-84D9-4321-B9A5-E38E43E57CF2}"/>
    <dgm:cxn modelId="{BF647244-F6A0-41E1-9457-07EA14F0240A}" type="presOf" srcId="{1DE5140C-1F98-42BC-9EAC-4912A1F586B9}" destId="{6832A484-99D4-4A01-9D0D-E6409F162056}" srcOrd="0" destOrd="0" presId="urn:microsoft.com/office/officeart/2018/2/layout/IconLabelDescriptionList"/>
    <dgm:cxn modelId="{61D2226A-C29E-4722-AE96-AF5CBEA4A7F2}" type="presOf" srcId="{49D6A2D0-A3E2-4287-B61A-AADEA31637EC}" destId="{0F719942-64EE-4DB8-B9F1-E4E766840585}" srcOrd="0" destOrd="1" presId="urn:microsoft.com/office/officeart/2018/2/layout/IconLabelDescriptionList"/>
    <dgm:cxn modelId="{C6ED3C4C-D0B5-4308-8FEA-B3763600EEDD}" type="presOf" srcId="{ACD7A725-8849-4477-9809-61DFBB49A793}" destId="{B333716B-1F1B-466C-BBAE-26AD6B8535FE}" srcOrd="0" destOrd="0" presId="urn:microsoft.com/office/officeart/2018/2/layout/IconLabelDescriptionList"/>
    <dgm:cxn modelId="{5E2B9255-4917-4FE0-8F3B-36B4DB77EB51}" type="presOf" srcId="{4FD3F5A9-5DCC-4CBF-B443-13F35286B581}" destId="{EE21771E-272C-4838-B659-DDFCD2329E46}" srcOrd="0" destOrd="0" presId="urn:microsoft.com/office/officeart/2018/2/layout/IconLabelDescriptionList"/>
    <dgm:cxn modelId="{743D3DA5-1A9E-468E-846D-DB7128AA026E}" srcId="{ACD7A725-8849-4477-9809-61DFBB49A793}" destId="{1DE5140C-1F98-42BC-9EAC-4912A1F586B9}" srcOrd="0" destOrd="0" parTransId="{34297E3F-4EB0-4B2A-AA6D-90014F1CDA8B}" sibTransId="{200B9254-9834-42D8-9BC4-DD40086FBE19}"/>
    <dgm:cxn modelId="{54BAF9B9-8F55-4A42-B8A0-F7300C131BEC}" srcId="{ACD7A725-8849-4477-9809-61DFBB49A793}" destId="{3749FA15-5310-4F2A-BC79-F44AB85435D1}" srcOrd="1" destOrd="0" parTransId="{BCF8923E-1888-4375-8E09-431DAA9AB7BE}" sibTransId="{43964B09-8C6A-4DC9-B03E-20862681F765}"/>
    <dgm:cxn modelId="{0FC7CAC3-DC60-4F6F-8360-8D3E0D279C39}" srcId="{3749FA15-5310-4F2A-BC79-F44AB85435D1}" destId="{49D6A2D0-A3E2-4287-B61A-AADEA31637EC}" srcOrd="1" destOrd="0" parTransId="{EB16DA2A-5F6B-4E11-9F24-F834F877BF4B}" sibTransId="{AC83DCA8-5499-4F91-9A83-9F9758D9C36F}"/>
    <dgm:cxn modelId="{76AEB9E3-A7C5-4377-B061-43AB223ABFFE}" type="presOf" srcId="{2041743D-6265-4E13-BFC9-8006D3B703BA}" destId="{0F719942-64EE-4DB8-B9F1-E4E766840585}" srcOrd="0" destOrd="2" presId="urn:microsoft.com/office/officeart/2018/2/layout/IconLabelDescriptionList"/>
    <dgm:cxn modelId="{69D33AFE-316F-4844-ABA7-A61BBD6F031A}" srcId="{1DE5140C-1F98-42BC-9EAC-4912A1F586B9}" destId="{4FD3F5A9-5DCC-4CBF-B443-13F35286B581}" srcOrd="0" destOrd="0" parTransId="{7C8162E7-05FD-4068-9AB7-C755425DC80F}" sibTransId="{10328E1E-FAA4-421F-8BF2-D0D555A5D188}"/>
    <dgm:cxn modelId="{6D5DB749-69BA-4AA7-B95A-113AD86490E1}" type="presParOf" srcId="{B333716B-1F1B-466C-BBAE-26AD6B8535FE}" destId="{3267A6F1-10BB-4A22-8EA0-71F6986608E8}" srcOrd="0" destOrd="0" presId="urn:microsoft.com/office/officeart/2018/2/layout/IconLabelDescriptionList"/>
    <dgm:cxn modelId="{144CC943-B1E3-4E36-B70F-5B1DF8B4F7BE}" type="presParOf" srcId="{3267A6F1-10BB-4A22-8EA0-71F6986608E8}" destId="{5D0793E6-D36F-47EB-8DD4-C47FB0BFE31B}" srcOrd="0" destOrd="0" presId="urn:microsoft.com/office/officeart/2018/2/layout/IconLabelDescriptionList"/>
    <dgm:cxn modelId="{B15A7E08-EDDF-49BC-BE19-533D2D49461F}" type="presParOf" srcId="{3267A6F1-10BB-4A22-8EA0-71F6986608E8}" destId="{757532EA-2F13-4128-8AD2-A8935AC009B1}" srcOrd="1" destOrd="0" presId="urn:microsoft.com/office/officeart/2018/2/layout/IconLabelDescriptionList"/>
    <dgm:cxn modelId="{EE5A97D2-B6A4-41B0-9422-CD09C70BD077}" type="presParOf" srcId="{3267A6F1-10BB-4A22-8EA0-71F6986608E8}" destId="{6832A484-99D4-4A01-9D0D-E6409F162056}" srcOrd="2" destOrd="0" presId="urn:microsoft.com/office/officeart/2018/2/layout/IconLabelDescriptionList"/>
    <dgm:cxn modelId="{366C7B4F-20E6-4975-8DB2-6454678D703D}" type="presParOf" srcId="{3267A6F1-10BB-4A22-8EA0-71F6986608E8}" destId="{F85CFF4D-4B5B-4B8A-B397-412FCFB874AC}" srcOrd="3" destOrd="0" presId="urn:microsoft.com/office/officeart/2018/2/layout/IconLabelDescriptionList"/>
    <dgm:cxn modelId="{B79DDAD3-5620-4074-BEA8-234AB102C526}" type="presParOf" srcId="{3267A6F1-10BB-4A22-8EA0-71F6986608E8}" destId="{EE21771E-272C-4838-B659-DDFCD2329E46}" srcOrd="4" destOrd="0" presId="urn:microsoft.com/office/officeart/2018/2/layout/IconLabelDescriptionList"/>
    <dgm:cxn modelId="{338F3B12-6A22-49FF-B94B-8B871D04CA99}" type="presParOf" srcId="{B333716B-1F1B-466C-BBAE-26AD6B8535FE}" destId="{0216D309-1DCA-4E37-8796-C88DE001C18C}" srcOrd="1" destOrd="0" presId="urn:microsoft.com/office/officeart/2018/2/layout/IconLabelDescriptionList"/>
    <dgm:cxn modelId="{D0098F4A-F8E8-4647-82B9-7BCA6294E7F3}" type="presParOf" srcId="{B333716B-1F1B-466C-BBAE-26AD6B8535FE}" destId="{EA274820-33FA-44AF-8110-FD47FA6E3A0B}" srcOrd="2" destOrd="0" presId="urn:microsoft.com/office/officeart/2018/2/layout/IconLabelDescriptionList"/>
    <dgm:cxn modelId="{F3FF52BF-A890-445B-A6E6-0958D936AEE4}" type="presParOf" srcId="{EA274820-33FA-44AF-8110-FD47FA6E3A0B}" destId="{AB3F2944-5A4B-4535-8875-FC273B823FDC}" srcOrd="0" destOrd="0" presId="urn:microsoft.com/office/officeart/2018/2/layout/IconLabelDescriptionList"/>
    <dgm:cxn modelId="{FF5BF440-E20C-4C20-AFD8-6306039588A0}" type="presParOf" srcId="{EA274820-33FA-44AF-8110-FD47FA6E3A0B}" destId="{989987A2-09C2-451D-91E4-3440BF9FB871}" srcOrd="1" destOrd="0" presId="urn:microsoft.com/office/officeart/2018/2/layout/IconLabelDescriptionList"/>
    <dgm:cxn modelId="{DB19379A-3E76-450A-A868-7B822D13E42E}" type="presParOf" srcId="{EA274820-33FA-44AF-8110-FD47FA6E3A0B}" destId="{2A6B5331-19F4-4235-8E73-21C2FDED826C}" srcOrd="2" destOrd="0" presId="urn:microsoft.com/office/officeart/2018/2/layout/IconLabelDescriptionList"/>
    <dgm:cxn modelId="{2BBB89EE-9543-4593-A437-D348D2E6B3A8}" type="presParOf" srcId="{EA274820-33FA-44AF-8110-FD47FA6E3A0B}" destId="{DA48ED2D-FFC6-4A82-80F9-C13327BD6795}" srcOrd="3" destOrd="0" presId="urn:microsoft.com/office/officeart/2018/2/layout/IconLabelDescriptionList"/>
    <dgm:cxn modelId="{B685CABA-F8F9-419E-882B-BFA09746ABD5}" type="presParOf" srcId="{EA274820-33FA-44AF-8110-FD47FA6E3A0B}" destId="{0F719942-64EE-4DB8-B9F1-E4E766840585}" srcOrd="4" destOrd="0" presId="urn:microsoft.com/office/officeart/2018/2/layout/IconLabelDescription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BDC76083-14F8-403D-8CBC-13B1D2CECB7B}"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E8ABA4EE-555A-45F9-BE83-960651B382BD}">
      <dgm:prSet custT="1"/>
      <dgm:spPr/>
      <dgm:t>
        <a:bodyPr/>
        <a:lstStyle/>
        <a:p>
          <a:r>
            <a:rPr lang="en-GB" sz="2000" b="1"/>
            <a:t>Completed the pre-course studies</a:t>
          </a:r>
          <a:endParaRPr lang="en-US" sz="2000"/>
        </a:p>
      </dgm:t>
    </dgm:pt>
    <dgm:pt modelId="{C4BEB050-2CE7-4E9D-BDD0-5558FAC91AB6}" type="parTrans" cxnId="{AF3D2286-4691-418D-B986-D1452BCF0544}">
      <dgm:prSet/>
      <dgm:spPr/>
      <dgm:t>
        <a:bodyPr/>
        <a:lstStyle/>
        <a:p>
          <a:endParaRPr lang="en-US" sz="1400"/>
        </a:p>
      </dgm:t>
    </dgm:pt>
    <dgm:pt modelId="{8B60C54D-EF87-4041-8C21-DA10381888E0}" type="sibTrans" cxnId="{AF3D2286-4691-418D-B986-D1452BCF0544}">
      <dgm:prSet/>
      <dgm:spPr/>
      <dgm:t>
        <a:bodyPr/>
        <a:lstStyle/>
        <a:p>
          <a:endParaRPr lang="en-US" sz="1400"/>
        </a:p>
      </dgm:t>
    </dgm:pt>
    <dgm:pt modelId="{11F8D19B-4EF8-4B9B-9085-F4DA5B480ABC}">
      <dgm:prSet custT="1"/>
      <dgm:spPr/>
      <dgm:t>
        <a:bodyPr/>
        <a:lstStyle/>
        <a:p>
          <a:r>
            <a:rPr lang="en-GB" sz="2000" b="1" dirty="0"/>
            <a:t>Good understanding of the  </a:t>
          </a:r>
          <a:br>
            <a:rPr lang="en-GB" sz="2000" b="1" dirty="0"/>
          </a:br>
          <a:r>
            <a:rPr lang="en-GB" sz="2000" b="1" dirty="0"/>
            <a:t>basics of the C# language</a:t>
          </a:r>
          <a:endParaRPr lang="en-US" sz="2000" dirty="0"/>
        </a:p>
      </dgm:t>
    </dgm:pt>
    <dgm:pt modelId="{4BEFB2E3-335F-48A6-B8C5-C10E288177A3}" type="parTrans" cxnId="{AA1129AE-4D12-4C77-9B56-CDEB83073DDF}">
      <dgm:prSet/>
      <dgm:spPr/>
      <dgm:t>
        <a:bodyPr/>
        <a:lstStyle/>
        <a:p>
          <a:endParaRPr lang="en-US" sz="1400"/>
        </a:p>
      </dgm:t>
    </dgm:pt>
    <dgm:pt modelId="{69226544-17B2-4C8F-AA08-9D82CFF99864}" type="sibTrans" cxnId="{AA1129AE-4D12-4C77-9B56-CDEB83073DDF}">
      <dgm:prSet/>
      <dgm:spPr/>
      <dgm:t>
        <a:bodyPr/>
        <a:lstStyle/>
        <a:p>
          <a:endParaRPr lang="en-US" sz="1400"/>
        </a:p>
      </dgm:t>
    </dgm:pt>
    <dgm:pt modelId="{817F67B4-A510-4360-B8AE-9B4CE07549C6}">
      <dgm:prSet custT="1"/>
      <dgm:spPr/>
      <dgm:t>
        <a:bodyPr/>
        <a:lstStyle/>
        <a:p>
          <a:r>
            <a:rPr lang="en-GB" sz="1400" dirty="0"/>
            <a:t>	</a:t>
          </a:r>
          <a:r>
            <a:rPr lang="en-GB" sz="1600" b="1" dirty="0">
              <a:solidFill>
                <a:srgbClr val="0070C0"/>
              </a:solidFill>
            </a:rPr>
            <a:t>Variables, if statements, </a:t>
          </a:r>
          <a:br>
            <a:rPr lang="en-GB" sz="1600" b="1" dirty="0">
              <a:solidFill>
                <a:srgbClr val="0070C0"/>
              </a:solidFill>
            </a:rPr>
          </a:br>
          <a:r>
            <a:rPr lang="en-GB" sz="1600" b="1" dirty="0">
              <a:solidFill>
                <a:srgbClr val="0070C0"/>
              </a:solidFill>
            </a:rPr>
            <a:t>	Loops, arrays, methods</a:t>
          </a:r>
          <a:endParaRPr lang="en-US" sz="1600" b="1" dirty="0">
            <a:solidFill>
              <a:srgbClr val="0070C0"/>
            </a:solidFill>
          </a:endParaRPr>
        </a:p>
      </dgm:t>
    </dgm:pt>
    <dgm:pt modelId="{BFC59F0D-DBEF-40CB-9863-4AB157A1FDCE}" type="parTrans" cxnId="{60BD8CF2-0EEF-48B0-AED9-B2505332584E}">
      <dgm:prSet/>
      <dgm:spPr/>
      <dgm:t>
        <a:bodyPr/>
        <a:lstStyle/>
        <a:p>
          <a:endParaRPr lang="en-US" sz="1400"/>
        </a:p>
      </dgm:t>
    </dgm:pt>
    <dgm:pt modelId="{048CC229-3C02-4C77-9D36-F406A08FFD84}" type="sibTrans" cxnId="{60BD8CF2-0EEF-48B0-AED9-B2505332584E}">
      <dgm:prSet/>
      <dgm:spPr/>
      <dgm:t>
        <a:bodyPr/>
        <a:lstStyle/>
        <a:p>
          <a:endParaRPr lang="en-US" sz="1400"/>
        </a:p>
      </dgm:t>
    </dgm:pt>
    <dgm:pt modelId="{CD2264CC-67C0-4349-A953-5908D75BC895}">
      <dgm:prSet custT="1"/>
      <dgm:spPr/>
      <dgm:t>
        <a:bodyPr/>
        <a:lstStyle/>
        <a:p>
          <a:r>
            <a:rPr lang="en-GB" sz="2000" b="1" dirty="0"/>
            <a:t>Next chapter is a short recap of C# Fundamentals</a:t>
          </a:r>
          <a:endParaRPr lang="en-US" sz="2000" dirty="0"/>
        </a:p>
      </dgm:t>
    </dgm:pt>
    <dgm:pt modelId="{E1B5F10A-A0D1-47FC-99B3-1506E90BAC80}" type="parTrans" cxnId="{F6B95058-B190-472D-9CCC-85E3DC475A42}">
      <dgm:prSet/>
      <dgm:spPr/>
      <dgm:t>
        <a:bodyPr/>
        <a:lstStyle/>
        <a:p>
          <a:endParaRPr lang="en-US" sz="1400"/>
        </a:p>
      </dgm:t>
    </dgm:pt>
    <dgm:pt modelId="{3FEDB74C-2267-4B51-B569-D7FBC0E239F1}" type="sibTrans" cxnId="{F6B95058-B190-472D-9CCC-85E3DC475A42}">
      <dgm:prSet/>
      <dgm:spPr/>
      <dgm:t>
        <a:bodyPr/>
        <a:lstStyle/>
        <a:p>
          <a:endParaRPr lang="en-US" sz="1400"/>
        </a:p>
      </dgm:t>
    </dgm:pt>
    <dgm:pt modelId="{05DC00FF-3BC3-4331-B07C-C8D76372709F}" type="pres">
      <dgm:prSet presAssocID="{BDC76083-14F8-403D-8CBC-13B1D2CECB7B}" presName="root" presStyleCnt="0">
        <dgm:presLayoutVars>
          <dgm:dir/>
          <dgm:resizeHandles val="exact"/>
        </dgm:presLayoutVars>
      </dgm:prSet>
      <dgm:spPr/>
    </dgm:pt>
    <dgm:pt modelId="{2D7CD4D8-31BF-4F30-8335-90F4A650F6DA}" type="pres">
      <dgm:prSet presAssocID="{E8ABA4EE-555A-45F9-BE83-960651B382BD}" presName="compNode" presStyleCnt="0"/>
      <dgm:spPr/>
    </dgm:pt>
    <dgm:pt modelId="{A2756525-228F-41EB-9089-322C91ECFCFD}" type="pres">
      <dgm:prSet presAssocID="{E8ABA4EE-555A-45F9-BE83-960651B382BD}" presName="bgRect" presStyleLbl="bgShp" presStyleIdx="0" presStyleCnt="3"/>
      <dgm:spPr/>
    </dgm:pt>
    <dgm:pt modelId="{F1C5B8AB-A2B4-4C46-94F1-03ABEDFD2C40}" type="pres">
      <dgm:prSet presAssocID="{E8ABA4EE-555A-45F9-BE83-960651B382BD}"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Checkmark"/>
        </a:ext>
      </dgm:extLst>
    </dgm:pt>
    <dgm:pt modelId="{E75F08A6-C3DF-45F2-BA2F-B7DDEAD9AD5E}" type="pres">
      <dgm:prSet presAssocID="{E8ABA4EE-555A-45F9-BE83-960651B382BD}" presName="spaceRect" presStyleCnt="0"/>
      <dgm:spPr/>
    </dgm:pt>
    <dgm:pt modelId="{826E19CD-63E0-4340-91D1-AA7612F54FC9}" type="pres">
      <dgm:prSet presAssocID="{E8ABA4EE-555A-45F9-BE83-960651B382BD}" presName="parTx" presStyleLbl="revTx" presStyleIdx="0" presStyleCnt="4">
        <dgm:presLayoutVars>
          <dgm:chMax val="0"/>
          <dgm:chPref val="0"/>
        </dgm:presLayoutVars>
      </dgm:prSet>
      <dgm:spPr/>
    </dgm:pt>
    <dgm:pt modelId="{93748B39-5753-4FC8-8EBC-50E0A23319CE}" type="pres">
      <dgm:prSet presAssocID="{8B60C54D-EF87-4041-8C21-DA10381888E0}" presName="sibTrans" presStyleCnt="0"/>
      <dgm:spPr/>
    </dgm:pt>
    <dgm:pt modelId="{EF86B993-6858-40A4-BF45-18722A38E002}" type="pres">
      <dgm:prSet presAssocID="{11F8D19B-4EF8-4B9B-9085-F4DA5B480ABC}" presName="compNode" presStyleCnt="0"/>
      <dgm:spPr/>
    </dgm:pt>
    <dgm:pt modelId="{5B365F4E-1139-49C2-BFB5-755198DB7B82}" type="pres">
      <dgm:prSet presAssocID="{11F8D19B-4EF8-4B9B-9085-F4DA5B480ABC}" presName="bgRect" presStyleLbl="bgShp" presStyleIdx="1" presStyleCnt="3"/>
      <dgm:spPr/>
    </dgm:pt>
    <dgm:pt modelId="{0237A925-FF1A-4960-94FA-856704F74088}" type="pres">
      <dgm:prSet presAssocID="{11F8D19B-4EF8-4B9B-9085-F4DA5B480ABC}"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Programmer"/>
        </a:ext>
      </dgm:extLst>
    </dgm:pt>
    <dgm:pt modelId="{6EDBA396-193B-4601-BE21-288260AC0F9A}" type="pres">
      <dgm:prSet presAssocID="{11F8D19B-4EF8-4B9B-9085-F4DA5B480ABC}" presName="spaceRect" presStyleCnt="0"/>
      <dgm:spPr/>
    </dgm:pt>
    <dgm:pt modelId="{39487249-CDFC-4859-A97E-1CBC2100E2C2}" type="pres">
      <dgm:prSet presAssocID="{11F8D19B-4EF8-4B9B-9085-F4DA5B480ABC}" presName="parTx" presStyleLbl="revTx" presStyleIdx="1" presStyleCnt="4">
        <dgm:presLayoutVars>
          <dgm:chMax val="0"/>
          <dgm:chPref val="0"/>
        </dgm:presLayoutVars>
      </dgm:prSet>
      <dgm:spPr/>
    </dgm:pt>
    <dgm:pt modelId="{8BD1D46F-18BC-4F78-9A62-B59EDCFA6AC4}" type="pres">
      <dgm:prSet presAssocID="{11F8D19B-4EF8-4B9B-9085-F4DA5B480ABC}" presName="desTx" presStyleLbl="revTx" presStyleIdx="2" presStyleCnt="4">
        <dgm:presLayoutVars/>
      </dgm:prSet>
      <dgm:spPr/>
    </dgm:pt>
    <dgm:pt modelId="{FCE8F48F-3B32-4CA0-BFC1-B19E18F776EB}" type="pres">
      <dgm:prSet presAssocID="{69226544-17B2-4C8F-AA08-9D82CFF99864}" presName="sibTrans" presStyleCnt="0"/>
      <dgm:spPr/>
    </dgm:pt>
    <dgm:pt modelId="{2560503C-F6D4-48CB-B6EF-61EE875C4374}" type="pres">
      <dgm:prSet presAssocID="{CD2264CC-67C0-4349-A953-5908D75BC895}" presName="compNode" presStyleCnt="0"/>
      <dgm:spPr/>
    </dgm:pt>
    <dgm:pt modelId="{8501AC20-A7DD-4664-BF2D-33F3387DEC86}" type="pres">
      <dgm:prSet presAssocID="{CD2264CC-67C0-4349-A953-5908D75BC895}" presName="bgRect" presStyleLbl="bgShp" presStyleIdx="2" presStyleCnt="3"/>
      <dgm:spPr/>
    </dgm:pt>
    <dgm:pt modelId="{99B75C6D-CEF4-4E6B-9614-3F50D967D384}" type="pres">
      <dgm:prSet presAssocID="{CD2264CC-67C0-4349-A953-5908D75BC895}"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Books"/>
        </a:ext>
      </dgm:extLst>
    </dgm:pt>
    <dgm:pt modelId="{5F5F9222-D7D6-46B5-B41D-9AC1B3CB4498}" type="pres">
      <dgm:prSet presAssocID="{CD2264CC-67C0-4349-A953-5908D75BC895}" presName="spaceRect" presStyleCnt="0"/>
      <dgm:spPr/>
    </dgm:pt>
    <dgm:pt modelId="{F0DC7861-B2C2-4D4B-88FD-68F2FE48BFFF}" type="pres">
      <dgm:prSet presAssocID="{CD2264CC-67C0-4349-A953-5908D75BC895}" presName="parTx" presStyleLbl="revTx" presStyleIdx="3" presStyleCnt="4">
        <dgm:presLayoutVars>
          <dgm:chMax val="0"/>
          <dgm:chPref val="0"/>
        </dgm:presLayoutVars>
      </dgm:prSet>
      <dgm:spPr/>
    </dgm:pt>
  </dgm:ptLst>
  <dgm:cxnLst>
    <dgm:cxn modelId="{366EB01F-91A8-474B-B47D-6BD74C8938BE}" type="presOf" srcId="{BDC76083-14F8-403D-8CBC-13B1D2CECB7B}" destId="{05DC00FF-3BC3-4331-B07C-C8D76372709F}" srcOrd="0" destOrd="0" presId="urn:microsoft.com/office/officeart/2018/2/layout/IconVerticalSolidList"/>
    <dgm:cxn modelId="{6BB6EB3F-A634-4735-A832-E9E7DE44DFC9}" type="presOf" srcId="{E8ABA4EE-555A-45F9-BE83-960651B382BD}" destId="{826E19CD-63E0-4340-91D1-AA7612F54FC9}" srcOrd="0" destOrd="0" presId="urn:microsoft.com/office/officeart/2018/2/layout/IconVerticalSolidList"/>
    <dgm:cxn modelId="{ABB7075E-AA8D-4655-B55C-90EC96861C47}" type="presOf" srcId="{817F67B4-A510-4360-B8AE-9B4CE07549C6}" destId="{8BD1D46F-18BC-4F78-9A62-B59EDCFA6AC4}" srcOrd="0" destOrd="0" presId="urn:microsoft.com/office/officeart/2018/2/layout/IconVerticalSolidList"/>
    <dgm:cxn modelId="{2511DC63-46F6-4167-847E-0D26C51E9754}" type="presOf" srcId="{11F8D19B-4EF8-4B9B-9085-F4DA5B480ABC}" destId="{39487249-CDFC-4859-A97E-1CBC2100E2C2}" srcOrd="0" destOrd="0" presId="urn:microsoft.com/office/officeart/2018/2/layout/IconVerticalSolidList"/>
    <dgm:cxn modelId="{F6B95058-B190-472D-9CCC-85E3DC475A42}" srcId="{BDC76083-14F8-403D-8CBC-13B1D2CECB7B}" destId="{CD2264CC-67C0-4349-A953-5908D75BC895}" srcOrd="2" destOrd="0" parTransId="{E1B5F10A-A0D1-47FC-99B3-1506E90BAC80}" sibTransId="{3FEDB74C-2267-4B51-B569-D7FBC0E239F1}"/>
    <dgm:cxn modelId="{AF3D2286-4691-418D-B986-D1452BCF0544}" srcId="{BDC76083-14F8-403D-8CBC-13B1D2CECB7B}" destId="{E8ABA4EE-555A-45F9-BE83-960651B382BD}" srcOrd="0" destOrd="0" parTransId="{C4BEB050-2CE7-4E9D-BDD0-5558FAC91AB6}" sibTransId="{8B60C54D-EF87-4041-8C21-DA10381888E0}"/>
    <dgm:cxn modelId="{AA1129AE-4D12-4C77-9B56-CDEB83073DDF}" srcId="{BDC76083-14F8-403D-8CBC-13B1D2CECB7B}" destId="{11F8D19B-4EF8-4B9B-9085-F4DA5B480ABC}" srcOrd="1" destOrd="0" parTransId="{4BEFB2E3-335F-48A6-B8C5-C10E288177A3}" sibTransId="{69226544-17B2-4C8F-AA08-9D82CFF99864}"/>
    <dgm:cxn modelId="{60BD8CF2-0EEF-48B0-AED9-B2505332584E}" srcId="{11F8D19B-4EF8-4B9B-9085-F4DA5B480ABC}" destId="{817F67B4-A510-4360-B8AE-9B4CE07549C6}" srcOrd="0" destOrd="0" parTransId="{BFC59F0D-DBEF-40CB-9863-4AB157A1FDCE}" sibTransId="{048CC229-3C02-4C77-9D36-F406A08FFD84}"/>
    <dgm:cxn modelId="{C718F6F8-D2D1-49B5-B526-F52A1CAB7CE2}" type="presOf" srcId="{CD2264CC-67C0-4349-A953-5908D75BC895}" destId="{F0DC7861-B2C2-4D4B-88FD-68F2FE48BFFF}" srcOrd="0" destOrd="0" presId="urn:microsoft.com/office/officeart/2018/2/layout/IconVerticalSolidList"/>
    <dgm:cxn modelId="{03A7F719-A1C2-4973-8990-63D03E2D4D96}" type="presParOf" srcId="{05DC00FF-3BC3-4331-B07C-C8D76372709F}" destId="{2D7CD4D8-31BF-4F30-8335-90F4A650F6DA}" srcOrd="0" destOrd="0" presId="urn:microsoft.com/office/officeart/2018/2/layout/IconVerticalSolidList"/>
    <dgm:cxn modelId="{B9DD48E8-9632-468F-9D52-E3091445B9EB}" type="presParOf" srcId="{2D7CD4D8-31BF-4F30-8335-90F4A650F6DA}" destId="{A2756525-228F-41EB-9089-322C91ECFCFD}" srcOrd="0" destOrd="0" presId="urn:microsoft.com/office/officeart/2018/2/layout/IconVerticalSolidList"/>
    <dgm:cxn modelId="{E11B5F7B-4D3B-4ECB-B39B-AA02E307B320}" type="presParOf" srcId="{2D7CD4D8-31BF-4F30-8335-90F4A650F6DA}" destId="{F1C5B8AB-A2B4-4C46-94F1-03ABEDFD2C40}" srcOrd="1" destOrd="0" presId="urn:microsoft.com/office/officeart/2018/2/layout/IconVerticalSolidList"/>
    <dgm:cxn modelId="{920E8788-79DA-4E5F-8600-786DF13D2163}" type="presParOf" srcId="{2D7CD4D8-31BF-4F30-8335-90F4A650F6DA}" destId="{E75F08A6-C3DF-45F2-BA2F-B7DDEAD9AD5E}" srcOrd="2" destOrd="0" presId="urn:microsoft.com/office/officeart/2018/2/layout/IconVerticalSolidList"/>
    <dgm:cxn modelId="{C092521D-9F0B-4FA1-AFE7-B17951975BF3}" type="presParOf" srcId="{2D7CD4D8-31BF-4F30-8335-90F4A650F6DA}" destId="{826E19CD-63E0-4340-91D1-AA7612F54FC9}" srcOrd="3" destOrd="0" presId="urn:microsoft.com/office/officeart/2018/2/layout/IconVerticalSolidList"/>
    <dgm:cxn modelId="{F44EC976-8641-4D2A-AED3-31932EB01F25}" type="presParOf" srcId="{05DC00FF-3BC3-4331-B07C-C8D76372709F}" destId="{93748B39-5753-4FC8-8EBC-50E0A23319CE}" srcOrd="1" destOrd="0" presId="urn:microsoft.com/office/officeart/2018/2/layout/IconVerticalSolidList"/>
    <dgm:cxn modelId="{30023204-6DF4-4C2D-B3BE-7FE7D2A227CA}" type="presParOf" srcId="{05DC00FF-3BC3-4331-B07C-C8D76372709F}" destId="{EF86B993-6858-40A4-BF45-18722A38E002}" srcOrd="2" destOrd="0" presId="urn:microsoft.com/office/officeart/2018/2/layout/IconVerticalSolidList"/>
    <dgm:cxn modelId="{0A5BFC87-8871-4A50-894D-8E4F631C64CA}" type="presParOf" srcId="{EF86B993-6858-40A4-BF45-18722A38E002}" destId="{5B365F4E-1139-49C2-BFB5-755198DB7B82}" srcOrd="0" destOrd="0" presId="urn:microsoft.com/office/officeart/2018/2/layout/IconVerticalSolidList"/>
    <dgm:cxn modelId="{A887B085-9D7E-40F2-B5B0-4E44742A2B06}" type="presParOf" srcId="{EF86B993-6858-40A4-BF45-18722A38E002}" destId="{0237A925-FF1A-4960-94FA-856704F74088}" srcOrd="1" destOrd="0" presId="urn:microsoft.com/office/officeart/2018/2/layout/IconVerticalSolidList"/>
    <dgm:cxn modelId="{C3C86316-8E3E-4433-81E7-E262303269DB}" type="presParOf" srcId="{EF86B993-6858-40A4-BF45-18722A38E002}" destId="{6EDBA396-193B-4601-BE21-288260AC0F9A}" srcOrd="2" destOrd="0" presId="urn:microsoft.com/office/officeart/2018/2/layout/IconVerticalSolidList"/>
    <dgm:cxn modelId="{299BAB00-0F69-4FAD-AD9D-B37EA5F7BEBE}" type="presParOf" srcId="{EF86B993-6858-40A4-BF45-18722A38E002}" destId="{39487249-CDFC-4859-A97E-1CBC2100E2C2}" srcOrd="3" destOrd="0" presId="urn:microsoft.com/office/officeart/2018/2/layout/IconVerticalSolidList"/>
    <dgm:cxn modelId="{AAB6B065-5572-4B6F-AA5E-459F9510645A}" type="presParOf" srcId="{EF86B993-6858-40A4-BF45-18722A38E002}" destId="{8BD1D46F-18BC-4F78-9A62-B59EDCFA6AC4}" srcOrd="4" destOrd="0" presId="urn:microsoft.com/office/officeart/2018/2/layout/IconVerticalSolidList"/>
    <dgm:cxn modelId="{9E139D33-4328-4B2B-AD35-0066F58F6999}" type="presParOf" srcId="{05DC00FF-3BC3-4331-B07C-C8D76372709F}" destId="{FCE8F48F-3B32-4CA0-BFC1-B19E18F776EB}" srcOrd="3" destOrd="0" presId="urn:microsoft.com/office/officeart/2018/2/layout/IconVerticalSolidList"/>
    <dgm:cxn modelId="{F0A9C1BA-089D-4922-8363-35FE6C1C9B5C}" type="presParOf" srcId="{05DC00FF-3BC3-4331-B07C-C8D76372709F}" destId="{2560503C-F6D4-48CB-B6EF-61EE875C4374}" srcOrd="4" destOrd="0" presId="urn:microsoft.com/office/officeart/2018/2/layout/IconVerticalSolidList"/>
    <dgm:cxn modelId="{56669478-21D9-4FE1-A341-CA4E0835AAFF}" type="presParOf" srcId="{2560503C-F6D4-48CB-B6EF-61EE875C4374}" destId="{8501AC20-A7DD-4664-BF2D-33F3387DEC86}" srcOrd="0" destOrd="0" presId="urn:microsoft.com/office/officeart/2018/2/layout/IconVerticalSolidList"/>
    <dgm:cxn modelId="{B31F5A09-BFCE-4AF0-B35D-5FC66461367A}" type="presParOf" srcId="{2560503C-F6D4-48CB-B6EF-61EE875C4374}" destId="{99B75C6D-CEF4-4E6B-9614-3F50D967D384}" srcOrd="1" destOrd="0" presId="urn:microsoft.com/office/officeart/2018/2/layout/IconVerticalSolidList"/>
    <dgm:cxn modelId="{5BD431B8-BDD0-4497-BFE8-366D769E3B7B}" type="presParOf" srcId="{2560503C-F6D4-48CB-B6EF-61EE875C4374}" destId="{5F5F9222-D7D6-46B5-B41D-9AC1B3CB4498}" srcOrd="2" destOrd="0" presId="urn:microsoft.com/office/officeart/2018/2/layout/IconVerticalSolidList"/>
    <dgm:cxn modelId="{AF120269-542D-45B1-9D5C-3DF76A363CC9}" type="presParOf" srcId="{2560503C-F6D4-48CB-B6EF-61EE875C4374}" destId="{F0DC7861-B2C2-4D4B-88FD-68F2FE48BFFF}"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9660798-8D94-49E7-813A-CF197E656B98}"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US"/>
        </a:p>
      </dgm:t>
    </dgm:pt>
    <dgm:pt modelId="{28445A0D-2564-4112-A7DA-9C778EA8C1EB}">
      <dgm:prSet custT="1"/>
      <dgm:spPr/>
      <dgm:t>
        <a:bodyPr/>
        <a:lstStyle/>
        <a:p>
          <a:r>
            <a:rPr lang="en-GB" sz="2400" b="1" dirty="0"/>
            <a:t>Chalk and talk, demos</a:t>
          </a:r>
          <a:endParaRPr lang="en-US" sz="2400" dirty="0"/>
        </a:p>
      </dgm:t>
    </dgm:pt>
    <dgm:pt modelId="{FC4B9089-D37C-463E-9D37-1E83A3716855}" type="parTrans" cxnId="{82091246-42D1-4412-BA80-8A50785F5106}">
      <dgm:prSet/>
      <dgm:spPr/>
      <dgm:t>
        <a:bodyPr/>
        <a:lstStyle/>
        <a:p>
          <a:endParaRPr lang="en-US" sz="1600"/>
        </a:p>
      </dgm:t>
    </dgm:pt>
    <dgm:pt modelId="{C5EB6930-C127-49C3-BF47-D27074D5BAA3}" type="sibTrans" cxnId="{82091246-42D1-4412-BA80-8A50785F5106}">
      <dgm:prSet/>
      <dgm:spPr/>
      <dgm:t>
        <a:bodyPr/>
        <a:lstStyle/>
        <a:p>
          <a:endParaRPr lang="en-US" sz="1600"/>
        </a:p>
      </dgm:t>
    </dgm:pt>
    <dgm:pt modelId="{A9B1E71D-5292-40AB-BBCB-8073794DE383}">
      <dgm:prSet custT="1"/>
      <dgm:spPr/>
      <dgm:t>
        <a:bodyPr/>
        <a:lstStyle/>
        <a:p>
          <a:r>
            <a:rPr lang="en-GB" sz="2400" b="1"/>
            <a:t>Hands-on labs</a:t>
          </a:r>
          <a:endParaRPr lang="en-US" sz="2400"/>
        </a:p>
      </dgm:t>
    </dgm:pt>
    <dgm:pt modelId="{4DFFB8A1-44EA-4E75-96EF-ACF13C054D29}" type="parTrans" cxnId="{2CDF663B-726A-47A7-B79C-A04D122E15E1}">
      <dgm:prSet/>
      <dgm:spPr/>
      <dgm:t>
        <a:bodyPr/>
        <a:lstStyle/>
        <a:p>
          <a:endParaRPr lang="en-US" sz="1600"/>
        </a:p>
      </dgm:t>
    </dgm:pt>
    <dgm:pt modelId="{17A04360-143F-4E35-8EC9-FF968FDD31F1}" type="sibTrans" cxnId="{2CDF663B-726A-47A7-B79C-A04D122E15E1}">
      <dgm:prSet/>
      <dgm:spPr/>
      <dgm:t>
        <a:bodyPr/>
        <a:lstStyle/>
        <a:p>
          <a:endParaRPr lang="en-US" sz="1600"/>
        </a:p>
      </dgm:t>
    </dgm:pt>
    <dgm:pt modelId="{C9F87A3C-77E9-4AE6-9262-27EBE15C5057}">
      <dgm:prSet custT="1"/>
      <dgm:spPr/>
      <dgm:t>
        <a:bodyPr/>
        <a:lstStyle/>
        <a:p>
          <a:pPr rtl="0"/>
          <a:r>
            <a:rPr lang="en-GB" sz="2000" b="1" dirty="0"/>
            <a:t>Questions </a:t>
          </a:r>
          <a:r>
            <a:rPr lang="en-GB" sz="1800" b="1" dirty="0"/>
            <a:t>(No such a thing as a bad question)</a:t>
          </a:r>
          <a:endParaRPr lang="en-US" sz="2000" b="1" dirty="0"/>
        </a:p>
      </dgm:t>
    </dgm:pt>
    <dgm:pt modelId="{0EFB674B-8BA8-435D-A7C1-26404E3D3A85}" type="parTrans" cxnId="{E8A46B67-77C0-4477-B5C5-C641F8BC0F8D}">
      <dgm:prSet/>
      <dgm:spPr/>
      <dgm:t>
        <a:bodyPr/>
        <a:lstStyle/>
        <a:p>
          <a:endParaRPr lang="en-US" sz="1600"/>
        </a:p>
      </dgm:t>
    </dgm:pt>
    <dgm:pt modelId="{EE6C0B7C-C703-4C68-99A9-658DB0A5C0C5}" type="sibTrans" cxnId="{E8A46B67-77C0-4477-B5C5-C641F8BC0F8D}">
      <dgm:prSet/>
      <dgm:spPr/>
      <dgm:t>
        <a:bodyPr/>
        <a:lstStyle/>
        <a:p>
          <a:endParaRPr lang="en-US" sz="1600"/>
        </a:p>
      </dgm:t>
    </dgm:pt>
    <dgm:pt modelId="{22645EA4-7FEB-457D-BEA1-9DB77A111D20}">
      <dgm:prSet custT="1"/>
      <dgm:spPr/>
      <dgm:t>
        <a:bodyPr/>
        <a:lstStyle/>
        <a:p>
          <a:r>
            <a:rPr lang="en-GB" sz="2400" b="1"/>
            <a:t>Review sessions</a:t>
          </a:r>
          <a:endParaRPr lang="en-US" sz="2400"/>
        </a:p>
      </dgm:t>
    </dgm:pt>
    <dgm:pt modelId="{5731DC79-01CC-451B-9952-797654025571}" type="parTrans" cxnId="{DEB95F20-697F-4962-A209-3A83162D1EA1}">
      <dgm:prSet/>
      <dgm:spPr/>
      <dgm:t>
        <a:bodyPr/>
        <a:lstStyle/>
        <a:p>
          <a:endParaRPr lang="en-US" sz="1600"/>
        </a:p>
      </dgm:t>
    </dgm:pt>
    <dgm:pt modelId="{17FF4D2B-FB7D-4F22-BD81-CEDB589B243D}" type="sibTrans" cxnId="{DEB95F20-697F-4962-A209-3A83162D1EA1}">
      <dgm:prSet/>
      <dgm:spPr/>
      <dgm:t>
        <a:bodyPr/>
        <a:lstStyle/>
        <a:p>
          <a:endParaRPr lang="en-US" sz="1600"/>
        </a:p>
      </dgm:t>
    </dgm:pt>
    <dgm:pt modelId="{EFF02B35-C944-4EC8-A444-8EE38D8CB21C}">
      <dgm:prSet custT="1"/>
      <dgm:spPr/>
      <dgm:t>
        <a:bodyPr/>
        <a:lstStyle/>
        <a:p>
          <a:r>
            <a:rPr lang="en-GB" sz="2400" b="1"/>
            <a:t>Self-teach moments</a:t>
          </a:r>
          <a:endParaRPr lang="en-US" sz="2400"/>
        </a:p>
      </dgm:t>
    </dgm:pt>
    <dgm:pt modelId="{62622161-6C93-4427-8769-3764E9A7E672}" type="parTrans" cxnId="{2D8F9887-317C-4A28-91AC-61E115BDCF14}">
      <dgm:prSet/>
      <dgm:spPr/>
      <dgm:t>
        <a:bodyPr/>
        <a:lstStyle/>
        <a:p>
          <a:endParaRPr lang="en-US" sz="1600"/>
        </a:p>
      </dgm:t>
    </dgm:pt>
    <dgm:pt modelId="{13511430-4970-481A-AB60-FBBD3EA2964D}" type="sibTrans" cxnId="{2D8F9887-317C-4A28-91AC-61E115BDCF14}">
      <dgm:prSet/>
      <dgm:spPr/>
      <dgm:t>
        <a:bodyPr/>
        <a:lstStyle/>
        <a:p>
          <a:endParaRPr lang="en-US" sz="1600"/>
        </a:p>
      </dgm:t>
    </dgm:pt>
    <dgm:pt modelId="{21BB912D-08D5-4D00-8A02-0C11BB3A98B1}">
      <dgm:prSet custT="1"/>
      <dgm:spPr/>
      <dgm:t>
        <a:bodyPr/>
        <a:lstStyle/>
        <a:p>
          <a:r>
            <a:rPr lang="en-GB" sz="2400" b="1" dirty="0"/>
            <a:t>Labs – </a:t>
          </a:r>
          <a:r>
            <a:rPr lang="en-GB" sz="1800" b="0" dirty="0"/>
            <a:t>more than 50% of the course</a:t>
          </a:r>
          <a:endParaRPr lang="en-US" sz="2400" b="0" dirty="0"/>
        </a:p>
      </dgm:t>
    </dgm:pt>
    <dgm:pt modelId="{DD8F0F2B-A86E-4819-AA50-30BD85FA3FCD}" type="parTrans" cxnId="{79D3B242-8611-4306-85B1-031B6AB77092}">
      <dgm:prSet/>
      <dgm:spPr/>
      <dgm:t>
        <a:bodyPr/>
        <a:lstStyle/>
        <a:p>
          <a:endParaRPr lang="en-US" sz="1600"/>
        </a:p>
      </dgm:t>
    </dgm:pt>
    <dgm:pt modelId="{E0376D30-67D4-4644-896E-E3A65C4EBC3D}" type="sibTrans" cxnId="{79D3B242-8611-4306-85B1-031B6AB77092}">
      <dgm:prSet/>
      <dgm:spPr/>
      <dgm:t>
        <a:bodyPr/>
        <a:lstStyle/>
        <a:p>
          <a:endParaRPr lang="en-US" sz="1600"/>
        </a:p>
      </dgm:t>
    </dgm:pt>
    <dgm:pt modelId="{A15324D0-E3E1-4EDD-9A26-3E4542ACD3B1}">
      <dgm:prSet custT="1"/>
      <dgm:spPr/>
      <dgm:t>
        <a:bodyPr/>
        <a:lstStyle/>
        <a:p>
          <a:r>
            <a:rPr lang="en-GB" sz="2400" b="1" kern="1200" dirty="0"/>
            <a:t>Course </a:t>
          </a:r>
          <a:r>
            <a:rPr lang="en-GB" sz="2400" b="1" kern="1200" dirty="0">
              <a:solidFill>
                <a:srgbClr val="FFFFFF"/>
              </a:solidFill>
              <a:latin typeface="Montserrat"/>
              <a:ea typeface="+mn-ea"/>
              <a:cs typeface="+mn-cs"/>
            </a:rPr>
            <a:t>Slides and Labs</a:t>
          </a:r>
          <a:endParaRPr lang="en-US" sz="2400" b="1" kern="1200" dirty="0">
            <a:solidFill>
              <a:srgbClr val="FFFFFF"/>
            </a:solidFill>
            <a:latin typeface="Montserrat"/>
            <a:ea typeface="+mn-ea"/>
            <a:cs typeface="+mn-cs"/>
          </a:endParaRPr>
        </a:p>
      </dgm:t>
    </dgm:pt>
    <dgm:pt modelId="{177F2BBC-3B29-4752-AF41-C4326443C84E}" type="parTrans" cxnId="{77C1CA74-DEDA-409D-A464-BAA695FC2710}">
      <dgm:prSet/>
      <dgm:spPr/>
      <dgm:t>
        <a:bodyPr/>
        <a:lstStyle/>
        <a:p>
          <a:endParaRPr lang="en-US" sz="1600"/>
        </a:p>
      </dgm:t>
    </dgm:pt>
    <dgm:pt modelId="{4AD671D6-06E8-4574-A18D-EDE1EF42E7B7}" type="sibTrans" cxnId="{77C1CA74-DEDA-409D-A464-BAA695FC2710}">
      <dgm:prSet/>
      <dgm:spPr/>
      <dgm:t>
        <a:bodyPr/>
        <a:lstStyle/>
        <a:p>
          <a:endParaRPr lang="en-US" sz="1600"/>
        </a:p>
      </dgm:t>
    </dgm:pt>
    <dgm:pt modelId="{2F677984-5A57-4B36-A4E3-3E20316BE282}" type="pres">
      <dgm:prSet presAssocID="{D9660798-8D94-49E7-813A-CF197E656B98}" presName="linear" presStyleCnt="0">
        <dgm:presLayoutVars>
          <dgm:animLvl val="lvl"/>
          <dgm:resizeHandles val="exact"/>
        </dgm:presLayoutVars>
      </dgm:prSet>
      <dgm:spPr/>
    </dgm:pt>
    <dgm:pt modelId="{4D91646B-9E4A-433E-9068-6B8DD323F55A}" type="pres">
      <dgm:prSet presAssocID="{28445A0D-2564-4112-A7DA-9C778EA8C1EB}" presName="parentText" presStyleLbl="node1" presStyleIdx="0" presStyleCnt="7">
        <dgm:presLayoutVars>
          <dgm:chMax val="0"/>
          <dgm:bulletEnabled val="1"/>
        </dgm:presLayoutVars>
      </dgm:prSet>
      <dgm:spPr/>
    </dgm:pt>
    <dgm:pt modelId="{3FDB4573-F08C-49C2-A315-972CFB83012E}" type="pres">
      <dgm:prSet presAssocID="{C5EB6930-C127-49C3-BF47-D27074D5BAA3}" presName="spacer" presStyleCnt="0"/>
      <dgm:spPr/>
    </dgm:pt>
    <dgm:pt modelId="{BE91BF1A-9DDA-4426-A8B4-444EC09330B1}" type="pres">
      <dgm:prSet presAssocID="{A9B1E71D-5292-40AB-BBCB-8073794DE383}" presName="parentText" presStyleLbl="node1" presStyleIdx="1" presStyleCnt="7">
        <dgm:presLayoutVars>
          <dgm:chMax val="0"/>
          <dgm:bulletEnabled val="1"/>
        </dgm:presLayoutVars>
      </dgm:prSet>
      <dgm:spPr/>
    </dgm:pt>
    <dgm:pt modelId="{A3E3CE60-2FCD-4D14-B09A-2738EB2B1109}" type="pres">
      <dgm:prSet presAssocID="{17A04360-143F-4E35-8EC9-FF968FDD31F1}" presName="spacer" presStyleCnt="0"/>
      <dgm:spPr/>
    </dgm:pt>
    <dgm:pt modelId="{7D8C394C-CBB2-48EE-ADF6-202CB99B1770}" type="pres">
      <dgm:prSet presAssocID="{C9F87A3C-77E9-4AE6-9262-27EBE15C5057}" presName="parentText" presStyleLbl="node1" presStyleIdx="2" presStyleCnt="7">
        <dgm:presLayoutVars>
          <dgm:chMax val="0"/>
          <dgm:bulletEnabled val="1"/>
        </dgm:presLayoutVars>
      </dgm:prSet>
      <dgm:spPr/>
    </dgm:pt>
    <dgm:pt modelId="{A2AA4E07-00D8-40FD-B066-2FFF2F47A9D7}" type="pres">
      <dgm:prSet presAssocID="{EE6C0B7C-C703-4C68-99A9-658DB0A5C0C5}" presName="spacer" presStyleCnt="0"/>
      <dgm:spPr/>
    </dgm:pt>
    <dgm:pt modelId="{EDA1E7C6-11BC-456E-B017-2B1EAB102E8D}" type="pres">
      <dgm:prSet presAssocID="{22645EA4-7FEB-457D-BEA1-9DB77A111D20}" presName="parentText" presStyleLbl="node1" presStyleIdx="3" presStyleCnt="7">
        <dgm:presLayoutVars>
          <dgm:chMax val="0"/>
          <dgm:bulletEnabled val="1"/>
        </dgm:presLayoutVars>
      </dgm:prSet>
      <dgm:spPr/>
    </dgm:pt>
    <dgm:pt modelId="{066F21D1-DD6A-48F9-A93C-017BC1B60D82}" type="pres">
      <dgm:prSet presAssocID="{17FF4D2B-FB7D-4F22-BD81-CEDB589B243D}" presName="spacer" presStyleCnt="0"/>
      <dgm:spPr/>
    </dgm:pt>
    <dgm:pt modelId="{1A91805B-A8C7-4194-847E-571124C56306}" type="pres">
      <dgm:prSet presAssocID="{EFF02B35-C944-4EC8-A444-8EE38D8CB21C}" presName="parentText" presStyleLbl="node1" presStyleIdx="4" presStyleCnt="7">
        <dgm:presLayoutVars>
          <dgm:chMax val="0"/>
          <dgm:bulletEnabled val="1"/>
        </dgm:presLayoutVars>
      </dgm:prSet>
      <dgm:spPr/>
    </dgm:pt>
    <dgm:pt modelId="{96190415-D154-4A51-A06F-D41FAC58C360}" type="pres">
      <dgm:prSet presAssocID="{13511430-4970-481A-AB60-FBBD3EA2964D}" presName="spacer" presStyleCnt="0"/>
      <dgm:spPr/>
    </dgm:pt>
    <dgm:pt modelId="{D4BECE17-8D8F-4543-BBCA-2370F29ABEC9}" type="pres">
      <dgm:prSet presAssocID="{21BB912D-08D5-4D00-8A02-0C11BB3A98B1}" presName="parentText" presStyleLbl="node1" presStyleIdx="5" presStyleCnt="7">
        <dgm:presLayoutVars>
          <dgm:chMax val="0"/>
          <dgm:bulletEnabled val="1"/>
        </dgm:presLayoutVars>
      </dgm:prSet>
      <dgm:spPr/>
    </dgm:pt>
    <dgm:pt modelId="{F0340EFC-006E-4A1D-BF94-756462BCE725}" type="pres">
      <dgm:prSet presAssocID="{E0376D30-67D4-4644-896E-E3A65C4EBC3D}" presName="spacer" presStyleCnt="0"/>
      <dgm:spPr/>
    </dgm:pt>
    <dgm:pt modelId="{7DEA84F3-56ED-4A82-A008-D99DE317CB00}" type="pres">
      <dgm:prSet presAssocID="{A15324D0-E3E1-4EDD-9A26-3E4542ACD3B1}" presName="parentText" presStyleLbl="node1" presStyleIdx="6" presStyleCnt="7">
        <dgm:presLayoutVars>
          <dgm:chMax val="0"/>
          <dgm:bulletEnabled val="1"/>
        </dgm:presLayoutVars>
      </dgm:prSet>
      <dgm:spPr/>
    </dgm:pt>
  </dgm:ptLst>
  <dgm:cxnLst>
    <dgm:cxn modelId="{E2CA1D02-2B0D-4040-90CD-95519C9AD5E8}" type="presOf" srcId="{21BB912D-08D5-4D00-8A02-0C11BB3A98B1}" destId="{D4BECE17-8D8F-4543-BBCA-2370F29ABEC9}" srcOrd="0" destOrd="0" presId="urn:microsoft.com/office/officeart/2005/8/layout/vList2"/>
    <dgm:cxn modelId="{250DD40D-AC42-4F27-B44B-CADB0CFB3C30}" type="presOf" srcId="{A15324D0-E3E1-4EDD-9A26-3E4542ACD3B1}" destId="{7DEA84F3-56ED-4A82-A008-D99DE317CB00}" srcOrd="0" destOrd="0" presId="urn:microsoft.com/office/officeart/2005/8/layout/vList2"/>
    <dgm:cxn modelId="{DEB95F20-697F-4962-A209-3A83162D1EA1}" srcId="{D9660798-8D94-49E7-813A-CF197E656B98}" destId="{22645EA4-7FEB-457D-BEA1-9DB77A111D20}" srcOrd="3" destOrd="0" parTransId="{5731DC79-01CC-451B-9952-797654025571}" sibTransId="{17FF4D2B-FB7D-4F22-BD81-CEDB589B243D}"/>
    <dgm:cxn modelId="{EBCB752F-2387-4B17-8DAD-9CD74F8F9A15}" type="presOf" srcId="{A9B1E71D-5292-40AB-BBCB-8073794DE383}" destId="{BE91BF1A-9DDA-4426-A8B4-444EC09330B1}" srcOrd="0" destOrd="0" presId="urn:microsoft.com/office/officeart/2005/8/layout/vList2"/>
    <dgm:cxn modelId="{1BC72830-4258-4FB4-AD78-7AD43B1D39BB}" type="presOf" srcId="{C9F87A3C-77E9-4AE6-9262-27EBE15C5057}" destId="{7D8C394C-CBB2-48EE-ADF6-202CB99B1770}" srcOrd="0" destOrd="0" presId="urn:microsoft.com/office/officeart/2005/8/layout/vList2"/>
    <dgm:cxn modelId="{2CDF663B-726A-47A7-B79C-A04D122E15E1}" srcId="{D9660798-8D94-49E7-813A-CF197E656B98}" destId="{A9B1E71D-5292-40AB-BBCB-8073794DE383}" srcOrd="1" destOrd="0" parTransId="{4DFFB8A1-44EA-4E75-96EF-ACF13C054D29}" sibTransId="{17A04360-143F-4E35-8EC9-FF968FDD31F1}"/>
    <dgm:cxn modelId="{79D3B242-8611-4306-85B1-031B6AB77092}" srcId="{D9660798-8D94-49E7-813A-CF197E656B98}" destId="{21BB912D-08D5-4D00-8A02-0C11BB3A98B1}" srcOrd="5" destOrd="0" parTransId="{DD8F0F2B-A86E-4819-AA50-30BD85FA3FCD}" sibTransId="{E0376D30-67D4-4644-896E-E3A65C4EBC3D}"/>
    <dgm:cxn modelId="{82091246-42D1-4412-BA80-8A50785F5106}" srcId="{D9660798-8D94-49E7-813A-CF197E656B98}" destId="{28445A0D-2564-4112-A7DA-9C778EA8C1EB}" srcOrd="0" destOrd="0" parTransId="{FC4B9089-D37C-463E-9D37-1E83A3716855}" sibTransId="{C5EB6930-C127-49C3-BF47-D27074D5BAA3}"/>
    <dgm:cxn modelId="{E8A46B67-77C0-4477-B5C5-C641F8BC0F8D}" srcId="{D9660798-8D94-49E7-813A-CF197E656B98}" destId="{C9F87A3C-77E9-4AE6-9262-27EBE15C5057}" srcOrd="2" destOrd="0" parTransId="{0EFB674B-8BA8-435D-A7C1-26404E3D3A85}" sibTransId="{EE6C0B7C-C703-4C68-99A9-658DB0A5C0C5}"/>
    <dgm:cxn modelId="{28170C6E-4A14-4535-8460-0B8A098AFD2C}" type="presOf" srcId="{EFF02B35-C944-4EC8-A444-8EE38D8CB21C}" destId="{1A91805B-A8C7-4194-847E-571124C56306}" srcOrd="0" destOrd="0" presId="urn:microsoft.com/office/officeart/2005/8/layout/vList2"/>
    <dgm:cxn modelId="{77C1CA74-DEDA-409D-A464-BAA695FC2710}" srcId="{D9660798-8D94-49E7-813A-CF197E656B98}" destId="{A15324D0-E3E1-4EDD-9A26-3E4542ACD3B1}" srcOrd="6" destOrd="0" parTransId="{177F2BBC-3B29-4752-AF41-C4326443C84E}" sibTransId="{4AD671D6-06E8-4574-A18D-EDE1EF42E7B7}"/>
    <dgm:cxn modelId="{2D8F9887-317C-4A28-91AC-61E115BDCF14}" srcId="{D9660798-8D94-49E7-813A-CF197E656B98}" destId="{EFF02B35-C944-4EC8-A444-8EE38D8CB21C}" srcOrd="4" destOrd="0" parTransId="{62622161-6C93-4427-8769-3764E9A7E672}" sibTransId="{13511430-4970-481A-AB60-FBBD3EA2964D}"/>
    <dgm:cxn modelId="{83EA52B7-8DD2-4469-AB2F-B91D83F0B0CF}" type="presOf" srcId="{28445A0D-2564-4112-A7DA-9C778EA8C1EB}" destId="{4D91646B-9E4A-433E-9068-6B8DD323F55A}" srcOrd="0" destOrd="0" presId="urn:microsoft.com/office/officeart/2005/8/layout/vList2"/>
    <dgm:cxn modelId="{B157D3E8-3D8F-4618-B762-EC945D2A4276}" type="presOf" srcId="{D9660798-8D94-49E7-813A-CF197E656B98}" destId="{2F677984-5A57-4B36-A4E3-3E20316BE282}" srcOrd="0" destOrd="0" presId="urn:microsoft.com/office/officeart/2005/8/layout/vList2"/>
    <dgm:cxn modelId="{243FA4F5-28ED-41CA-875F-A7A62DFFA264}" type="presOf" srcId="{22645EA4-7FEB-457D-BEA1-9DB77A111D20}" destId="{EDA1E7C6-11BC-456E-B017-2B1EAB102E8D}" srcOrd="0" destOrd="0" presId="urn:microsoft.com/office/officeart/2005/8/layout/vList2"/>
    <dgm:cxn modelId="{E557A413-17DE-4FCA-91B1-6B7553785744}" type="presParOf" srcId="{2F677984-5A57-4B36-A4E3-3E20316BE282}" destId="{4D91646B-9E4A-433E-9068-6B8DD323F55A}" srcOrd="0" destOrd="0" presId="urn:microsoft.com/office/officeart/2005/8/layout/vList2"/>
    <dgm:cxn modelId="{DF4FD290-0D16-4D9F-A991-07658BDFC400}" type="presParOf" srcId="{2F677984-5A57-4B36-A4E3-3E20316BE282}" destId="{3FDB4573-F08C-49C2-A315-972CFB83012E}" srcOrd="1" destOrd="0" presId="urn:microsoft.com/office/officeart/2005/8/layout/vList2"/>
    <dgm:cxn modelId="{8D60070C-AD53-494D-AEF6-A9300C4197A5}" type="presParOf" srcId="{2F677984-5A57-4B36-A4E3-3E20316BE282}" destId="{BE91BF1A-9DDA-4426-A8B4-444EC09330B1}" srcOrd="2" destOrd="0" presId="urn:microsoft.com/office/officeart/2005/8/layout/vList2"/>
    <dgm:cxn modelId="{A42ADBA1-4BFA-4220-8898-936219A2D815}" type="presParOf" srcId="{2F677984-5A57-4B36-A4E3-3E20316BE282}" destId="{A3E3CE60-2FCD-4D14-B09A-2738EB2B1109}" srcOrd="3" destOrd="0" presId="urn:microsoft.com/office/officeart/2005/8/layout/vList2"/>
    <dgm:cxn modelId="{0D2B10A8-2C0C-4515-B89F-64CE30A7EFBD}" type="presParOf" srcId="{2F677984-5A57-4B36-A4E3-3E20316BE282}" destId="{7D8C394C-CBB2-48EE-ADF6-202CB99B1770}" srcOrd="4" destOrd="0" presId="urn:microsoft.com/office/officeart/2005/8/layout/vList2"/>
    <dgm:cxn modelId="{4DCAF70D-5DD7-444E-9FAD-C5AD9C6E51D8}" type="presParOf" srcId="{2F677984-5A57-4B36-A4E3-3E20316BE282}" destId="{A2AA4E07-00D8-40FD-B066-2FFF2F47A9D7}" srcOrd="5" destOrd="0" presId="urn:microsoft.com/office/officeart/2005/8/layout/vList2"/>
    <dgm:cxn modelId="{446A5103-5ABB-463E-B0F8-29CEA3328553}" type="presParOf" srcId="{2F677984-5A57-4B36-A4E3-3E20316BE282}" destId="{EDA1E7C6-11BC-456E-B017-2B1EAB102E8D}" srcOrd="6" destOrd="0" presId="urn:microsoft.com/office/officeart/2005/8/layout/vList2"/>
    <dgm:cxn modelId="{B1E597DE-F9AC-490D-98D8-7F307AB96A17}" type="presParOf" srcId="{2F677984-5A57-4B36-A4E3-3E20316BE282}" destId="{066F21D1-DD6A-48F9-A93C-017BC1B60D82}" srcOrd="7" destOrd="0" presId="urn:microsoft.com/office/officeart/2005/8/layout/vList2"/>
    <dgm:cxn modelId="{355090E4-D4AF-4C51-AC35-EBAE0DDF3437}" type="presParOf" srcId="{2F677984-5A57-4B36-A4E3-3E20316BE282}" destId="{1A91805B-A8C7-4194-847E-571124C56306}" srcOrd="8" destOrd="0" presId="urn:microsoft.com/office/officeart/2005/8/layout/vList2"/>
    <dgm:cxn modelId="{1E4B28E3-04AA-453B-9D37-7B3E086A96A3}" type="presParOf" srcId="{2F677984-5A57-4B36-A4E3-3E20316BE282}" destId="{96190415-D154-4A51-A06F-D41FAC58C360}" srcOrd="9" destOrd="0" presId="urn:microsoft.com/office/officeart/2005/8/layout/vList2"/>
    <dgm:cxn modelId="{AC54A2D8-A3A4-4742-9638-425453ECD567}" type="presParOf" srcId="{2F677984-5A57-4B36-A4E3-3E20316BE282}" destId="{D4BECE17-8D8F-4543-BBCA-2370F29ABEC9}" srcOrd="10" destOrd="0" presId="urn:microsoft.com/office/officeart/2005/8/layout/vList2"/>
    <dgm:cxn modelId="{BAF014D1-225A-439A-AB36-433BF4B6ACC2}" type="presParOf" srcId="{2F677984-5A57-4B36-A4E3-3E20316BE282}" destId="{F0340EFC-006E-4A1D-BF94-756462BCE725}" srcOrd="11" destOrd="0" presId="urn:microsoft.com/office/officeart/2005/8/layout/vList2"/>
    <dgm:cxn modelId="{34048E8C-EB44-4AD5-B16F-5C5D7BDCEDB6}" type="presParOf" srcId="{2F677984-5A57-4B36-A4E3-3E20316BE282}" destId="{7DEA84F3-56ED-4A82-A008-D99DE317CB00}" srcOrd="12"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19DB4016-A75E-4D8F-A680-AC7063780AC4}"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5FA4D89E-1172-405E-95DD-132537E5313D}">
      <dgm:prSet/>
      <dgm:spPr/>
      <dgm:t>
        <a:bodyPr/>
        <a:lstStyle/>
        <a:p>
          <a:r>
            <a:rPr lang="en-GB" b="1" dirty="0"/>
            <a:t>Name</a:t>
          </a:r>
          <a:endParaRPr lang="en-US" b="1" dirty="0"/>
        </a:p>
      </dgm:t>
    </dgm:pt>
    <dgm:pt modelId="{1CE39B54-B655-4D75-BFC8-9E8A1142D8D6}" type="parTrans" cxnId="{D15DA4BA-EF10-4B8B-BBEA-AB9CA03BD56E}">
      <dgm:prSet/>
      <dgm:spPr/>
      <dgm:t>
        <a:bodyPr/>
        <a:lstStyle/>
        <a:p>
          <a:endParaRPr lang="en-US" b="1"/>
        </a:p>
      </dgm:t>
    </dgm:pt>
    <dgm:pt modelId="{F1D377C4-6D11-4E45-8DB4-7D0D36483C7A}" type="sibTrans" cxnId="{D15DA4BA-EF10-4B8B-BBEA-AB9CA03BD56E}">
      <dgm:prSet/>
      <dgm:spPr/>
      <dgm:t>
        <a:bodyPr/>
        <a:lstStyle/>
        <a:p>
          <a:endParaRPr lang="en-US" b="1"/>
        </a:p>
      </dgm:t>
    </dgm:pt>
    <dgm:pt modelId="{39CF8EED-6256-4DFD-AC75-08C6FE784F45}">
      <dgm:prSet/>
      <dgm:spPr/>
      <dgm:t>
        <a:bodyPr/>
        <a:lstStyle/>
        <a:p>
          <a:r>
            <a:rPr lang="en-GB" b="1"/>
            <a:t>Job</a:t>
          </a:r>
          <a:endParaRPr lang="en-US" b="1"/>
        </a:p>
      </dgm:t>
    </dgm:pt>
    <dgm:pt modelId="{C6FD959E-0C33-4DA0-996C-9C43ACE949E8}" type="parTrans" cxnId="{9DC3078B-16AE-4C87-9C68-94814B079A8E}">
      <dgm:prSet/>
      <dgm:spPr/>
      <dgm:t>
        <a:bodyPr/>
        <a:lstStyle/>
        <a:p>
          <a:endParaRPr lang="en-US" b="1"/>
        </a:p>
      </dgm:t>
    </dgm:pt>
    <dgm:pt modelId="{986F3A59-1ADB-47E2-AF11-4D88FB5BB4C0}" type="sibTrans" cxnId="{9DC3078B-16AE-4C87-9C68-94814B079A8E}">
      <dgm:prSet/>
      <dgm:spPr/>
      <dgm:t>
        <a:bodyPr/>
        <a:lstStyle/>
        <a:p>
          <a:endParaRPr lang="en-US" b="1"/>
        </a:p>
      </dgm:t>
    </dgm:pt>
    <dgm:pt modelId="{1737F8E3-5FD3-4504-8212-DB92B80ABC7A}">
      <dgm:prSet/>
      <dgm:spPr/>
      <dgm:t>
        <a:bodyPr/>
        <a:lstStyle/>
        <a:p>
          <a:r>
            <a:rPr lang="en-GB" b="1"/>
            <a:t>Coding experience</a:t>
          </a:r>
          <a:endParaRPr lang="en-US" b="1"/>
        </a:p>
      </dgm:t>
    </dgm:pt>
    <dgm:pt modelId="{093C85CC-B3F2-4082-81FD-6B1402B3DDA0}" type="parTrans" cxnId="{92854069-11AF-42FC-9637-910363C6FAF7}">
      <dgm:prSet/>
      <dgm:spPr/>
      <dgm:t>
        <a:bodyPr/>
        <a:lstStyle/>
        <a:p>
          <a:endParaRPr lang="en-US" b="1"/>
        </a:p>
      </dgm:t>
    </dgm:pt>
    <dgm:pt modelId="{A47F67AE-011C-4720-B8D7-21796F62B526}" type="sibTrans" cxnId="{92854069-11AF-42FC-9637-910363C6FAF7}">
      <dgm:prSet/>
      <dgm:spPr/>
      <dgm:t>
        <a:bodyPr/>
        <a:lstStyle/>
        <a:p>
          <a:endParaRPr lang="en-US" b="1"/>
        </a:p>
      </dgm:t>
    </dgm:pt>
    <dgm:pt modelId="{6D8FF53F-EB59-4015-939C-0BCFB04B6916}">
      <dgm:prSet/>
      <dgm:spPr/>
      <dgm:t>
        <a:bodyPr/>
        <a:lstStyle/>
        <a:p>
          <a:r>
            <a:rPr lang="en-GB" b="1" dirty="0"/>
            <a:t>Completed the pre-course studies?</a:t>
          </a:r>
          <a:endParaRPr lang="en-US" b="1" dirty="0"/>
        </a:p>
      </dgm:t>
    </dgm:pt>
    <dgm:pt modelId="{5DF42D0A-5092-431C-88AE-C94AC2B2042B}" type="parTrans" cxnId="{84E59DEC-8DBC-4FC8-86A5-5BCECF4DC335}">
      <dgm:prSet/>
      <dgm:spPr/>
      <dgm:t>
        <a:bodyPr/>
        <a:lstStyle/>
        <a:p>
          <a:endParaRPr lang="en-US" b="1"/>
        </a:p>
      </dgm:t>
    </dgm:pt>
    <dgm:pt modelId="{30726A79-0767-4740-B06A-3B2B28F65DEC}" type="sibTrans" cxnId="{84E59DEC-8DBC-4FC8-86A5-5BCECF4DC335}">
      <dgm:prSet/>
      <dgm:spPr/>
      <dgm:t>
        <a:bodyPr/>
        <a:lstStyle/>
        <a:p>
          <a:endParaRPr lang="en-US" b="1"/>
        </a:p>
      </dgm:t>
    </dgm:pt>
    <dgm:pt modelId="{AE6D27D1-F778-4E00-A18C-81EDB378111B}">
      <dgm:prSet/>
      <dgm:spPr/>
      <dgm:t>
        <a:bodyPr/>
        <a:lstStyle/>
        <a:p>
          <a:r>
            <a:rPr lang="en-GB" b="1"/>
            <a:t>What do you do for fun!</a:t>
          </a:r>
          <a:endParaRPr lang="en-US" b="1"/>
        </a:p>
      </dgm:t>
    </dgm:pt>
    <dgm:pt modelId="{192E08F3-474C-49BD-81B7-B98E5F9083F2}" type="parTrans" cxnId="{E7408BCB-A96A-4E5A-A905-16EC49921991}">
      <dgm:prSet/>
      <dgm:spPr/>
      <dgm:t>
        <a:bodyPr/>
        <a:lstStyle/>
        <a:p>
          <a:endParaRPr lang="en-US" b="1"/>
        </a:p>
      </dgm:t>
    </dgm:pt>
    <dgm:pt modelId="{D9A939A2-D355-463D-8DEB-8D3B1E26C355}" type="sibTrans" cxnId="{E7408BCB-A96A-4E5A-A905-16EC49921991}">
      <dgm:prSet/>
      <dgm:spPr/>
      <dgm:t>
        <a:bodyPr/>
        <a:lstStyle/>
        <a:p>
          <a:endParaRPr lang="en-US" b="1"/>
        </a:p>
      </dgm:t>
    </dgm:pt>
    <dgm:pt modelId="{F46012EA-A43B-428F-AA29-3D12DD04DB57}" type="pres">
      <dgm:prSet presAssocID="{19DB4016-A75E-4D8F-A680-AC7063780AC4}" presName="root" presStyleCnt="0">
        <dgm:presLayoutVars>
          <dgm:dir/>
          <dgm:resizeHandles val="exact"/>
        </dgm:presLayoutVars>
      </dgm:prSet>
      <dgm:spPr/>
    </dgm:pt>
    <dgm:pt modelId="{DA776000-5906-44A0-A10C-D18CC578EEA3}" type="pres">
      <dgm:prSet presAssocID="{5FA4D89E-1172-405E-95DD-132537E5313D}" presName="compNode" presStyleCnt="0"/>
      <dgm:spPr/>
    </dgm:pt>
    <dgm:pt modelId="{C415C7FC-6E8E-4C33-B27E-CF637EECFCC5}" type="pres">
      <dgm:prSet presAssocID="{5FA4D89E-1172-405E-95DD-132537E5313D}" presName="bgRect" presStyleLbl="bgShp" presStyleIdx="0" presStyleCnt="5"/>
      <dgm:spPr/>
    </dgm:pt>
    <dgm:pt modelId="{8A6D179F-8F14-40D6-8906-BD64A83152F7}" type="pres">
      <dgm:prSet presAssocID="{5FA4D89E-1172-405E-95DD-132537E5313D}" presName="iconRect" presStyleLbl="node1" presStyleIdx="0" presStyleCnt="5"/>
      <dgm:spPr>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Employee badge with solid fill"/>
        </a:ext>
      </dgm:extLst>
    </dgm:pt>
    <dgm:pt modelId="{9309A0CF-2584-4DAC-972C-374118DC2525}" type="pres">
      <dgm:prSet presAssocID="{5FA4D89E-1172-405E-95DD-132537E5313D}" presName="spaceRect" presStyleCnt="0"/>
      <dgm:spPr/>
    </dgm:pt>
    <dgm:pt modelId="{BB54E470-29E2-4BC7-BDAF-F366D930B069}" type="pres">
      <dgm:prSet presAssocID="{5FA4D89E-1172-405E-95DD-132537E5313D}" presName="parTx" presStyleLbl="revTx" presStyleIdx="0" presStyleCnt="5">
        <dgm:presLayoutVars>
          <dgm:chMax val="0"/>
          <dgm:chPref val="0"/>
        </dgm:presLayoutVars>
      </dgm:prSet>
      <dgm:spPr/>
    </dgm:pt>
    <dgm:pt modelId="{14D12BC0-CE1D-4798-8C8F-C5903936CCDE}" type="pres">
      <dgm:prSet presAssocID="{F1D377C4-6D11-4E45-8DB4-7D0D36483C7A}" presName="sibTrans" presStyleCnt="0"/>
      <dgm:spPr/>
    </dgm:pt>
    <dgm:pt modelId="{BF932830-AA2D-490B-86FD-C5DAE251552E}" type="pres">
      <dgm:prSet presAssocID="{39CF8EED-6256-4DFD-AC75-08C6FE784F45}" presName="compNode" presStyleCnt="0"/>
      <dgm:spPr/>
    </dgm:pt>
    <dgm:pt modelId="{0D506803-3FDA-4B86-9B79-5D4B81B71C32}" type="pres">
      <dgm:prSet presAssocID="{39CF8EED-6256-4DFD-AC75-08C6FE784F45}" presName="bgRect" presStyleLbl="bgShp" presStyleIdx="1" presStyleCnt="5"/>
      <dgm:spPr/>
    </dgm:pt>
    <dgm:pt modelId="{963CA0C1-97B2-4172-A8EE-0DCB268B9B58}" type="pres">
      <dgm:prSet presAssocID="{39CF8EED-6256-4DFD-AC75-08C6FE784F45}" presName="iconRect" presStyleLbl="node1" presStyleIdx="1" presStyleCnt="5"/>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Programmer"/>
        </a:ext>
      </dgm:extLst>
    </dgm:pt>
    <dgm:pt modelId="{670D92B4-C3D1-4039-A180-D66CE16E0D26}" type="pres">
      <dgm:prSet presAssocID="{39CF8EED-6256-4DFD-AC75-08C6FE784F45}" presName="spaceRect" presStyleCnt="0"/>
      <dgm:spPr/>
    </dgm:pt>
    <dgm:pt modelId="{0C110DE3-9F05-4722-A9AC-3B963321DE84}" type="pres">
      <dgm:prSet presAssocID="{39CF8EED-6256-4DFD-AC75-08C6FE784F45}" presName="parTx" presStyleLbl="revTx" presStyleIdx="1" presStyleCnt="5">
        <dgm:presLayoutVars>
          <dgm:chMax val="0"/>
          <dgm:chPref val="0"/>
        </dgm:presLayoutVars>
      </dgm:prSet>
      <dgm:spPr/>
    </dgm:pt>
    <dgm:pt modelId="{8E250105-4D90-451B-ADE9-BCD49EB22250}" type="pres">
      <dgm:prSet presAssocID="{986F3A59-1ADB-47E2-AF11-4D88FB5BB4C0}" presName="sibTrans" presStyleCnt="0"/>
      <dgm:spPr/>
    </dgm:pt>
    <dgm:pt modelId="{21FC6F46-7FE3-4BE0-BDB1-B20245B8FC04}" type="pres">
      <dgm:prSet presAssocID="{1737F8E3-5FD3-4504-8212-DB92B80ABC7A}" presName="compNode" presStyleCnt="0"/>
      <dgm:spPr/>
    </dgm:pt>
    <dgm:pt modelId="{7CF69285-FC7C-4A82-8298-EEA35A353961}" type="pres">
      <dgm:prSet presAssocID="{1737F8E3-5FD3-4504-8212-DB92B80ABC7A}" presName="bgRect" presStyleLbl="bgShp" presStyleIdx="2" presStyleCnt="5"/>
      <dgm:spPr/>
    </dgm:pt>
    <dgm:pt modelId="{0AAC592F-D419-4D9C-B966-C2B2E0388C1E}" type="pres">
      <dgm:prSet presAssocID="{1737F8E3-5FD3-4504-8212-DB92B80ABC7A}" presName="iconRect" presStyleLbl="node1" presStyleIdx="2" presStyleCnt="5"/>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Laptop"/>
        </a:ext>
      </dgm:extLst>
    </dgm:pt>
    <dgm:pt modelId="{2AF55137-600D-44B0-A3C7-7A238D6E89B0}" type="pres">
      <dgm:prSet presAssocID="{1737F8E3-5FD3-4504-8212-DB92B80ABC7A}" presName="spaceRect" presStyleCnt="0"/>
      <dgm:spPr/>
    </dgm:pt>
    <dgm:pt modelId="{12244BD1-B3B6-48F3-A71D-EE179836A400}" type="pres">
      <dgm:prSet presAssocID="{1737F8E3-5FD3-4504-8212-DB92B80ABC7A}" presName="parTx" presStyleLbl="revTx" presStyleIdx="2" presStyleCnt="5">
        <dgm:presLayoutVars>
          <dgm:chMax val="0"/>
          <dgm:chPref val="0"/>
        </dgm:presLayoutVars>
      </dgm:prSet>
      <dgm:spPr/>
    </dgm:pt>
    <dgm:pt modelId="{ED61B14C-B347-4189-9294-BCFAB559261B}" type="pres">
      <dgm:prSet presAssocID="{A47F67AE-011C-4720-B8D7-21796F62B526}" presName="sibTrans" presStyleCnt="0"/>
      <dgm:spPr/>
    </dgm:pt>
    <dgm:pt modelId="{AE3714B0-F26D-4E90-BED6-F5734B4031EC}" type="pres">
      <dgm:prSet presAssocID="{6D8FF53F-EB59-4015-939C-0BCFB04B6916}" presName="compNode" presStyleCnt="0"/>
      <dgm:spPr/>
    </dgm:pt>
    <dgm:pt modelId="{C248D111-2449-4D44-8E63-94E25DD37F81}" type="pres">
      <dgm:prSet presAssocID="{6D8FF53F-EB59-4015-939C-0BCFB04B6916}" presName="bgRect" presStyleLbl="bgShp" presStyleIdx="3" presStyleCnt="5"/>
      <dgm:spPr/>
    </dgm:pt>
    <dgm:pt modelId="{1C70D8BF-839E-406C-8AB4-9F5D9F29AD90}" type="pres">
      <dgm:prSet presAssocID="{6D8FF53F-EB59-4015-939C-0BCFB04B6916}" presName="iconRect" presStyleLbl="node1" presStyleIdx="3" presStyleCnt="5"/>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Mining Tools"/>
        </a:ext>
      </dgm:extLst>
    </dgm:pt>
    <dgm:pt modelId="{8DFD3257-0396-433F-A0C0-CEEF03F9DACE}" type="pres">
      <dgm:prSet presAssocID="{6D8FF53F-EB59-4015-939C-0BCFB04B6916}" presName="spaceRect" presStyleCnt="0"/>
      <dgm:spPr/>
    </dgm:pt>
    <dgm:pt modelId="{E0DE1480-1403-4D70-8FA4-BFE7C3AF8DF7}" type="pres">
      <dgm:prSet presAssocID="{6D8FF53F-EB59-4015-939C-0BCFB04B6916}" presName="parTx" presStyleLbl="revTx" presStyleIdx="3" presStyleCnt="5">
        <dgm:presLayoutVars>
          <dgm:chMax val="0"/>
          <dgm:chPref val="0"/>
        </dgm:presLayoutVars>
      </dgm:prSet>
      <dgm:spPr/>
    </dgm:pt>
    <dgm:pt modelId="{A331E348-D057-487E-9EC0-EF8FFDA00402}" type="pres">
      <dgm:prSet presAssocID="{30726A79-0767-4740-B06A-3B2B28F65DEC}" presName="sibTrans" presStyleCnt="0"/>
      <dgm:spPr/>
    </dgm:pt>
    <dgm:pt modelId="{D7C7EAE0-FDBB-45C7-9BD1-5B6EDFDE022F}" type="pres">
      <dgm:prSet presAssocID="{AE6D27D1-F778-4E00-A18C-81EDB378111B}" presName="compNode" presStyleCnt="0"/>
      <dgm:spPr/>
    </dgm:pt>
    <dgm:pt modelId="{A6DF22A0-9D35-4964-8A04-0CD86533EAD6}" type="pres">
      <dgm:prSet presAssocID="{AE6D27D1-F778-4E00-A18C-81EDB378111B}" presName="bgRect" presStyleLbl="bgShp" presStyleIdx="4" presStyleCnt="5"/>
      <dgm:spPr/>
    </dgm:pt>
    <dgm:pt modelId="{5813F5CC-1075-4F57-86AF-47D4ED8BC572}" type="pres">
      <dgm:prSet presAssocID="{AE6D27D1-F778-4E00-A18C-81EDB378111B}" presName="iconRect" presStyleLbl="node1" presStyleIdx="4" presStyleCnt="5"/>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a:noFill/>
        </a:ln>
      </dgm:spPr>
      <dgm:extLst>
        <a:ext uri="{E40237B7-FDA0-4F09-8148-C483321AD2D9}">
          <dgm14:cNvPr xmlns:dgm14="http://schemas.microsoft.com/office/drawing/2010/diagram" id="0" name="" descr="Beach ball"/>
        </a:ext>
      </dgm:extLst>
    </dgm:pt>
    <dgm:pt modelId="{956150D7-97F2-4605-9760-07BA79856D9F}" type="pres">
      <dgm:prSet presAssocID="{AE6D27D1-F778-4E00-A18C-81EDB378111B}" presName="spaceRect" presStyleCnt="0"/>
      <dgm:spPr/>
    </dgm:pt>
    <dgm:pt modelId="{F50901F1-A02A-4D56-972F-97804DF9865D}" type="pres">
      <dgm:prSet presAssocID="{AE6D27D1-F778-4E00-A18C-81EDB378111B}" presName="parTx" presStyleLbl="revTx" presStyleIdx="4" presStyleCnt="5">
        <dgm:presLayoutVars>
          <dgm:chMax val="0"/>
          <dgm:chPref val="0"/>
        </dgm:presLayoutVars>
      </dgm:prSet>
      <dgm:spPr/>
    </dgm:pt>
  </dgm:ptLst>
  <dgm:cxnLst>
    <dgm:cxn modelId="{8C1BB314-AEA0-4E14-9F37-04AC71621AF6}" type="presOf" srcId="{19DB4016-A75E-4D8F-A680-AC7063780AC4}" destId="{F46012EA-A43B-428F-AA29-3D12DD04DB57}" srcOrd="0" destOrd="0" presId="urn:microsoft.com/office/officeart/2018/2/layout/IconVerticalSolidList"/>
    <dgm:cxn modelId="{FCDB0C1D-0A85-49C1-87FC-C3B24A357781}" type="presOf" srcId="{1737F8E3-5FD3-4504-8212-DB92B80ABC7A}" destId="{12244BD1-B3B6-48F3-A71D-EE179836A400}" srcOrd="0" destOrd="0" presId="urn:microsoft.com/office/officeart/2018/2/layout/IconVerticalSolidList"/>
    <dgm:cxn modelId="{92854069-11AF-42FC-9637-910363C6FAF7}" srcId="{19DB4016-A75E-4D8F-A680-AC7063780AC4}" destId="{1737F8E3-5FD3-4504-8212-DB92B80ABC7A}" srcOrd="2" destOrd="0" parTransId="{093C85CC-B3F2-4082-81FD-6B1402B3DDA0}" sibTransId="{A47F67AE-011C-4720-B8D7-21796F62B526}"/>
    <dgm:cxn modelId="{1D24E955-FBC9-4DDC-A2B5-655F2A1C2E35}" type="presOf" srcId="{5FA4D89E-1172-405E-95DD-132537E5313D}" destId="{BB54E470-29E2-4BC7-BDAF-F366D930B069}" srcOrd="0" destOrd="0" presId="urn:microsoft.com/office/officeart/2018/2/layout/IconVerticalSolidList"/>
    <dgm:cxn modelId="{9DC3078B-16AE-4C87-9C68-94814B079A8E}" srcId="{19DB4016-A75E-4D8F-A680-AC7063780AC4}" destId="{39CF8EED-6256-4DFD-AC75-08C6FE784F45}" srcOrd="1" destOrd="0" parTransId="{C6FD959E-0C33-4DA0-996C-9C43ACE949E8}" sibTransId="{986F3A59-1ADB-47E2-AF11-4D88FB5BB4C0}"/>
    <dgm:cxn modelId="{2F68058D-613A-40CA-B1E4-9CB582A2B91D}" type="presOf" srcId="{AE6D27D1-F778-4E00-A18C-81EDB378111B}" destId="{F50901F1-A02A-4D56-972F-97804DF9865D}" srcOrd="0" destOrd="0" presId="urn:microsoft.com/office/officeart/2018/2/layout/IconVerticalSolidList"/>
    <dgm:cxn modelId="{D15DA4BA-EF10-4B8B-BBEA-AB9CA03BD56E}" srcId="{19DB4016-A75E-4D8F-A680-AC7063780AC4}" destId="{5FA4D89E-1172-405E-95DD-132537E5313D}" srcOrd="0" destOrd="0" parTransId="{1CE39B54-B655-4D75-BFC8-9E8A1142D8D6}" sibTransId="{F1D377C4-6D11-4E45-8DB4-7D0D36483C7A}"/>
    <dgm:cxn modelId="{1ED9C4C0-F1C5-4143-8CCE-BFFA74438C6E}" type="presOf" srcId="{39CF8EED-6256-4DFD-AC75-08C6FE784F45}" destId="{0C110DE3-9F05-4722-A9AC-3B963321DE84}" srcOrd="0" destOrd="0" presId="urn:microsoft.com/office/officeart/2018/2/layout/IconVerticalSolidList"/>
    <dgm:cxn modelId="{E7408BCB-A96A-4E5A-A905-16EC49921991}" srcId="{19DB4016-A75E-4D8F-A680-AC7063780AC4}" destId="{AE6D27D1-F778-4E00-A18C-81EDB378111B}" srcOrd="4" destOrd="0" parTransId="{192E08F3-474C-49BD-81B7-B98E5F9083F2}" sibTransId="{D9A939A2-D355-463D-8DEB-8D3B1E26C355}"/>
    <dgm:cxn modelId="{55A4CDD0-9BC1-4110-BB1B-666E2BC95E00}" type="presOf" srcId="{6D8FF53F-EB59-4015-939C-0BCFB04B6916}" destId="{E0DE1480-1403-4D70-8FA4-BFE7C3AF8DF7}" srcOrd="0" destOrd="0" presId="urn:microsoft.com/office/officeart/2018/2/layout/IconVerticalSolidList"/>
    <dgm:cxn modelId="{84E59DEC-8DBC-4FC8-86A5-5BCECF4DC335}" srcId="{19DB4016-A75E-4D8F-A680-AC7063780AC4}" destId="{6D8FF53F-EB59-4015-939C-0BCFB04B6916}" srcOrd="3" destOrd="0" parTransId="{5DF42D0A-5092-431C-88AE-C94AC2B2042B}" sibTransId="{30726A79-0767-4740-B06A-3B2B28F65DEC}"/>
    <dgm:cxn modelId="{42228801-A9C8-4748-B868-BC6AA8A2CAD6}" type="presParOf" srcId="{F46012EA-A43B-428F-AA29-3D12DD04DB57}" destId="{DA776000-5906-44A0-A10C-D18CC578EEA3}" srcOrd="0" destOrd="0" presId="urn:microsoft.com/office/officeart/2018/2/layout/IconVerticalSolidList"/>
    <dgm:cxn modelId="{12C2276F-27D1-45CD-BEC5-A8D309665E38}" type="presParOf" srcId="{DA776000-5906-44A0-A10C-D18CC578EEA3}" destId="{C415C7FC-6E8E-4C33-B27E-CF637EECFCC5}" srcOrd="0" destOrd="0" presId="urn:microsoft.com/office/officeart/2018/2/layout/IconVerticalSolidList"/>
    <dgm:cxn modelId="{1B015FA9-A260-45B2-B78B-67032FE86738}" type="presParOf" srcId="{DA776000-5906-44A0-A10C-D18CC578EEA3}" destId="{8A6D179F-8F14-40D6-8906-BD64A83152F7}" srcOrd="1" destOrd="0" presId="urn:microsoft.com/office/officeart/2018/2/layout/IconVerticalSolidList"/>
    <dgm:cxn modelId="{48E4E3A1-3BA1-4CF6-A6BB-8C64F01668D3}" type="presParOf" srcId="{DA776000-5906-44A0-A10C-D18CC578EEA3}" destId="{9309A0CF-2584-4DAC-972C-374118DC2525}" srcOrd="2" destOrd="0" presId="urn:microsoft.com/office/officeart/2018/2/layout/IconVerticalSolidList"/>
    <dgm:cxn modelId="{095768A6-FF31-43C0-AE6A-C8721724D517}" type="presParOf" srcId="{DA776000-5906-44A0-A10C-D18CC578EEA3}" destId="{BB54E470-29E2-4BC7-BDAF-F366D930B069}" srcOrd="3" destOrd="0" presId="urn:microsoft.com/office/officeart/2018/2/layout/IconVerticalSolidList"/>
    <dgm:cxn modelId="{DEB5DC24-8236-4C9C-83AF-9023AA6FE590}" type="presParOf" srcId="{F46012EA-A43B-428F-AA29-3D12DD04DB57}" destId="{14D12BC0-CE1D-4798-8C8F-C5903936CCDE}" srcOrd="1" destOrd="0" presId="urn:microsoft.com/office/officeart/2018/2/layout/IconVerticalSolidList"/>
    <dgm:cxn modelId="{64E9CB3F-AD2D-4587-BC08-E877396DD35B}" type="presParOf" srcId="{F46012EA-A43B-428F-AA29-3D12DD04DB57}" destId="{BF932830-AA2D-490B-86FD-C5DAE251552E}" srcOrd="2" destOrd="0" presId="urn:microsoft.com/office/officeart/2018/2/layout/IconVerticalSolidList"/>
    <dgm:cxn modelId="{B2CF4CC0-67BA-4186-A8F0-F5C36CDD4F1B}" type="presParOf" srcId="{BF932830-AA2D-490B-86FD-C5DAE251552E}" destId="{0D506803-3FDA-4B86-9B79-5D4B81B71C32}" srcOrd="0" destOrd="0" presId="urn:microsoft.com/office/officeart/2018/2/layout/IconVerticalSolidList"/>
    <dgm:cxn modelId="{7312466C-224C-4391-A0B5-DD86B6366B63}" type="presParOf" srcId="{BF932830-AA2D-490B-86FD-C5DAE251552E}" destId="{963CA0C1-97B2-4172-A8EE-0DCB268B9B58}" srcOrd="1" destOrd="0" presId="urn:microsoft.com/office/officeart/2018/2/layout/IconVerticalSolidList"/>
    <dgm:cxn modelId="{A45479CA-79FF-4263-9882-F7009E30AD02}" type="presParOf" srcId="{BF932830-AA2D-490B-86FD-C5DAE251552E}" destId="{670D92B4-C3D1-4039-A180-D66CE16E0D26}" srcOrd="2" destOrd="0" presId="urn:microsoft.com/office/officeart/2018/2/layout/IconVerticalSolidList"/>
    <dgm:cxn modelId="{5C66C93C-33C9-49C5-9EE5-1426F6A4573E}" type="presParOf" srcId="{BF932830-AA2D-490B-86FD-C5DAE251552E}" destId="{0C110DE3-9F05-4722-A9AC-3B963321DE84}" srcOrd="3" destOrd="0" presId="urn:microsoft.com/office/officeart/2018/2/layout/IconVerticalSolidList"/>
    <dgm:cxn modelId="{5339D567-9194-4104-80A2-AA6A187BF2FF}" type="presParOf" srcId="{F46012EA-A43B-428F-AA29-3D12DD04DB57}" destId="{8E250105-4D90-451B-ADE9-BCD49EB22250}" srcOrd="3" destOrd="0" presId="urn:microsoft.com/office/officeart/2018/2/layout/IconVerticalSolidList"/>
    <dgm:cxn modelId="{0F03F2A5-0396-4D05-A66B-A1B766829C3E}" type="presParOf" srcId="{F46012EA-A43B-428F-AA29-3D12DD04DB57}" destId="{21FC6F46-7FE3-4BE0-BDB1-B20245B8FC04}" srcOrd="4" destOrd="0" presId="urn:microsoft.com/office/officeart/2018/2/layout/IconVerticalSolidList"/>
    <dgm:cxn modelId="{12D4EA54-1CA7-4B22-B424-4B79D5631CA4}" type="presParOf" srcId="{21FC6F46-7FE3-4BE0-BDB1-B20245B8FC04}" destId="{7CF69285-FC7C-4A82-8298-EEA35A353961}" srcOrd="0" destOrd="0" presId="urn:microsoft.com/office/officeart/2018/2/layout/IconVerticalSolidList"/>
    <dgm:cxn modelId="{6DEFBEE0-5434-47CD-88BB-1DF4FD02916F}" type="presParOf" srcId="{21FC6F46-7FE3-4BE0-BDB1-B20245B8FC04}" destId="{0AAC592F-D419-4D9C-B966-C2B2E0388C1E}" srcOrd="1" destOrd="0" presId="urn:microsoft.com/office/officeart/2018/2/layout/IconVerticalSolidList"/>
    <dgm:cxn modelId="{5AAFF7DD-A538-4F0A-9F1C-1DAC6E923641}" type="presParOf" srcId="{21FC6F46-7FE3-4BE0-BDB1-B20245B8FC04}" destId="{2AF55137-600D-44B0-A3C7-7A238D6E89B0}" srcOrd="2" destOrd="0" presId="urn:microsoft.com/office/officeart/2018/2/layout/IconVerticalSolidList"/>
    <dgm:cxn modelId="{66D877C9-2132-4C41-B0C3-063786A5FD75}" type="presParOf" srcId="{21FC6F46-7FE3-4BE0-BDB1-B20245B8FC04}" destId="{12244BD1-B3B6-48F3-A71D-EE179836A400}" srcOrd="3" destOrd="0" presId="urn:microsoft.com/office/officeart/2018/2/layout/IconVerticalSolidList"/>
    <dgm:cxn modelId="{A7625D45-8206-45A1-8B34-A7AB9EE5C1E7}" type="presParOf" srcId="{F46012EA-A43B-428F-AA29-3D12DD04DB57}" destId="{ED61B14C-B347-4189-9294-BCFAB559261B}" srcOrd="5" destOrd="0" presId="urn:microsoft.com/office/officeart/2018/2/layout/IconVerticalSolidList"/>
    <dgm:cxn modelId="{06EC1D3F-BA20-460C-8DB6-DDE263411DCC}" type="presParOf" srcId="{F46012EA-A43B-428F-AA29-3D12DD04DB57}" destId="{AE3714B0-F26D-4E90-BED6-F5734B4031EC}" srcOrd="6" destOrd="0" presId="urn:microsoft.com/office/officeart/2018/2/layout/IconVerticalSolidList"/>
    <dgm:cxn modelId="{41FF1BEA-6FA1-47D1-848B-CCE775212E1B}" type="presParOf" srcId="{AE3714B0-F26D-4E90-BED6-F5734B4031EC}" destId="{C248D111-2449-4D44-8E63-94E25DD37F81}" srcOrd="0" destOrd="0" presId="urn:microsoft.com/office/officeart/2018/2/layout/IconVerticalSolidList"/>
    <dgm:cxn modelId="{13C50400-5553-4665-8E3D-149AC8C52B89}" type="presParOf" srcId="{AE3714B0-F26D-4E90-BED6-F5734B4031EC}" destId="{1C70D8BF-839E-406C-8AB4-9F5D9F29AD90}" srcOrd="1" destOrd="0" presId="urn:microsoft.com/office/officeart/2018/2/layout/IconVerticalSolidList"/>
    <dgm:cxn modelId="{F825CE23-ABC0-4925-8A50-044F2ECA6D77}" type="presParOf" srcId="{AE3714B0-F26D-4E90-BED6-F5734B4031EC}" destId="{8DFD3257-0396-433F-A0C0-CEEF03F9DACE}" srcOrd="2" destOrd="0" presId="urn:microsoft.com/office/officeart/2018/2/layout/IconVerticalSolidList"/>
    <dgm:cxn modelId="{1B3ECE02-C2E7-4EA0-9843-07C3C88E1929}" type="presParOf" srcId="{AE3714B0-F26D-4E90-BED6-F5734B4031EC}" destId="{E0DE1480-1403-4D70-8FA4-BFE7C3AF8DF7}" srcOrd="3" destOrd="0" presId="urn:microsoft.com/office/officeart/2018/2/layout/IconVerticalSolidList"/>
    <dgm:cxn modelId="{2432411C-F74D-4FC3-B9FC-AFB50F648654}" type="presParOf" srcId="{F46012EA-A43B-428F-AA29-3D12DD04DB57}" destId="{A331E348-D057-487E-9EC0-EF8FFDA00402}" srcOrd="7" destOrd="0" presId="urn:microsoft.com/office/officeart/2018/2/layout/IconVerticalSolidList"/>
    <dgm:cxn modelId="{83BEE3B5-5CD9-49D2-AF27-24618D67AB96}" type="presParOf" srcId="{F46012EA-A43B-428F-AA29-3D12DD04DB57}" destId="{D7C7EAE0-FDBB-45C7-9BD1-5B6EDFDE022F}" srcOrd="8" destOrd="0" presId="urn:microsoft.com/office/officeart/2018/2/layout/IconVerticalSolidList"/>
    <dgm:cxn modelId="{CC51A187-CE69-4A3D-A710-CB37158EE740}" type="presParOf" srcId="{D7C7EAE0-FDBB-45C7-9BD1-5B6EDFDE022F}" destId="{A6DF22A0-9D35-4964-8A04-0CD86533EAD6}" srcOrd="0" destOrd="0" presId="urn:microsoft.com/office/officeart/2018/2/layout/IconVerticalSolidList"/>
    <dgm:cxn modelId="{4BBAD7E0-3A34-40EF-ADF1-2D84BF1C5E15}" type="presParOf" srcId="{D7C7EAE0-FDBB-45C7-9BD1-5B6EDFDE022F}" destId="{5813F5CC-1075-4F57-86AF-47D4ED8BC572}" srcOrd="1" destOrd="0" presId="urn:microsoft.com/office/officeart/2018/2/layout/IconVerticalSolidList"/>
    <dgm:cxn modelId="{0A16F04E-0865-4494-B8EA-C33FF7FDAB79}" type="presParOf" srcId="{D7C7EAE0-FDBB-45C7-9BD1-5B6EDFDE022F}" destId="{956150D7-97F2-4605-9760-07BA79856D9F}" srcOrd="2" destOrd="0" presId="urn:microsoft.com/office/officeart/2018/2/layout/IconVerticalSolidList"/>
    <dgm:cxn modelId="{10BD9976-588B-4FC9-9237-437A39453F3E}" type="presParOf" srcId="{D7C7EAE0-FDBB-45C7-9BD1-5B6EDFDE022F}" destId="{F50901F1-A02A-4D56-972F-97804DF9865D}"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D0793E6-D36F-47EB-8DD4-C47FB0BFE31B}">
      <dsp:nvSpPr>
        <dsp:cNvPr id="0" name=""/>
        <dsp:cNvSpPr/>
      </dsp:nvSpPr>
      <dsp:spPr>
        <a:xfrm>
          <a:off x="1060119" y="845728"/>
          <a:ext cx="1512000" cy="15120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6832A484-99D4-4A01-9D0D-E6409F162056}">
      <dsp:nvSpPr>
        <dsp:cNvPr id="0" name=""/>
        <dsp:cNvSpPr/>
      </dsp:nvSpPr>
      <dsp:spPr>
        <a:xfrm>
          <a:off x="1060119" y="2498075"/>
          <a:ext cx="4320000" cy="648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1600200">
            <a:lnSpc>
              <a:spcPct val="90000"/>
            </a:lnSpc>
            <a:spcBef>
              <a:spcPct val="0"/>
            </a:spcBef>
            <a:spcAft>
              <a:spcPct val="35000"/>
            </a:spcAft>
            <a:buNone/>
            <a:defRPr b="1"/>
          </a:pPr>
          <a:r>
            <a:rPr lang="en-GB" sz="3600" b="1" kern="1200"/>
            <a:t>Objectives</a:t>
          </a:r>
          <a:endParaRPr lang="en-US" sz="3600" kern="1200"/>
        </a:p>
      </dsp:txBody>
      <dsp:txXfrm>
        <a:off x="1060119" y="2498075"/>
        <a:ext cx="4320000" cy="648000"/>
      </dsp:txXfrm>
    </dsp:sp>
    <dsp:sp modelId="{EE21771E-272C-4838-B659-DDFCD2329E46}">
      <dsp:nvSpPr>
        <dsp:cNvPr id="0" name=""/>
        <dsp:cNvSpPr/>
      </dsp:nvSpPr>
      <dsp:spPr>
        <a:xfrm>
          <a:off x="1060119" y="3211353"/>
          <a:ext cx="4320000" cy="8982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55650">
            <a:lnSpc>
              <a:spcPct val="90000"/>
            </a:lnSpc>
            <a:spcBef>
              <a:spcPct val="0"/>
            </a:spcBef>
            <a:spcAft>
              <a:spcPct val="35000"/>
            </a:spcAft>
            <a:buNone/>
          </a:pPr>
          <a:r>
            <a:rPr lang="en-GB" sz="1700" kern="1200" dirty="0"/>
            <a:t>To explain the aims and </a:t>
          </a:r>
          <a:br>
            <a:rPr lang="en-GB" sz="1700" kern="1200" dirty="0"/>
          </a:br>
          <a:r>
            <a:rPr lang="en-GB" sz="1700" kern="1200" dirty="0"/>
            <a:t>objectives of the course</a:t>
          </a:r>
          <a:endParaRPr lang="en-US" sz="1700" kern="1200" dirty="0"/>
        </a:p>
      </dsp:txBody>
      <dsp:txXfrm>
        <a:off x="1060119" y="3211353"/>
        <a:ext cx="4320000" cy="898272"/>
      </dsp:txXfrm>
    </dsp:sp>
    <dsp:sp modelId="{AB3F2944-5A4B-4535-8875-FC273B823FDC}">
      <dsp:nvSpPr>
        <dsp:cNvPr id="0" name=""/>
        <dsp:cNvSpPr/>
      </dsp:nvSpPr>
      <dsp:spPr>
        <a:xfrm>
          <a:off x="6136119" y="845728"/>
          <a:ext cx="1512000" cy="15120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A6B5331-19F4-4235-8E73-21C2FDED826C}">
      <dsp:nvSpPr>
        <dsp:cNvPr id="0" name=""/>
        <dsp:cNvSpPr/>
      </dsp:nvSpPr>
      <dsp:spPr>
        <a:xfrm>
          <a:off x="6136119" y="2498075"/>
          <a:ext cx="4320000" cy="648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1600200">
            <a:lnSpc>
              <a:spcPct val="90000"/>
            </a:lnSpc>
            <a:spcBef>
              <a:spcPct val="0"/>
            </a:spcBef>
            <a:spcAft>
              <a:spcPct val="35000"/>
            </a:spcAft>
            <a:buNone/>
            <a:defRPr b="1"/>
          </a:pPr>
          <a:r>
            <a:rPr lang="en-GB" sz="3600" b="1" kern="1200"/>
            <a:t>Contents</a:t>
          </a:r>
          <a:endParaRPr lang="en-US" sz="3600" kern="1200"/>
        </a:p>
      </dsp:txBody>
      <dsp:txXfrm>
        <a:off x="6136119" y="2498075"/>
        <a:ext cx="4320000" cy="648000"/>
      </dsp:txXfrm>
    </dsp:sp>
    <dsp:sp modelId="{0F719942-64EE-4DB8-B9F1-E4E766840585}">
      <dsp:nvSpPr>
        <dsp:cNvPr id="0" name=""/>
        <dsp:cNvSpPr/>
      </dsp:nvSpPr>
      <dsp:spPr>
        <a:xfrm>
          <a:off x="6136119" y="3211353"/>
          <a:ext cx="4320000" cy="8982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55650">
            <a:lnSpc>
              <a:spcPct val="90000"/>
            </a:lnSpc>
            <a:spcBef>
              <a:spcPct val="0"/>
            </a:spcBef>
            <a:spcAft>
              <a:spcPct val="35000"/>
            </a:spcAft>
            <a:buNone/>
          </a:pPr>
          <a:r>
            <a:rPr lang="en-GB" sz="1700" kern="1200"/>
            <a:t>Course administration</a:t>
          </a:r>
          <a:endParaRPr lang="en-US" sz="1700" kern="1200"/>
        </a:p>
        <a:p>
          <a:pPr marL="0" lvl="0" indent="0" algn="l" defTabSz="755650">
            <a:lnSpc>
              <a:spcPct val="90000"/>
            </a:lnSpc>
            <a:spcBef>
              <a:spcPct val="0"/>
            </a:spcBef>
            <a:spcAft>
              <a:spcPct val="35000"/>
            </a:spcAft>
            <a:buNone/>
          </a:pPr>
          <a:r>
            <a:rPr lang="en-GB" sz="1700" kern="1200" dirty="0"/>
            <a:t>Course objectives and assumptions</a:t>
          </a:r>
          <a:endParaRPr lang="en-US" sz="1700" kern="1200" dirty="0"/>
        </a:p>
        <a:p>
          <a:pPr marL="0" lvl="0" indent="0" algn="l" defTabSz="755650">
            <a:lnSpc>
              <a:spcPct val="90000"/>
            </a:lnSpc>
            <a:spcBef>
              <a:spcPct val="0"/>
            </a:spcBef>
            <a:spcAft>
              <a:spcPct val="35000"/>
            </a:spcAft>
            <a:buNone/>
          </a:pPr>
          <a:r>
            <a:rPr lang="en-GB" sz="1700" kern="1200" dirty="0"/>
            <a:t>Introductions</a:t>
          </a:r>
          <a:endParaRPr lang="en-US" sz="1700" kern="1200" dirty="0"/>
        </a:p>
      </dsp:txBody>
      <dsp:txXfrm>
        <a:off x="6136119" y="3211353"/>
        <a:ext cx="4320000" cy="89827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2756525-228F-41EB-9089-322C91ECFCFD}">
      <dsp:nvSpPr>
        <dsp:cNvPr id="0" name=""/>
        <dsp:cNvSpPr/>
      </dsp:nvSpPr>
      <dsp:spPr>
        <a:xfrm>
          <a:off x="0" y="483"/>
          <a:ext cx="9312935" cy="113028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1C5B8AB-A2B4-4C46-94F1-03ABEDFD2C40}">
      <dsp:nvSpPr>
        <dsp:cNvPr id="0" name=""/>
        <dsp:cNvSpPr/>
      </dsp:nvSpPr>
      <dsp:spPr>
        <a:xfrm>
          <a:off x="341911" y="254797"/>
          <a:ext cx="621657" cy="621657"/>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26E19CD-63E0-4340-91D1-AA7612F54FC9}">
      <dsp:nvSpPr>
        <dsp:cNvPr id="0" name=""/>
        <dsp:cNvSpPr/>
      </dsp:nvSpPr>
      <dsp:spPr>
        <a:xfrm>
          <a:off x="1305480" y="483"/>
          <a:ext cx="8007455" cy="113028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9622" tIns="119622" rIns="119622" bIns="119622" numCol="1" spcCol="1270" anchor="ctr" anchorCtr="0">
          <a:noAutofit/>
        </a:bodyPr>
        <a:lstStyle/>
        <a:p>
          <a:pPr marL="0" lvl="0" indent="0" algn="l" defTabSz="889000">
            <a:lnSpc>
              <a:spcPct val="90000"/>
            </a:lnSpc>
            <a:spcBef>
              <a:spcPct val="0"/>
            </a:spcBef>
            <a:spcAft>
              <a:spcPct val="35000"/>
            </a:spcAft>
            <a:buNone/>
          </a:pPr>
          <a:r>
            <a:rPr lang="en-GB" sz="2000" b="1" kern="1200"/>
            <a:t>Completed the pre-course studies</a:t>
          </a:r>
          <a:endParaRPr lang="en-US" sz="2000" kern="1200"/>
        </a:p>
      </dsp:txBody>
      <dsp:txXfrm>
        <a:off x="1305480" y="483"/>
        <a:ext cx="8007455" cy="1130286"/>
      </dsp:txXfrm>
    </dsp:sp>
    <dsp:sp modelId="{5B365F4E-1139-49C2-BFB5-755198DB7B82}">
      <dsp:nvSpPr>
        <dsp:cNvPr id="0" name=""/>
        <dsp:cNvSpPr/>
      </dsp:nvSpPr>
      <dsp:spPr>
        <a:xfrm>
          <a:off x="0" y="1413341"/>
          <a:ext cx="9312935" cy="113028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237A925-FF1A-4960-94FA-856704F74088}">
      <dsp:nvSpPr>
        <dsp:cNvPr id="0" name=""/>
        <dsp:cNvSpPr/>
      </dsp:nvSpPr>
      <dsp:spPr>
        <a:xfrm>
          <a:off x="341911" y="1667655"/>
          <a:ext cx="621657" cy="621657"/>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9487249-CDFC-4859-A97E-1CBC2100E2C2}">
      <dsp:nvSpPr>
        <dsp:cNvPr id="0" name=""/>
        <dsp:cNvSpPr/>
      </dsp:nvSpPr>
      <dsp:spPr>
        <a:xfrm>
          <a:off x="1305480" y="1413341"/>
          <a:ext cx="4190821" cy="113028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9622" tIns="119622" rIns="119622" bIns="119622" numCol="1" spcCol="1270" anchor="ctr" anchorCtr="0">
          <a:noAutofit/>
        </a:bodyPr>
        <a:lstStyle/>
        <a:p>
          <a:pPr marL="0" lvl="0" indent="0" algn="l" defTabSz="889000">
            <a:lnSpc>
              <a:spcPct val="90000"/>
            </a:lnSpc>
            <a:spcBef>
              <a:spcPct val="0"/>
            </a:spcBef>
            <a:spcAft>
              <a:spcPct val="35000"/>
            </a:spcAft>
            <a:buNone/>
          </a:pPr>
          <a:r>
            <a:rPr lang="en-GB" sz="2000" b="1" kern="1200" dirty="0"/>
            <a:t>Good understanding of the  </a:t>
          </a:r>
          <a:br>
            <a:rPr lang="en-GB" sz="2000" b="1" kern="1200" dirty="0"/>
          </a:br>
          <a:r>
            <a:rPr lang="en-GB" sz="2000" b="1" kern="1200" dirty="0"/>
            <a:t>basics of the C# language</a:t>
          </a:r>
          <a:endParaRPr lang="en-US" sz="2000" kern="1200" dirty="0"/>
        </a:p>
      </dsp:txBody>
      <dsp:txXfrm>
        <a:off x="1305480" y="1413341"/>
        <a:ext cx="4190821" cy="1130286"/>
      </dsp:txXfrm>
    </dsp:sp>
    <dsp:sp modelId="{8BD1D46F-18BC-4F78-9A62-B59EDCFA6AC4}">
      <dsp:nvSpPr>
        <dsp:cNvPr id="0" name=""/>
        <dsp:cNvSpPr/>
      </dsp:nvSpPr>
      <dsp:spPr>
        <a:xfrm>
          <a:off x="5496302" y="1413341"/>
          <a:ext cx="3816633" cy="113028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9622" tIns="119622" rIns="119622" bIns="119622" numCol="1" spcCol="1270" anchor="ctr" anchorCtr="0">
          <a:noAutofit/>
        </a:bodyPr>
        <a:lstStyle/>
        <a:p>
          <a:pPr marL="0" lvl="0" indent="0" algn="l" defTabSz="622300">
            <a:lnSpc>
              <a:spcPct val="90000"/>
            </a:lnSpc>
            <a:spcBef>
              <a:spcPct val="0"/>
            </a:spcBef>
            <a:spcAft>
              <a:spcPct val="35000"/>
            </a:spcAft>
            <a:buNone/>
          </a:pPr>
          <a:r>
            <a:rPr lang="en-GB" sz="1400" kern="1200" dirty="0"/>
            <a:t>	</a:t>
          </a:r>
          <a:r>
            <a:rPr lang="en-GB" sz="1600" b="1" kern="1200" dirty="0">
              <a:solidFill>
                <a:srgbClr val="0070C0"/>
              </a:solidFill>
            </a:rPr>
            <a:t>Variables, if statements, </a:t>
          </a:r>
          <a:br>
            <a:rPr lang="en-GB" sz="1600" b="1" kern="1200" dirty="0">
              <a:solidFill>
                <a:srgbClr val="0070C0"/>
              </a:solidFill>
            </a:rPr>
          </a:br>
          <a:r>
            <a:rPr lang="en-GB" sz="1600" b="1" kern="1200" dirty="0">
              <a:solidFill>
                <a:srgbClr val="0070C0"/>
              </a:solidFill>
            </a:rPr>
            <a:t>	Loops, arrays, methods</a:t>
          </a:r>
          <a:endParaRPr lang="en-US" sz="1600" b="1" kern="1200" dirty="0">
            <a:solidFill>
              <a:srgbClr val="0070C0"/>
            </a:solidFill>
          </a:endParaRPr>
        </a:p>
      </dsp:txBody>
      <dsp:txXfrm>
        <a:off x="5496302" y="1413341"/>
        <a:ext cx="3816633" cy="1130286"/>
      </dsp:txXfrm>
    </dsp:sp>
    <dsp:sp modelId="{8501AC20-A7DD-4664-BF2D-33F3387DEC86}">
      <dsp:nvSpPr>
        <dsp:cNvPr id="0" name=""/>
        <dsp:cNvSpPr/>
      </dsp:nvSpPr>
      <dsp:spPr>
        <a:xfrm>
          <a:off x="0" y="2826199"/>
          <a:ext cx="9312935" cy="113028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9B75C6D-CEF4-4E6B-9614-3F50D967D384}">
      <dsp:nvSpPr>
        <dsp:cNvPr id="0" name=""/>
        <dsp:cNvSpPr/>
      </dsp:nvSpPr>
      <dsp:spPr>
        <a:xfrm>
          <a:off x="341911" y="3080513"/>
          <a:ext cx="621657" cy="621657"/>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F0DC7861-B2C2-4D4B-88FD-68F2FE48BFFF}">
      <dsp:nvSpPr>
        <dsp:cNvPr id="0" name=""/>
        <dsp:cNvSpPr/>
      </dsp:nvSpPr>
      <dsp:spPr>
        <a:xfrm>
          <a:off x="1305480" y="2826199"/>
          <a:ext cx="8007455" cy="113028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9622" tIns="119622" rIns="119622" bIns="119622" numCol="1" spcCol="1270" anchor="ctr" anchorCtr="0">
          <a:noAutofit/>
        </a:bodyPr>
        <a:lstStyle/>
        <a:p>
          <a:pPr marL="0" lvl="0" indent="0" algn="l" defTabSz="889000">
            <a:lnSpc>
              <a:spcPct val="90000"/>
            </a:lnSpc>
            <a:spcBef>
              <a:spcPct val="0"/>
            </a:spcBef>
            <a:spcAft>
              <a:spcPct val="35000"/>
            </a:spcAft>
            <a:buNone/>
          </a:pPr>
          <a:r>
            <a:rPr lang="en-GB" sz="2000" b="1" kern="1200" dirty="0"/>
            <a:t>Next chapter is a short recap of C# Fundamentals</a:t>
          </a:r>
          <a:endParaRPr lang="en-US" sz="2000" kern="1200" dirty="0"/>
        </a:p>
      </dsp:txBody>
      <dsp:txXfrm>
        <a:off x="1305480" y="2826199"/>
        <a:ext cx="8007455" cy="1130286"/>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D91646B-9E4A-433E-9068-6B8DD323F55A}">
      <dsp:nvSpPr>
        <dsp:cNvPr id="0" name=""/>
        <dsp:cNvSpPr/>
      </dsp:nvSpPr>
      <dsp:spPr>
        <a:xfrm>
          <a:off x="0" y="4387"/>
          <a:ext cx="6536617" cy="6177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GB" sz="2400" b="1" kern="1200" dirty="0"/>
            <a:t>Chalk and talk, demos</a:t>
          </a:r>
          <a:endParaRPr lang="en-US" sz="2400" kern="1200" dirty="0"/>
        </a:p>
      </dsp:txBody>
      <dsp:txXfrm>
        <a:off x="30157" y="34544"/>
        <a:ext cx="6476303" cy="557446"/>
      </dsp:txXfrm>
    </dsp:sp>
    <dsp:sp modelId="{BE91BF1A-9DDA-4426-A8B4-444EC09330B1}">
      <dsp:nvSpPr>
        <dsp:cNvPr id="0" name=""/>
        <dsp:cNvSpPr/>
      </dsp:nvSpPr>
      <dsp:spPr>
        <a:xfrm>
          <a:off x="0" y="717187"/>
          <a:ext cx="6536617" cy="6177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GB" sz="2400" b="1" kern="1200"/>
            <a:t>Hands-on labs</a:t>
          </a:r>
          <a:endParaRPr lang="en-US" sz="2400" kern="1200"/>
        </a:p>
      </dsp:txBody>
      <dsp:txXfrm>
        <a:off x="30157" y="747344"/>
        <a:ext cx="6476303" cy="557446"/>
      </dsp:txXfrm>
    </dsp:sp>
    <dsp:sp modelId="{7D8C394C-CBB2-48EE-ADF6-202CB99B1770}">
      <dsp:nvSpPr>
        <dsp:cNvPr id="0" name=""/>
        <dsp:cNvSpPr/>
      </dsp:nvSpPr>
      <dsp:spPr>
        <a:xfrm>
          <a:off x="0" y="1429987"/>
          <a:ext cx="6536617" cy="6177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rtl="0">
            <a:lnSpc>
              <a:spcPct val="90000"/>
            </a:lnSpc>
            <a:spcBef>
              <a:spcPct val="0"/>
            </a:spcBef>
            <a:spcAft>
              <a:spcPct val="35000"/>
            </a:spcAft>
            <a:buNone/>
          </a:pPr>
          <a:r>
            <a:rPr lang="en-GB" sz="2000" b="1" kern="1200" dirty="0"/>
            <a:t>Questions </a:t>
          </a:r>
          <a:r>
            <a:rPr lang="en-GB" sz="1800" b="1" kern="1200" dirty="0"/>
            <a:t>(No such a thing as a bad question)</a:t>
          </a:r>
          <a:endParaRPr lang="en-US" sz="2000" b="1" kern="1200" dirty="0"/>
        </a:p>
      </dsp:txBody>
      <dsp:txXfrm>
        <a:off x="30157" y="1460144"/>
        <a:ext cx="6476303" cy="557446"/>
      </dsp:txXfrm>
    </dsp:sp>
    <dsp:sp modelId="{EDA1E7C6-11BC-456E-B017-2B1EAB102E8D}">
      <dsp:nvSpPr>
        <dsp:cNvPr id="0" name=""/>
        <dsp:cNvSpPr/>
      </dsp:nvSpPr>
      <dsp:spPr>
        <a:xfrm>
          <a:off x="0" y="2142787"/>
          <a:ext cx="6536617" cy="6177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GB" sz="2400" b="1" kern="1200"/>
            <a:t>Review sessions</a:t>
          </a:r>
          <a:endParaRPr lang="en-US" sz="2400" kern="1200"/>
        </a:p>
      </dsp:txBody>
      <dsp:txXfrm>
        <a:off x="30157" y="2172944"/>
        <a:ext cx="6476303" cy="557446"/>
      </dsp:txXfrm>
    </dsp:sp>
    <dsp:sp modelId="{1A91805B-A8C7-4194-847E-571124C56306}">
      <dsp:nvSpPr>
        <dsp:cNvPr id="0" name=""/>
        <dsp:cNvSpPr/>
      </dsp:nvSpPr>
      <dsp:spPr>
        <a:xfrm>
          <a:off x="0" y="2855587"/>
          <a:ext cx="6536617" cy="6177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GB" sz="2400" b="1" kern="1200"/>
            <a:t>Self-teach moments</a:t>
          </a:r>
          <a:endParaRPr lang="en-US" sz="2400" kern="1200"/>
        </a:p>
      </dsp:txBody>
      <dsp:txXfrm>
        <a:off x="30157" y="2885744"/>
        <a:ext cx="6476303" cy="557446"/>
      </dsp:txXfrm>
    </dsp:sp>
    <dsp:sp modelId="{D4BECE17-8D8F-4543-BBCA-2370F29ABEC9}">
      <dsp:nvSpPr>
        <dsp:cNvPr id="0" name=""/>
        <dsp:cNvSpPr/>
      </dsp:nvSpPr>
      <dsp:spPr>
        <a:xfrm>
          <a:off x="0" y="3568387"/>
          <a:ext cx="6536617" cy="6177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GB" sz="2400" b="1" kern="1200" dirty="0"/>
            <a:t>Labs – </a:t>
          </a:r>
          <a:r>
            <a:rPr lang="en-GB" sz="1800" b="0" kern="1200" dirty="0"/>
            <a:t>more than 50% of the course</a:t>
          </a:r>
          <a:endParaRPr lang="en-US" sz="2400" b="0" kern="1200" dirty="0"/>
        </a:p>
      </dsp:txBody>
      <dsp:txXfrm>
        <a:off x="30157" y="3598544"/>
        <a:ext cx="6476303" cy="557446"/>
      </dsp:txXfrm>
    </dsp:sp>
    <dsp:sp modelId="{7DEA84F3-56ED-4A82-A008-D99DE317CB00}">
      <dsp:nvSpPr>
        <dsp:cNvPr id="0" name=""/>
        <dsp:cNvSpPr/>
      </dsp:nvSpPr>
      <dsp:spPr>
        <a:xfrm>
          <a:off x="0" y="4281187"/>
          <a:ext cx="6536617" cy="6177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GB" sz="2400" b="1" kern="1200" dirty="0"/>
            <a:t>Course </a:t>
          </a:r>
          <a:r>
            <a:rPr lang="en-GB" sz="2400" b="1" kern="1200" dirty="0">
              <a:solidFill>
                <a:srgbClr val="FFFFFF"/>
              </a:solidFill>
              <a:latin typeface="Montserrat"/>
              <a:ea typeface="+mn-ea"/>
              <a:cs typeface="+mn-cs"/>
            </a:rPr>
            <a:t>Slides and Labs</a:t>
          </a:r>
          <a:endParaRPr lang="en-US" sz="2400" b="1" kern="1200" dirty="0">
            <a:solidFill>
              <a:srgbClr val="FFFFFF"/>
            </a:solidFill>
            <a:latin typeface="Montserrat"/>
            <a:ea typeface="+mn-ea"/>
            <a:cs typeface="+mn-cs"/>
          </a:endParaRPr>
        </a:p>
      </dsp:txBody>
      <dsp:txXfrm>
        <a:off x="30157" y="4311344"/>
        <a:ext cx="6476303" cy="557446"/>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415C7FC-6E8E-4C33-B27E-CF637EECFCC5}">
      <dsp:nvSpPr>
        <dsp:cNvPr id="0" name=""/>
        <dsp:cNvSpPr/>
      </dsp:nvSpPr>
      <dsp:spPr>
        <a:xfrm>
          <a:off x="0" y="3597"/>
          <a:ext cx="5771292" cy="76632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A6D179F-8F14-40D6-8906-BD64A83152F7}">
      <dsp:nvSpPr>
        <dsp:cNvPr id="0" name=""/>
        <dsp:cNvSpPr/>
      </dsp:nvSpPr>
      <dsp:spPr>
        <a:xfrm>
          <a:off x="231814" y="176021"/>
          <a:ext cx="421480" cy="421480"/>
        </a:xfrm>
        <a:prstGeom prst="rect">
          <a:avLst/>
        </a:prstGeom>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BB54E470-29E2-4BC7-BDAF-F366D930B069}">
      <dsp:nvSpPr>
        <dsp:cNvPr id="0" name=""/>
        <dsp:cNvSpPr/>
      </dsp:nvSpPr>
      <dsp:spPr>
        <a:xfrm>
          <a:off x="885108" y="3597"/>
          <a:ext cx="4886183" cy="7663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1103" tIns="81103" rIns="81103" bIns="81103" numCol="1" spcCol="1270" anchor="ctr" anchorCtr="0">
          <a:noAutofit/>
        </a:bodyPr>
        <a:lstStyle/>
        <a:p>
          <a:pPr marL="0" lvl="0" indent="0" algn="l" defTabSz="844550">
            <a:lnSpc>
              <a:spcPct val="90000"/>
            </a:lnSpc>
            <a:spcBef>
              <a:spcPct val="0"/>
            </a:spcBef>
            <a:spcAft>
              <a:spcPct val="35000"/>
            </a:spcAft>
            <a:buNone/>
          </a:pPr>
          <a:r>
            <a:rPr lang="en-GB" sz="1900" b="1" kern="1200" dirty="0"/>
            <a:t>Name</a:t>
          </a:r>
          <a:endParaRPr lang="en-US" sz="1900" b="1" kern="1200" dirty="0"/>
        </a:p>
      </dsp:txBody>
      <dsp:txXfrm>
        <a:off x="885108" y="3597"/>
        <a:ext cx="4886183" cy="766327"/>
      </dsp:txXfrm>
    </dsp:sp>
    <dsp:sp modelId="{0D506803-3FDA-4B86-9B79-5D4B81B71C32}">
      <dsp:nvSpPr>
        <dsp:cNvPr id="0" name=""/>
        <dsp:cNvSpPr/>
      </dsp:nvSpPr>
      <dsp:spPr>
        <a:xfrm>
          <a:off x="0" y="961507"/>
          <a:ext cx="5771292" cy="76632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63CA0C1-97B2-4172-A8EE-0DCB268B9B58}">
      <dsp:nvSpPr>
        <dsp:cNvPr id="0" name=""/>
        <dsp:cNvSpPr/>
      </dsp:nvSpPr>
      <dsp:spPr>
        <a:xfrm>
          <a:off x="231814" y="1133930"/>
          <a:ext cx="421480" cy="42148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C110DE3-9F05-4722-A9AC-3B963321DE84}">
      <dsp:nvSpPr>
        <dsp:cNvPr id="0" name=""/>
        <dsp:cNvSpPr/>
      </dsp:nvSpPr>
      <dsp:spPr>
        <a:xfrm>
          <a:off x="885108" y="961507"/>
          <a:ext cx="4886183" cy="7663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1103" tIns="81103" rIns="81103" bIns="81103" numCol="1" spcCol="1270" anchor="ctr" anchorCtr="0">
          <a:noAutofit/>
        </a:bodyPr>
        <a:lstStyle/>
        <a:p>
          <a:pPr marL="0" lvl="0" indent="0" algn="l" defTabSz="844550">
            <a:lnSpc>
              <a:spcPct val="90000"/>
            </a:lnSpc>
            <a:spcBef>
              <a:spcPct val="0"/>
            </a:spcBef>
            <a:spcAft>
              <a:spcPct val="35000"/>
            </a:spcAft>
            <a:buNone/>
          </a:pPr>
          <a:r>
            <a:rPr lang="en-GB" sz="1900" b="1" kern="1200"/>
            <a:t>Job</a:t>
          </a:r>
          <a:endParaRPr lang="en-US" sz="1900" b="1" kern="1200"/>
        </a:p>
      </dsp:txBody>
      <dsp:txXfrm>
        <a:off x="885108" y="961507"/>
        <a:ext cx="4886183" cy="766327"/>
      </dsp:txXfrm>
    </dsp:sp>
    <dsp:sp modelId="{7CF69285-FC7C-4A82-8298-EEA35A353961}">
      <dsp:nvSpPr>
        <dsp:cNvPr id="0" name=""/>
        <dsp:cNvSpPr/>
      </dsp:nvSpPr>
      <dsp:spPr>
        <a:xfrm>
          <a:off x="0" y="1919416"/>
          <a:ext cx="5771292" cy="76632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AAC592F-D419-4D9C-B966-C2B2E0388C1E}">
      <dsp:nvSpPr>
        <dsp:cNvPr id="0" name=""/>
        <dsp:cNvSpPr/>
      </dsp:nvSpPr>
      <dsp:spPr>
        <a:xfrm>
          <a:off x="231814" y="2091840"/>
          <a:ext cx="421480" cy="421480"/>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2244BD1-B3B6-48F3-A71D-EE179836A400}">
      <dsp:nvSpPr>
        <dsp:cNvPr id="0" name=""/>
        <dsp:cNvSpPr/>
      </dsp:nvSpPr>
      <dsp:spPr>
        <a:xfrm>
          <a:off x="885108" y="1919416"/>
          <a:ext cx="4886183" cy="7663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1103" tIns="81103" rIns="81103" bIns="81103" numCol="1" spcCol="1270" anchor="ctr" anchorCtr="0">
          <a:noAutofit/>
        </a:bodyPr>
        <a:lstStyle/>
        <a:p>
          <a:pPr marL="0" lvl="0" indent="0" algn="l" defTabSz="844550">
            <a:lnSpc>
              <a:spcPct val="90000"/>
            </a:lnSpc>
            <a:spcBef>
              <a:spcPct val="0"/>
            </a:spcBef>
            <a:spcAft>
              <a:spcPct val="35000"/>
            </a:spcAft>
            <a:buNone/>
          </a:pPr>
          <a:r>
            <a:rPr lang="en-GB" sz="1900" b="1" kern="1200"/>
            <a:t>Coding experience</a:t>
          </a:r>
          <a:endParaRPr lang="en-US" sz="1900" b="1" kern="1200"/>
        </a:p>
      </dsp:txBody>
      <dsp:txXfrm>
        <a:off x="885108" y="1919416"/>
        <a:ext cx="4886183" cy="766327"/>
      </dsp:txXfrm>
    </dsp:sp>
    <dsp:sp modelId="{C248D111-2449-4D44-8E63-94E25DD37F81}">
      <dsp:nvSpPr>
        <dsp:cNvPr id="0" name=""/>
        <dsp:cNvSpPr/>
      </dsp:nvSpPr>
      <dsp:spPr>
        <a:xfrm>
          <a:off x="0" y="2877326"/>
          <a:ext cx="5771292" cy="76632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C70D8BF-839E-406C-8AB4-9F5D9F29AD90}">
      <dsp:nvSpPr>
        <dsp:cNvPr id="0" name=""/>
        <dsp:cNvSpPr/>
      </dsp:nvSpPr>
      <dsp:spPr>
        <a:xfrm>
          <a:off x="231814" y="3049749"/>
          <a:ext cx="421480" cy="421480"/>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0DE1480-1403-4D70-8FA4-BFE7C3AF8DF7}">
      <dsp:nvSpPr>
        <dsp:cNvPr id="0" name=""/>
        <dsp:cNvSpPr/>
      </dsp:nvSpPr>
      <dsp:spPr>
        <a:xfrm>
          <a:off x="885108" y="2877326"/>
          <a:ext cx="4886183" cy="7663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1103" tIns="81103" rIns="81103" bIns="81103" numCol="1" spcCol="1270" anchor="ctr" anchorCtr="0">
          <a:noAutofit/>
        </a:bodyPr>
        <a:lstStyle/>
        <a:p>
          <a:pPr marL="0" lvl="0" indent="0" algn="l" defTabSz="844550">
            <a:lnSpc>
              <a:spcPct val="90000"/>
            </a:lnSpc>
            <a:spcBef>
              <a:spcPct val="0"/>
            </a:spcBef>
            <a:spcAft>
              <a:spcPct val="35000"/>
            </a:spcAft>
            <a:buNone/>
          </a:pPr>
          <a:r>
            <a:rPr lang="en-GB" sz="1900" b="1" kern="1200" dirty="0"/>
            <a:t>Completed the pre-course studies?</a:t>
          </a:r>
          <a:endParaRPr lang="en-US" sz="1900" b="1" kern="1200" dirty="0"/>
        </a:p>
      </dsp:txBody>
      <dsp:txXfrm>
        <a:off x="885108" y="2877326"/>
        <a:ext cx="4886183" cy="766327"/>
      </dsp:txXfrm>
    </dsp:sp>
    <dsp:sp modelId="{A6DF22A0-9D35-4964-8A04-0CD86533EAD6}">
      <dsp:nvSpPr>
        <dsp:cNvPr id="0" name=""/>
        <dsp:cNvSpPr/>
      </dsp:nvSpPr>
      <dsp:spPr>
        <a:xfrm>
          <a:off x="0" y="3835235"/>
          <a:ext cx="5771292" cy="76632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813F5CC-1075-4F57-86AF-47D4ED8BC572}">
      <dsp:nvSpPr>
        <dsp:cNvPr id="0" name=""/>
        <dsp:cNvSpPr/>
      </dsp:nvSpPr>
      <dsp:spPr>
        <a:xfrm>
          <a:off x="231814" y="4007659"/>
          <a:ext cx="421480" cy="421480"/>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F50901F1-A02A-4D56-972F-97804DF9865D}">
      <dsp:nvSpPr>
        <dsp:cNvPr id="0" name=""/>
        <dsp:cNvSpPr/>
      </dsp:nvSpPr>
      <dsp:spPr>
        <a:xfrm>
          <a:off x="885108" y="3835235"/>
          <a:ext cx="4886183" cy="7663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1103" tIns="81103" rIns="81103" bIns="81103" numCol="1" spcCol="1270" anchor="ctr" anchorCtr="0">
          <a:noAutofit/>
        </a:bodyPr>
        <a:lstStyle/>
        <a:p>
          <a:pPr marL="0" lvl="0" indent="0" algn="l" defTabSz="844550">
            <a:lnSpc>
              <a:spcPct val="90000"/>
            </a:lnSpc>
            <a:spcBef>
              <a:spcPct val="0"/>
            </a:spcBef>
            <a:spcAft>
              <a:spcPct val="35000"/>
            </a:spcAft>
            <a:buNone/>
          </a:pPr>
          <a:r>
            <a:rPr lang="en-GB" sz="1900" b="1" kern="1200"/>
            <a:t>What do you do for fun!</a:t>
          </a:r>
          <a:endParaRPr lang="en-US" sz="1900" b="1" kern="1200"/>
        </a:p>
      </dsp:txBody>
      <dsp:txXfrm>
        <a:off x="885108" y="3835235"/>
        <a:ext cx="4886183" cy="766327"/>
      </dsp:txXfrm>
    </dsp:sp>
  </dsp:spTree>
</dsp:drawing>
</file>

<file path=ppt/diagrams/layout1.xml><?xml version="1.0" encoding="utf-8"?>
<dgm:layoutDef xmlns:dgm="http://schemas.openxmlformats.org/drawingml/2006/diagram" xmlns:a="http://schemas.openxmlformats.org/drawingml/2006/main" uniqueId="urn:microsoft.com/office/officeart/2018/2/layout/IconLabelDescriptionList">
  <dgm:title val="Icon Label Description List"/>
  <dgm:desc val="Use to show non-sequential or grouped chunks of information. The placeholder holds an icon or small picture, and corresponding text boxes show Level 1 and Level 2 text respectively. Works well for minimal Level 1 text accompanied by lengthier Level two text."/>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if>
      <dgm:else name="Name2">
        <dgm:alg type="lin">
          <dgm:param type="linDir" val="fromR"/>
        </dgm:alg>
      </dgm:else>
    </dgm:choose>
    <dgm:shape xmlns:r="http://schemas.openxmlformats.org/officeDocument/2006/relationships" r:blip="">
      <dgm:adjLst/>
    </dgm:shape>
    <dgm:presOf/>
    <dgm:constrLst>
      <dgm:constr type="h" for="ch" forName="compNode" refType="h" fact="0.45"/>
      <dgm:constr type="w" for="ch" forName="compNode" val="120"/>
      <dgm:constr type="w" for="ch" forName="sibTrans" refType="w" refFor="ch" refForName="compNode" fact="0.175"/>
      <dgm:constr type="primFontSz" for="des" forName="parTx" val="36"/>
      <dgm:constr type="primFontSz" for="des" forName="desTx" refType="primFontSz" refFor="des" refForName="parTx" op="lte" fact="0.75"/>
      <dgm:constr type="h" for="des" forName="compNode" op="equ"/>
      <dgm:constr type="h" for="des" forName="iconRect" op="equ"/>
      <dgm:constr type="w" for="des" forName="iconRect" op="equ"/>
      <dgm:constr type="h" for="des" forName="iconSpace" op="equ"/>
      <dgm:constr type="h" for="des" forName="parTx" op="equ"/>
      <dgm:constr type="h" for="des" forName="txSpace" op="equ"/>
      <dgm:constr type="h" for="des" forName="desTx" op="equ"/>
    </dgm:constrLst>
    <dgm:ruleLst>
      <dgm:rule type="w" for="ch" forName="compNode" val="0" fact="NaN" max="NaN"/>
    </dgm:ruleLst>
    <dgm:forEach name="Name3" axis="ch" ptType="node">
      <dgm:layoutNode name="compNode">
        <dgm:alg type="composite"/>
        <dgm:shape xmlns:r="http://schemas.openxmlformats.org/officeDocument/2006/relationships" r:blip="">
          <dgm:adjLst/>
        </dgm:shape>
        <dgm:presOf axis="self"/>
        <dgm:constrLst>
          <dgm:constr type="w" for="ch" forName="iconRect" refType="w" fact="0.35"/>
          <dgm:constr type="h" for="ch" forName="iconRect" refType="w" refFor="ch" refForName="iconRect"/>
          <dgm:constr type="l" for="ch" forName="iconRect"/>
          <dgm:constr type="t" for="ch" forName="iconRect"/>
          <dgm:constr type="w" for="ch" forName="iconSpace" refType="w"/>
          <dgm:constr type="h" for="ch" forName="iconSpace" refType="h" fact="0.043"/>
          <dgm:constr type="l" for="ch" forName="iconSpace"/>
          <dgm:constr type="t" for="ch" forName="iconSpace" refType="b" refFor="ch" refForName="iconRect"/>
          <dgm:constr type="w" for="ch" forName="parTx" refType="w"/>
          <dgm:constr type="h" for="ch" forName="parTx" refType="w" fact="0.15"/>
          <dgm:constr type="l" for="ch" forName="parTx"/>
          <dgm:constr type="t" for="ch" forName="parTx" refType="b" refFor="ch" refForName="iconSpace"/>
          <dgm:constr type="h" for="ch" forName="txSpace" refType="h" fact="0.02"/>
          <dgm:constr type="w" for="ch" forName="txSpace" refType="w"/>
          <dgm:constr type="l" for="ch" forName="txSpace"/>
          <dgm:constr type="t" for="ch" forName="txSpace" refType="b" refFor="ch" refForName="parTx"/>
          <dgm:constr type="w" for="ch" forName="desTx" refType="w"/>
          <dgm:constr type="l" for="ch" forName="desTx"/>
          <dgm:constr type="t" for="ch" forName="desTx" refType="b" refFor="ch" refForName="txSpace"/>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iconSpace">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4" fact="NaN" max="NaN"/>
            <dgm:rule type="h" val="INF" fact="NaN" max="NaN"/>
          </dgm:ruleLst>
        </dgm:layoutNode>
        <dgm:layoutNode name="txSpace">
          <dgm:alg type="sp"/>
          <dgm:shape xmlns:r="http://schemas.openxmlformats.org/officeDocument/2006/relationships" r:blip="">
            <dgm:adjLst/>
          </dgm:shape>
          <dgm:presOf/>
          <dgm:constrLst/>
          <dgm:ruleLst/>
        </dgm:layoutNode>
        <dgm:layoutNode name="desTx" styleLbl="revTx">
          <dgm:varLst/>
          <dgm:alg type="tx">
            <dgm:param type="stBulletLvl" val="0"/>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des" ptType="node"/>
          <dgm:constrLst>
            <dgm:constr type="secFontSz" refType="primFontSz"/>
            <dgm:constr type="lMarg"/>
            <dgm:constr type="rMarg"/>
            <dgm:constr type="tMarg"/>
            <dgm:constr type="bMarg"/>
          </dgm:constrLst>
          <dgm:ruleLst>
            <dgm:rule type="primFontSz" val="NaN" fact="NaN" max="17"/>
            <dgm:rule type="h" val="INF" fact="NaN" max="NaN"/>
          </dgm:ruleLst>
        </dgm:layoutNode>
      </dgm:layoutNode>
      <dgm:forEach name="Name4"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1"/>
            <a:ext cx="2879725" cy="49053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sz="quarter" idx="1"/>
          </p:nvPr>
        </p:nvSpPr>
        <p:spPr>
          <a:xfrm>
            <a:off x="3763964" y="1"/>
            <a:ext cx="2879725" cy="490538"/>
          </a:xfrm>
          <a:prstGeom prst="rect">
            <a:avLst/>
          </a:prstGeom>
        </p:spPr>
        <p:txBody>
          <a:bodyPr vert="horz" lIns="91440" tIns="45720" rIns="91440" bIns="45720" rtlCol="0"/>
          <a:lstStyle>
            <a:lvl1pPr algn="r">
              <a:defRPr sz="1200"/>
            </a:lvl1pPr>
          </a:lstStyle>
          <a:p>
            <a:fld id="{86D088FE-3E68-47FE-8BA4-634CD34BABBC}" type="datetimeFigureOut">
              <a:rPr lang="en-GB" smtClean="0"/>
              <a:t>05/12/2025</a:t>
            </a:fld>
            <a:endParaRPr lang="en-GB"/>
          </a:p>
        </p:txBody>
      </p:sp>
      <p:sp>
        <p:nvSpPr>
          <p:cNvPr id="4" name="Footer Placeholder 3"/>
          <p:cNvSpPr>
            <a:spLocks noGrp="1"/>
          </p:cNvSpPr>
          <p:nvPr>
            <p:ph type="ftr" sz="quarter" idx="2"/>
          </p:nvPr>
        </p:nvSpPr>
        <p:spPr>
          <a:xfrm>
            <a:off x="1" y="9285289"/>
            <a:ext cx="2879725" cy="490536"/>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p:cNvSpPr>
            <a:spLocks noGrp="1"/>
          </p:cNvSpPr>
          <p:nvPr>
            <p:ph type="sldNum" sz="quarter" idx="3"/>
          </p:nvPr>
        </p:nvSpPr>
        <p:spPr>
          <a:xfrm>
            <a:off x="3763964" y="9285289"/>
            <a:ext cx="2879725" cy="490536"/>
          </a:xfrm>
          <a:prstGeom prst="rect">
            <a:avLst/>
          </a:prstGeom>
        </p:spPr>
        <p:txBody>
          <a:bodyPr vert="horz" lIns="91440" tIns="45720" rIns="91440" bIns="45720" rtlCol="0" anchor="b"/>
          <a:lstStyle>
            <a:lvl1pPr algn="r">
              <a:defRPr sz="1200"/>
            </a:lvl1pPr>
          </a:lstStyle>
          <a:p>
            <a:fld id="{29B31C5D-0DE0-4486-9782-41885BE58160}" type="slidenum">
              <a:rPr lang="en-GB" smtClean="0"/>
              <a:t>‹#›</a:t>
            </a:fld>
            <a:endParaRPr lang="en-GB"/>
          </a:p>
        </p:txBody>
      </p:sp>
    </p:spTree>
    <p:extLst>
      <p:ext uri="{BB962C8B-B14F-4D97-AF65-F5344CB8AC3E}">
        <p14:creationId xmlns:p14="http://schemas.microsoft.com/office/powerpoint/2010/main" val="299308254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2879619" cy="490489"/>
          </a:xfrm>
          <a:prstGeom prst="rect">
            <a:avLst/>
          </a:prstGeom>
        </p:spPr>
        <p:txBody>
          <a:bodyPr vert="horz" lIns="91440" tIns="45720" rIns="91440" bIns="45720" rtlCol="0"/>
          <a:lstStyle>
            <a:lvl1pPr algn="l">
              <a:defRPr sz="1200">
                <a:latin typeface="Montserrat" panose="00000500000000000000" pitchFamily="2" charset="0"/>
              </a:defRPr>
            </a:lvl1pPr>
          </a:lstStyle>
          <a:p>
            <a:endParaRPr lang="en-GB" dirty="0"/>
          </a:p>
        </p:txBody>
      </p:sp>
      <p:sp>
        <p:nvSpPr>
          <p:cNvPr id="3" name="Date Placeholder 2"/>
          <p:cNvSpPr>
            <a:spLocks noGrp="1"/>
          </p:cNvSpPr>
          <p:nvPr>
            <p:ph type="dt" idx="1"/>
          </p:nvPr>
        </p:nvSpPr>
        <p:spPr>
          <a:xfrm>
            <a:off x="3764119" y="0"/>
            <a:ext cx="2879619" cy="490489"/>
          </a:xfrm>
          <a:prstGeom prst="rect">
            <a:avLst/>
          </a:prstGeom>
        </p:spPr>
        <p:txBody>
          <a:bodyPr vert="horz" lIns="91440" tIns="45720" rIns="91440" bIns="45720" rtlCol="0"/>
          <a:lstStyle>
            <a:lvl1pPr algn="r">
              <a:defRPr sz="1200">
                <a:latin typeface="Montserrat" panose="00000500000000000000" pitchFamily="2" charset="0"/>
              </a:defRPr>
            </a:lvl1pPr>
          </a:lstStyle>
          <a:p>
            <a:fld id="{1D6B66C6-1E92-0F4E-A300-9D4ED1F0C23F}" type="datetimeFigureOut">
              <a:rPr lang="en-GB" smtClean="0"/>
              <a:pPr/>
              <a:t>05/12/2025</a:t>
            </a:fld>
            <a:endParaRPr lang="en-GB"/>
          </a:p>
        </p:txBody>
      </p:sp>
      <p:sp>
        <p:nvSpPr>
          <p:cNvPr id="4" name="Slide Image Placeholder 3"/>
          <p:cNvSpPr>
            <a:spLocks noGrp="1" noRot="1" noChangeAspect="1"/>
          </p:cNvSpPr>
          <p:nvPr>
            <p:ph type="sldImg" idx="2"/>
          </p:nvPr>
        </p:nvSpPr>
        <p:spPr>
          <a:xfrm>
            <a:off x="388938" y="1220788"/>
            <a:ext cx="5867400" cy="3300412"/>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64528" y="4704617"/>
            <a:ext cx="5316220" cy="3849231"/>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8" name="Footer Placeholder 7"/>
          <p:cNvSpPr>
            <a:spLocks noGrp="1"/>
          </p:cNvSpPr>
          <p:nvPr>
            <p:ph type="ftr" sz="quarter" idx="4"/>
          </p:nvPr>
        </p:nvSpPr>
        <p:spPr>
          <a:xfrm>
            <a:off x="0" y="9285288"/>
            <a:ext cx="2879725" cy="490537"/>
          </a:xfrm>
          <a:prstGeom prst="rect">
            <a:avLst/>
          </a:prstGeom>
        </p:spPr>
        <p:txBody>
          <a:bodyPr vert="horz" lIns="91440" tIns="45720" rIns="91440" bIns="45720" rtlCol="0" anchor="b"/>
          <a:lstStyle>
            <a:lvl1pPr algn="l">
              <a:defRPr sz="1200"/>
            </a:lvl1pPr>
          </a:lstStyle>
          <a:p>
            <a:endParaRPr lang="en-IN"/>
          </a:p>
        </p:txBody>
      </p:sp>
      <p:sp>
        <p:nvSpPr>
          <p:cNvPr id="11" name="Slide Number Placeholder 10"/>
          <p:cNvSpPr>
            <a:spLocks noGrp="1"/>
          </p:cNvSpPr>
          <p:nvPr>
            <p:ph type="sldNum" sz="quarter" idx="5"/>
          </p:nvPr>
        </p:nvSpPr>
        <p:spPr>
          <a:xfrm>
            <a:off x="3763963" y="9285288"/>
            <a:ext cx="2879725" cy="490537"/>
          </a:xfrm>
          <a:prstGeom prst="rect">
            <a:avLst/>
          </a:prstGeom>
        </p:spPr>
        <p:txBody>
          <a:bodyPr vert="horz" lIns="91440" tIns="45720" rIns="91440" bIns="45720" rtlCol="0" anchor="b"/>
          <a:lstStyle>
            <a:lvl1pPr algn="r">
              <a:defRPr sz="1200"/>
            </a:lvl1pPr>
          </a:lstStyle>
          <a:p>
            <a:fld id="{D32A5BBE-D6B5-4361-9906-3190D45A1276}" type="slidenum">
              <a:rPr lang="en-IN" smtClean="0"/>
              <a:t>‹#›</a:t>
            </a:fld>
            <a:endParaRPr lang="en-IN"/>
          </a:p>
        </p:txBody>
      </p:sp>
    </p:spTree>
    <p:extLst>
      <p:ext uri="{BB962C8B-B14F-4D97-AF65-F5344CB8AC3E}">
        <p14:creationId xmlns:p14="http://schemas.microsoft.com/office/powerpoint/2010/main" val="1227674794"/>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ontserrat" panose="00000500000000000000" pitchFamily="2" charset="0"/>
        <a:ea typeface="+mn-ea"/>
        <a:cs typeface="+mn-cs"/>
      </a:defRPr>
    </a:lvl1pPr>
    <a:lvl2pPr marL="457200" algn="l" defTabSz="914400" rtl="0" eaLnBrk="1" latinLnBrk="0" hangingPunct="1">
      <a:defRPr sz="1200" kern="1200">
        <a:solidFill>
          <a:schemeClr val="tx1"/>
        </a:solidFill>
        <a:latin typeface="Montserrat" panose="00000500000000000000" pitchFamily="2" charset="0"/>
        <a:ea typeface="+mn-ea"/>
        <a:cs typeface="+mn-cs"/>
      </a:defRPr>
    </a:lvl2pPr>
    <a:lvl3pPr marL="914400" algn="l" defTabSz="914400" rtl="0" eaLnBrk="1" latinLnBrk="0" hangingPunct="1">
      <a:defRPr sz="1200" kern="1200">
        <a:solidFill>
          <a:schemeClr val="tx1"/>
        </a:solidFill>
        <a:latin typeface="Montserrat" panose="00000500000000000000" pitchFamily="2" charset="0"/>
        <a:ea typeface="+mn-ea"/>
        <a:cs typeface="+mn-cs"/>
      </a:defRPr>
    </a:lvl3pPr>
    <a:lvl4pPr marL="1371600" algn="l" defTabSz="914400" rtl="0" eaLnBrk="1" latinLnBrk="0" hangingPunct="1">
      <a:defRPr sz="1200" kern="1200">
        <a:solidFill>
          <a:schemeClr val="tx1"/>
        </a:solidFill>
        <a:latin typeface="Montserrat" panose="00000500000000000000" pitchFamily="2" charset="0"/>
        <a:ea typeface="+mn-ea"/>
        <a:cs typeface="+mn-cs"/>
      </a:defRPr>
    </a:lvl4pPr>
    <a:lvl5pPr marL="1828800" algn="l" defTabSz="914400" rtl="0" eaLnBrk="1" latinLnBrk="0" hangingPunct="1">
      <a:defRPr sz="1200" kern="1200">
        <a:solidFill>
          <a:schemeClr val="tx1"/>
        </a:solidFill>
        <a:latin typeface="Montserrat" panose="00000500000000000000" pitchFamily="2"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5BE1F5F-BEC2-48D5-A890-C07C79853E26}" type="slidenum">
              <a:rPr lang="en-GB" smtClean="0"/>
              <a:t>1</a:t>
            </a:fld>
            <a:endParaRPr lang="en-GB"/>
          </a:p>
        </p:txBody>
      </p:sp>
    </p:spTree>
    <p:extLst>
      <p:ext uri="{BB962C8B-B14F-4D97-AF65-F5344CB8AC3E}">
        <p14:creationId xmlns:p14="http://schemas.microsoft.com/office/powerpoint/2010/main" val="254693195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Rot="1" noChangeAspect="1" noChangeArrowheads="1" noTextEdit="1"/>
          </p:cNvSpPr>
          <p:nvPr>
            <p:ph type="sldImg"/>
          </p:nvPr>
        </p:nvSpPr>
        <p:spPr>
          <a:ln/>
        </p:spPr>
      </p:sp>
      <p:sp>
        <p:nvSpPr>
          <p:cNvPr id="14339" name="Rectangle 3"/>
          <p:cNvSpPr>
            <a:spLocks noGrp="1" noChangeArrowheads="1"/>
          </p:cNvSpPr>
          <p:nvPr>
            <p:ph type="body" idx="1"/>
          </p:nvPr>
        </p:nvSpPr>
        <p:spPr>
          <a:noFill/>
          <a:ln/>
        </p:spPr>
        <p:txBody>
          <a:bodyPr/>
          <a:lstStyle/>
          <a:p>
            <a:endParaRPr lang="en-US" dirty="0"/>
          </a:p>
        </p:txBody>
      </p:sp>
      <p:sp>
        <p:nvSpPr>
          <p:cNvPr id="2" name="Slide Number Placeholder 1"/>
          <p:cNvSpPr>
            <a:spLocks noGrp="1"/>
          </p:cNvSpPr>
          <p:nvPr>
            <p:ph type="sldNum" sz="quarter" idx="10"/>
          </p:nvPr>
        </p:nvSpPr>
        <p:spPr/>
        <p:txBody>
          <a:bodyPr/>
          <a:lstStyle/>
          <a:p>
            <a:fld id="{D32A5BBE-D6B5-4361-9906-3190D45A1276}" type="slidenum">
              <a:rPr lang="en-IN" smtClean="0"/>
              <a:t>2</a:t>
            </a:fld>
            <a:endParaRPr lang="en-IN"/>
          </a:p>
        </p:txBody>
      </p:sp>
    </p:spTree>
    <p:extLst>
      <p:ext uri="{BB962C8B-B14F-4D97-AF65-F5344CB8AC3E}">
        <p14:creationId xmlns:p14="http://schemas.microsoft.com/office/powerpoint/2010/main" val="265679811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a:xfrm>
            <a:off x="3764119" y="9285339"/>
            <a:ext cx="2879619" cy="490488"/>
          </a:xfrm>
          <a:prstGeom prst="rect">
            <a:avLst/>
          </a:prstGeom>
        </p:spPr>
        <p:txBody>
          <a:bodyPr/>
          <a:lstStyle/>
          <a:p>
            <a:fld id="{548901C6-1DA1-FB44-ABEE-06A0FEB7738E}" type="slidenum">
              <a:rPr lang="en-GB" smtClean="0"/>
              <a:pPr/>
              <a:t>3</a:t>
            </a:fld>
            <a:endParaRPr lang="en-GB"/>
          </a:p>
        </p:txBody>
      </p:sp>
    </p:spTree>
    <p:extLst>
      <p:ext uri="{BB962C8B-B14F-4D97-AF65-F5344CB8AC3E}">
        <p14:creationId xmlns:p14="http://schemas.microsoft.com/office/powerpoint/2010/main" val="22190414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Rot="1" noChangeAspect="1" noChangeArrowheads="1" noTextEdit="1"/>
          </p:cNvSpPr>
          <p:nvPr>
            <p:ph type="sldImg"/>
          </p:nvPr>
        </p:nvSpPr>
        <p:spPr>
          <a:ln/>
        </p:spPr>
      </p:sp>
      <p:sp>
        <p:nvSpPr>
          <p:cNvPr id="16387" name="Rectangle 3"/>
          <p:cNvSpPr>
            <a:spLocks noGrp="1" noChangeArrowheads="1"/>
          </p:cNvSpPr>
          <p:nvPr>
            <p:ph type="body" idx="1"/>
          </p:nvPr>
        </p:nvSpPr>
        <p:spPr>
          <a:noFill/>
          <a:ln/>
        </p:spPr>
        <p:txBody>
          <a:bodyPr/>
          <a:lstStyle/>
          <a:p>
            <a:r>
              <a:rPr lang="en-GB" dirty="0"/>
              <a:t>This course is designed to complete your knowledge of the C# language syntax and keywords, whilst introducing the OO concepts</a:t>
            </a:r>
            <a:r>
              <a:rPr lang="en-GB" baseline="0" dirty="0"/>
              <a:t> of Inheritance and Polymorphism. It follows on from the pre-course studies. At this stage you should be confident about the fundamentals of the C# language. This course will introduce OO concepts and the role played by the framework.</a:t>
            </a:r>
            <a:endParaRPr lang="en-GB" dirty="0"/>
          </a:p>
          <a:p>
            <a:endParaRPr lang="en-GB" dirty="0"/>
          </a:p>
        </p:txBody>
      </p:sp>
      <p:sp>
        <p:nvSpPr>
          <p:cNvPr id="2" name="Slide Number Placeholder 1"/>
          <p:cNvSpPr>
            <a:spLocks noGrp="1"/>
          </p:cNvSpPr>
          <p:nvPr>
            <p:ph type="sldNum" sz="quarter" idx="10"/>
          </p:nvPr>
        </p:nvSpPr>
        <p:spPr/>
        <p:txBody>
          <a:bodyPr/>
          <a:lstStyle/>
          <a:p>
            <a:fld id="{D32A5BBE-D6B5-4361-9906-3190D45A1276}" type="slidenum">
              <a:rPr lang="en-IN" smtClean="0"/>
              <a:t>4</a:t>
            </a:fld>
            <a:endParaRPr lang="en-IN"/>
          </a:p>
        </p:txBody>
      </p:sp>
    </p:spTree>
    <p:extLst>
      <p:ext uri="{BB962C8B-B14F-4D97-AF65-F5344CB8AC3E}">
        <p14:creationId xmlns:p14="http://schemas.microsoft.com/office/powerpoint/2010/main" val="21819219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p:cNvSpPr>
            <a:spLocks noGrp="1" noRot="1" noChangeAspect="1" noChangeArrowheads="1" noTextEdit="1"/>
          </p:cNvSpPr>
          <p:nvPr>
            <p:ph type="sldImg"/>
          </p:nvPr>
        </p:nvSpPr>
        <p:spPr>
          <a:ln/>
        </p:spPr>
      </p:sp>
      <p:sp>
        <p:nvSpPr>
          <p:cNvPr id="17411" name="Rectangle 3"/>
          <p:cNvSpPr>
            <a:spLocks noGrp="1" noChangeArrowheads="1"/>
          </p:cNvSpPr>
          <p:nvPr>
            <p:ph type="body" idx="1"/>
          </p:nvPr>
        </p:nvSpPr>
        <p:spPr>
          <a:noFill/>
          <a:ln/>
        </p:spPr>
        <p:txBody>
          <a:bodyPr/>
          <a:lstStyle/>
          <a:p>
            <a:r>
              <a:rPr lang="en-GB" dirty="0"/>
              <a:t>Pretty self-explanatory.</a:t>
            </a:r>
            <a:r>
              <a:rPr lang="en-GB" baseline="0" dirty="0"/>
              <a:t> From your exposure so far there may be a number of unanswered questions in your head. This week, whilst covering lots of new material should, enable you to consolidate further on language and Java framework basics learnt during the previous course.</a:t>
            </a:r>
            <a:endParaRPr lang="en-GB" dirty="0"/>
          </a:p>
        </p:txBody>
      </p:sp>
      <p:sp>
        <p:nvSpPr>
          <p:cNvPr id="2" name="Slide Number Placeholder 1"/>
          <p:cNvSpPr>
            <a:spLocks noGrp="1"/>
          </p:cNvSpPr>
          <p:nvPr>
            <p:ph type="sldNum" sz="quarter" idx="10"/>
          </p:nvPr>
        </p:nvSpPr>
        <p:spPr/>
        <p:txBody>
          <a:bodyPr/>
          <a:lstStyle/>
          <a:p>
            <a:fld id="{D32A5BBE-D6B5-4361-9906-3190D45A1276}" type="slidenum">
              <a:rPr lang="en-IN" smtClean="0"/>
              <a:t>5</a:t>
            </a:fld>
            <a:endParaRPr lang="en-IN"/>
          </a:p>
        </p:txBody>
      </p:sp>
    </p:spTree>
    <p:extLst>
      <p:ext uri="{BB962C8B-B14F-4D97-AF65-F5344CB8AC3E}">
        <p14:creationId xmlns:p14="http://schemas.microsoft.com/office/powerpoint/2010/main" val="268282739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Rot="1" noChangeAspect="1" noChangeArrowheads="1" noTextEdit="1"/>
          </p:cNvSpPr>
          <p:nvPr>
            <p:ph type="sldImg"/>
          </p:nvPr>
        </p:nvSpPr>
        <p:spPr>
          <a:ln/>
        </p:spPr>
      </p:sp>
      <p:sp>
        <p:nvSpPr>
          <p:cNvPr id="19459" name="Rectangle 3"/>
          <p:cNvSpPr>
            <a:spLocks noGrp="1" noChangeArrowheads="1"/>
          </p:cNvSpPr>
          <p:nvPr>
            <p:ph type="body" idx="1"/>
          </p:nvPr>
        </p:nvSpPr>
        <p:spPr>
          <a:noFill/>
          <a:ln/>
        </p:spPr>
        <p:txBody>
          <a:bodyPr/>
          <a:lstStyle/>
          <a:p>
            <a:r>
              <a:rPr lang="en-GB" dirty="0"/>
              <a:t>This course is presented as an Instructor Led Training (ILT) course, which means that it is comprised of:</a:t>
            </a:r>
          </a:p>
          <a:p>
            <a:endParaRPr lang="en-GB" dirty="0"/>
          </a:p>
          <a:p>
            <a:pPr marL="619125" lvl="1" indent="-171450">
              <a:buFont typeface="Arial" panose="020B0604020202020204" pitchFamily="34" charset="0"/>
              <a:buChar char="•"/>
            </a:pPr>
            <a:r>
              <a:rPr lang="en-GB" dirty="0"/>
              <a:t>Teaching sessions, where the instructor will explain aspects of the Java language and Java framework and technology.</a:t>
            </a:r>
          </a:p>
          <a:p>
            <a:pPr marL="619125" lvl="1" indent="-171450">
              <a:buFont typeface="Arial" panose="020B0604020202020204" pitchFamily="34" charset="0"/>
              <a:buChar char="•"/>
            </a:pPr>
            <a:r>
              <a:rPr lang="en-GB" dirty="0"/>
              <a:t>Hands on labs, where you have the opportunity to put your new knowledge into practice, but you will be led step by step</a:t>
            </a:r>
          </a:p>
          <a:p>
            <a:pPr marL="619125" lvl="1" indent="-171450">
              <a:buFont typeface="Arial" panose="020B0604020202020204" pitchFamily="34" charset="0"/>
              <a:buChar char="•"/>
            </a:pPr>
            <a:r>
              <a:rPr lang="en-GB" dirty="0"/>
              <a:t>Interspersed with labs will be ‘Coding Practices’,</a:t>
            </a:r>
            <a:r>
              <a:rPr lang="en-GB" baseline="0" dirty="0"/>
              <a:t> get this problem solved, here are some hints and tips</a:t>
            </a:r>
            <a:endParaRPr lang="en-GB" dirty="0"/>
          </a:p>
          <a:p>
            <a:pPr lvl="2"/>
            <a:endParaRPr lang="en-GB" dirty="0"/>
          </a:p>
          <a:p>
            <a:r>
              <a:rPr lang="en-GB" dirty="0"/>
              <a:t>You also have all of the slides, with some additional commentary, to take away with you (you're reading this at the moment). You also have a Hands on Lab guide book, which provides you with instructions for the Labs.</a:t>
            </a:r>
          </a:p>
          <a:p>
            <a:endParaRPr lang="en-GB" dirty="0"/>
          </a:p>
          <a:p>
            <a:pPr marL="0" marR="0" lvl="0" indent="0" algn="l" defTabSz="914400" rtl="0" eaLnBrk="0" fontAlgn="base" latinLnBrk="0" hangingPunct="0">
              <a:lnSpc>
                <a:spcPct val="100000"/>
              </a:lnSpc>
              <a:spcBef>
                <a:spcPct val="33000"/>
              </a:spcBef>
              <a:spcAft>
                <a:spcPct val="0"/>
              </a:spcAft>
              <a:buClrTx/>
              <a:buSzTx/>
              <a:buFontTx/>
              <a:buNone/>
              <a:tabLst>
                <a:tab pos="273050" algn="l"/>
                <a:tab pos="544513" algn="l"/>
                <a:tab pos="796925" algn="l"/>
                <a:tab pos="1069975" algn="l"/>
                <a:tab pos="1343025" algn="l"/>
                <a:tab pos="1614488" algn="l"/>
                <a:tab pos="1887538" algn="l"/>
                <a:tab pos="2159000" algn="l"/>
                <a:tab pos="2413000" algn="l"/>
                <a:tab pos="2684463" algn="l"/>
              </a:tabLst>
              <a:defRPr/>
            </a:pPr>
            <a:r>
              <a:rPr lang="en-GB" dirty="0"/>
              <a:t>The Hands On Labs are a vitally important learning tool, as they enable you to get to grips with the material. This experimenting reinforces the learning and maximises the retention of information for when you return to work. You will be using Eclipse as the development tool when working on the labs, as this is the main development tool for Java development.</a:t>
            </a:r>
          </a:p>
          <a:p>
            <a:endParaRPr lang="en-GB" dirty="0"/>
          </a:p>
        </p:txBody>
      </p:sp>
      <p:sp>
        <p:nvSpPr>
          <p:cNvPr id="2" name="Slide Number Placeholder 1"/>
          <p:cNvSpPr>
            <a:spLocks noGrp="1"/>
          </p:cNvSpPr>
          <p:nvPr>
            <p:ph type="sldNum" sz="quarter" idx="10"/>
          </p:nvPr>
        </p:nvSpPr>
        <p:spPr/>
        <p:txBody>
          <a:bodyPr/>
          <a:lstStyle/>
          <a:p>
            <a:fld id="{D32A5BBE-D6B5-4361-9906-3190D45A1276}" type="slidenum">
              <a:rPr lang="en-IN" smtClean="0"/>
              <a:t>6</a:t>
            </a:fld>
            <a:endParaRPr lang="en-IN"/>
          </a:p>
        </p:txBody>
      </p:sp>
    </p:spTree>
    <p:extLst>
      <p:ext uri="{BB962C8B-B14F-4D97-AF65-F5344CB8AC3E}">
        <p14:creationId xmlns:p14="http://schemas.microsoft.com/office/powerpoint/2010/main" val="33651030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lgn="l">
              <a:buFont typeface="Arial" panose="020B0604020202020204" pitchFamily="34" charset="0"/>
              <a:buNone/>
            </a:pPr>
            <a:endParaRPr lang="en-GB" b="0" dirty="0"/>
          </a:p>
        </p:txBody>
      </p:sp>
      <p:sp>
        <p:nvSpPr>
          <p:cNvPr id="4" name="Slide Number Placeholder 3"/>
          <p:cNvSpPr>
            <a:spLocks noGrp="1"/>
          </p:cNvSpPr>
          <p:nvPr>
            <p:ph type="sldNum" sz="quarter" idx="10"/>
          </p:nvPr>
        </p:nvSpPr>
        <p:spPr>
          <a:xfrm>
            <a:off x="3764119" y="9285339"/>
            <a:ext cx="2879619" cy="490488"/>
          </a:xfrm>
          <a:prstGeom prst="rect">
            <a:avLst/>
          </a:prstGeom>
        </p:spPr>
        <p:txBody>
          <a:bodyPr/>
          <a:lstStyle/>
          <a:p>
            <a:fld id="{548901C6-1DA1-FB44-ABEE-06A0FEB7738E}" type="slidenum">
              <a:rPr lang="en-GB" smtClean="0"/>
              <a:t>8</a:t>
            </a:fld>
            <a:endParaRPr lang="en-GB"/>
          </a:p>
        </p:txBody>
      </p:sp>
    </p:spTree>
    <p:extLst>
      <p:ext uri="{BB962C8B-B14F-4D97-AF65-F5344CB8AC3E}">
        <p14:creationId xmlns:p14="http://schemas.microsoft.com/office/powerpoint/2010/main" val="210808317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image" Target="../media/image10.png"/><Relationship Id="rId1" Type="http://schemas.openxmlformats.org/officeDocument/2006/relationships/slideMaster" Target="../slideMasters/slideMaster1.xml"/><Relationship Id="rId4" Type="http://schemas.openxmlformats.org/officeDocument/2006/relationships/image" Target="../media/image12.emf"/></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Q&amp;A/what's next">
    <p:bg>
      <p:bgPr>
        <a:solidFill>
          <a:srgbClr val="EDCD3C"/>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5135880" y="0"/>
            <a:ext cx="705612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4" name="Group 23"/>
          <p:cNvGrpSpPr/>
          <p:nvPr userDrawn="1"/>
        </p:nvGrpSpPr>
        <p:grpSpPr>
          <a:xfrm>
            <a:off x="-1420" y="3503895"/>
            <a:ext cx="6359624" cy="2437013"/>
            <a:chOff x="-1420" y="3503895"/>
            <a:chExt cx="6359624" cy="2437013"/>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221280981"/>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Follow us">
    <p:bg>
      <p:bgPr>
        <a:solidFill>
          <a:srgbClr val="28CFF9"/>
        </a:solidFill>
        <a:effectLst/>
      </p:bgPr>
    </p:bg>
    <p:spTree>
      <p:nvGrpSpPr>
        <p:cNvPr id="1" name=""/>
        <p:cNvGrpSpPr/>
        <p:nvPr/>
      </p:nvGrpSpPr>
      <p:grpSpPr>
        <a:xfrm>
          <a:off x="0" y="0"/>
          <a:ext cx="0" cy="0"/>
          <a:chOff x="0" y="0"/>
          <a:chExt cx="0" cy="0"/>
        </a:xfrm>
      </p:grpSpPr>
      <p:pic>
        <p:nvPicPr>
          <p:cNvPr id="4" name="Picture 3"/>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5875020" y="0"/>
            <a:ext cx="631698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4" name="Group 23"/>
          <p:cNvGrpSpPr/>
          <p:nvPr userDrawn="1"/>
        </p:nvGrpSpPr>
        <p:grpSpPr>
          <a:xfrm>
            <a:off x="-1420" y="3503895"/>
            <a:ext cx="6359624" cy="2437013"/>
            <a:chOff x="-1420" y="3503895"/>
            <a:chExt cx="6359624" cy="2437013"/>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86434422"/>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Action Tips">
    <p:bg>
      <p:bgPr>
        <a:solidFill>
          <a:srgbClr val="EB622E"/>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7254240" y="0"/>
            <a:ext cx="493776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 name="Group 1"/>
          <p:cNvGrpSpPr/>
          <p:nvPr userDrawn="1"/>
        </p:nvGrpSpPr>
        <p:grpSpPr>
          <a:xfrm>
            <a:off x="-1420" y="3503895"/>
            <a:ext cx="6359624" cy="2437013"/>
            <a:chOff x="-1420" y="3503895"/>
            <a:chExt cx="6359624" cy="2437013"/>
          </a:xfrm>
          <a:solidFill>
            <a:srgbClr val="004050"/>
          </a:solidFill>
        </p:grpSpPr>
        <p:sp>
          <p:nvSpPr>
            <p:cNvPr id="36" name="Freeform 35">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37" name="Freeform 36">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40" name="Freeform 39">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198876426"/>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1">
    <p:bg>
      <p:bgPr>
        <a:solidFill>
          <a:srgbClr val="09EDB8"/>
        </a:solidFill>
        <a:effectLst/>
      </p:bgPr>
    </p:bg>
    <p:spTree>
      <p:nvGrpSpPr>
        <p:cNvPr id="1" name=""/>
        <p:cNvGrpSpPr/>
        <p:nvPr/>
      </p:nvGrpSpPr>
      <p:grpSpPr>
        <a:xfrm>
          <a:off x="0" y="0"/>
          <a:ext cx="0" cy="0"/>
          <a:chOff x="0" y="0"/>
          <a:chExt cx="0" cy="0"/>
        </a:xfrm>
      </p:grpSpPr>
      <p:pic>
        <p:nvPicPr>
          <p:cNvPr id="7" name="Picture 6"/>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6644640" y="15240"/>
            <a:ext cx="5547360" cy="684276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8"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16" name="Group 15"/>
          <p:cNvGrpSpPr/>
          <p:nvPr userDrawn="1"/>
        </p:nvGrpSpPr>
        <p:grpSpPr>
          <a:xfrm>
            <a:off x="-1420" y="3503895"/>
            <a:ext cx="6359624" cy="2437013"/>
            <a:chOff x="-1420" y="3503895"/>
            <a:chExt cx="6359624" cy="2437013"/>
          </a:xfrm>
          <a:solidFill>
            <a:srgbClr val="004050"/>
          </a:solidFill>
        </p:grpSpPr>
        <p:sp>
          <p:nvSpPr>
            <p:cNvPr id="17" name="Freeform 16">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19" name="Freeform 18">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265610577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Housekeeping">
    <p:bg>
      <p:bgPr>
        <a:solidFill>
          <a:schemeClr val="tx1"/>
        </a:solidFill>
        <a:effectLst/>
      </p:bgPr>
    </p:bg>
    <p:spTree>
      <p:nvGrpSpPr>
        <p:cNvPr id="1" name=""/>
        <p:cNvGrpSpPr/>
        <p:nvPr/>
      </p:nvGrpSpPr>
      <p:grpSpPr>
        <a:xfrm>
          <a:off x="0" y="0"/>
          <a:ext cx="0" cy="0"/>
          <a:chOff x="0" y="0"/>
          <a:chExt cx="0" cy="0"/>
        </a:xfrm>
      </p:grpSpPr>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chemeClr val="tx2"/>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4" y="3433680"/>
            <a:ext cx="5627171" cy="968987"/>
          </a:xfrm>
        </p:spPr>
        <p:txBody>
          <a:bodyPr anchor="t" anchorCtr="0">
            <a:noAutofit/>
          </a:bodyPr>
          <a:lstStyle>
            <a:lvl1pPr algn="l">
              <a:lnSpc>
                <a:spcPts val="6000"/>
              </a:lnSpc>
              <a:defRPr sz="3600">
                <a:solidFill>
                  <a:schemeClr val="bg1"/>
                </a:solidFill>
              </a:defRPr>
            </a:lvl1pPr>
          </a:lstStyle>
          <a:p>
            <a:r>
              <a:rPr lang="en-US" noProof="0"/>
              <a:t>Housekeeping</a:t>
            </a:r>
            <a:endParaRPr lang="en-GB" noProof="0" dirty="0"/>
          </a:p>
        </p:txBody>
      </p:sp>
      <p:sp>
        <p:nvSpPr>
          <p:cNvPr id="6" name="Text Placeholder 6"/>
          <p:cNvSpPr>
            <a:spLocks noGrp="1"/>
          </p:cNvSpPr>
          <p:nvPr>
            <p:ph type="body" sz="quarter" idx="12" hasCustomPrompt="1"/>
          </p:nvPr>
        </p:nvSpPr>
        <p:spPr>
          <a:xfrm>
            <a:off x="384784" y="4894524"/>
            <a:ext cx="5627171" cy="1186921"/>
          </a:xfrm>
        </p:spPr>
        <p:txBody>
          <a:bodyPr/>
          <a:lstStyle>
            <a:lvl1pPr marL="342900" marR="0" indent="-342900" algn="l" defTabSz="914400" rtl="0" eaLnBrk="1" fontAlgn="auto" latinLnBrk="0" hangingPunct="1">
              <a:lnSpc>
                <a:spcPct val="100000"/>
              </a:lnSpc>
              <a:spcBef>
                <a:spcPts val="0"/>
              </a:spcBef>
              <a:spcAft>
                <a:spcPts val="0"/>
              </a:spcAft>
              <a:buClrTx/>
              <a:buSzPct val="115000"/>
              <a:buFont typeface="Arial" panose="020B0604020202020204" pitchFamily="34" charset="0"/>
              <a:buChar char="•"/>
              <a:tabLst/>
              <a:defRPr sz="2000" b="0">
                <a:solidFill>
                  <a:schemeClr val="bg1"/>
                </a:solidFill>
              </a:defRPr>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Tree>
    <p:extLst>
      <p:ext uri="{BB962C8B-B14F-4D97-AF65-F5344CB8AC3E}">
        <p14:creationId xmlns:p14="http://schemas.microsoft.com/office/powerpoint/2010/main" val="42768793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Meet &amp; Greet 1">
    <p:bg>
      <p:bgPr>
        <a:solidFill>
          <a:srgbClr val="38E2BB"/>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4108881" y="-11575"/>
            <a:ext cx="8079261" cy="6875362"/>
          </a:xfrm>
          <a:prstGeom prst="rect">
            <a:avLst/>
          </a:prstGeom>
        </p:spPr>
      </p:pic>
      <p:sp>
        <p:nvSpPr>
          <p:cNvPr id="1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5" y="1706477"/>
            <a:ext cx="5002556" cy="808123"/>
          </a:xfrm>
        </p:spPr>
        <p:txBody>
          <a:bodyPr anchor="t" anchorCtr="0">
            <a:noAutofit/>
          </a:bodyPr>
          <a:lstStyle>
            <a:lvl1pPr algn="l">
              <a:lnSpc>
                <a:spcPts val="6000"/>
              </a:lnSpc>
              <a:defRPr sz="3600">
                <a:solidFill>
                  <a:srgbClr val="004050"/>
                </a:solidFill>
              </a:defRPr>
            </a:lvl1pPr>
          </a:lstStyle>
          <a:p>
            <a:r>
              <a:rPr lang="en-US" noProof="0" dirty="0"/>
              <a:t>Meet &amp; Greet</a:t>
            </a:r>
            <a:endParaRPr lang="en-GB" noProof="0" dirty="0"/>
          </a:p>
        </p:txBody>
      </p:sp>
      <p:sp>
        <p:nvSpPr>
          <p:cNvPr id="18" name="Text Placeholder 3"/>
          <p:cNvSpPr>
            <a:spLocks noGrp="1"/>
          </p:cNvSpPr>
          <p:nvPr>
            <p:ph type="body" sz="quarter" idx="10" hasCustomPrompt="1"/>
          </p:nvPr>
        </p:nvSpPr>
        <p:spPr>
          <a:xfrm>
            <a:off x="384785" y="2915404"/>
            <a:ext cx="4278655" cy="34015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404595973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3_03 Section Divider">
    <p:bg>
      <p:bgPr>
        <a:solidFill>
          <a:schemeClr val="tx2"/>
        </a:solidFill>
        <a:effectLst/>
      </p:bgPr>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9" y="1556247"/>
            <a:ext cx="5810250" cy="2277604"/>
          </a:xfrm>
        </p:spPr>
        <p:txBody>
          <a:bodyPr anchor="b" anchorCtr="0">
            <a:noAutofit/>
          </a:bodyPr>
          <a:lstStyle>
            <a:lvl1pPr algn="l">
              <a:lnSpc>
                <a:spcPct val="90000"/>
              </a:lnSpc>
              <a:defRPr sz="3600" spc="60" baseline="0">
                <a:solidFill>
                  <a:srgbClr val="004050"/>
                </a:solidFill>
              </a:defRPr>
            </a:lvl1pPr>
          </a:lstStyle>
          <a:p>
            <a:r>
              <a:rPr lang="en-US" noProof="0" dirty="0"/>
              <a:t>CLICK TO EDIT </a:t>
            </a:r>
            <a:br>
              <a:rPr lang="en-US" noProof="0" dirty="0"/>
            </a:br>
            <a:r>
              <a:rPr lang="en-US" noProof="0" dirty="0"/>
              <a:t>MASTER TITLE STYLE</a:t>
            </a:r>
            <a:endParaRPr lang="en-GB" noProof="0" dirty="0"/>
          </a:p>
        </p:txBody>
      </p:sp>
      <p:grpSp>
        <p:nvGrpSpPr>
          <p:cNvPr id="27" name="Group 26"/>
          <p:cNvGrpSpPr/>
          <p:nvPr userDrawn="1"/>
        </p:nvGrpSpPr>
        <p:grpSpPr>
          <a:xfrm>
            <a:off x="-2229" y="2361812"/>
            <a:ext cx="11067619" cy="4502135"/>
            <a:chOff x="-2229" y="2361812"/>
            <a:chExt cx="11067619" cy="4502135"/>
          </a:xfrm>
          <a:solidFill>
            <a:srgbClr val="004050"/>
          </a:solidFill>
        </p:grpSpPr>
        <p:sp>
          <p:nvSpPr>
            <p:cNvPr id="28" name="Freeform 27">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9" name="Freeform 28">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30" name="Freeform 29">
              <a:extLst>
                <a:ext uri="{FF2B5EF4-FFF2-40B4-BE49-F238E27FC236}">
                  <a16:creationId xmlns:a16="http://schemas.microsoft.com/office/drawing/2014/main" id="{2F450B4C-241D-A544-BBEF-175E01D6A139}"/>
                </a:ext>
              </a:extLst>
            </p:cNvPr>
            <p:cNvSpPr/>
            <p:nvPr userDrawn="1"/>
          </p:nvSpPr>
          <p:spPr>
            <a:xfrm flipV="1">
              <a:off x="-2229" y="49513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20029218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Overview or quotes 04">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004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Text Placeholder 4"/>
          <p:cNvSpPr>
            <a:spLocks noGrp="1"/>
          </p:cNvSpPr>
          <p:nvPr>
            <p:ph type="body" sz="quarter" idx="15" hasCustomPrompt="1"/>
          </p:nvPr>
        </p:nvSpPr>
        <p:spPr>
          <a:xfrm>
            <a:off x="5037137" y="1349984"/>
            <a:ext cx="6770688" cy="5119407"/>
          </a:xfrm>
        </p:spPr>
        <p:txBody>
          <a:bodyPr/>
          <a:lstStyle>
            <a:lvl1pPr marL="0" indent="0">
              <a:lnSpc>
                <a:spcPct val="100000"/>
              </a:lnSpc>
              <a:buFont typeface="Arial" panose="020B0604020202020204" pitchFamily="34" charset="0"/>
              <a:buNone/>
              <a:defRPr sz="2000" b="0"/>
            </a:lvl1pPr>
            <a:lvl2pPr marL="180000" indent="-180000">
              <a:lnSpc>
                <a:spcPct val="100000"/>
              </a:lnSpc>
              <a:buFont typeface="Arial" panose="020B0604020202020204" pitchFamily="34" charset="0"/>
              <a:buChar char="•"/>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sz="2000"/>
            </a:lvl4pPr>
            <a:lvl5pPr marL="180000" indent="-180000">
              <a:buFont typeface="Arial" panose="020B0604020202020204" pitchFamily="34" charset="0"/>
              <a:buChar char="•"/>
              <a:defRPr sz="2000"/>
            </a:lvl5pPr>
          </a:lstStyle>
          <a:p>
            <a:pPr lvl="0"/>
            <a:r>
              <a:rPr lang="en-US" dirty="0"/>
              <a:t>Edit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Freeform 12">
            <a:extLst>
              <a:ext uri="{FF2B5EF4-FFF2-40B4-BE49-F238E27FC236}">
                <a16:creationId xmlns:a16="http://schemas.microsoft.com/office/drawing/2014/main" id="{DF3D0604-3EEB-7547-A86F-8B3EFC40A3EC}"/>
              </a:ext>
            </a:extLst>
          </p:cNvPr>
          <p:cNvSpPr/>
          <p:nvPr userDrawn="1"/>
        </p:nvSpPr>
        <p:spPr>
          <a:xfrm>
            <a:off x="384784" y="4504759"/>
            <a:ext cx="4321328" cy="1964632"/>
          </a:xfrm>
          <a:custGeom>
            <a:avLst/>
            <a:gdLst>
              <a:gd name="connsiteX0" fmla="*/ 1010833 w 1009650"/>
              <a:gd name="connsiteY0" fmla="*/ 229067 h 457200"/>
              <a:gd name="connsiteX1" fmla="*/ 972733 w 1009650"/>
              <a:gd name="connsiteY1" fmla="*/ 246593 h 457200"/>
              <a:gd name="connsiteX2" fmla="*/ 768072 w 1009650"/>
              <a:gd name="connsiteY2" fmla="*/ 348701 h 457200"/>
              <a:gd name="connsiteX3" fmla="*/ 658853 w 1009650"/>
              <a:gd name="connsiteY3" fmla="*/ 435887 h 457200"/>
              <a:gd name="connsiteX4" fmla="*/ 625770 w 1009650"/>
              <a:gd name="connsiteY4" fmla="*/ 457159 h 457200"/>
              <a:gd name="connsiteX5" fmla="*/ 594020 w 1009650"/>
              <a:gd name="connsiteY5" fmla="*/ 447126 h 457200"/>
              <a:gd name="connsiteX6" fmla="*/ 591352 w 1009650"/>
              <a:gd name="connsiteY6" fmla="*/ 428076 h 457200"/>
              <a:gd name="connsiteX7" fmla="*/ 620117 w 1009650"/>
              <a:gd name="connsiteY7" fmla="*/ 377721 h 457200"/>
              <a:gd name="connsiteX8" fmla="*/ 677966 w 1009650"/>
              <a:gd name="connsiteY8" fmla="*/ 290281 h 457200"/>
              <a:gd name="connsiteX9" fmla="*/ 688507 w 1009650"/>
              <a:gd name="connsiteY9" fmla="*/ 269136 h 457200"/>
              <a:gd name="connsiteX10" fmla="*/ 674410 w 1009650"/>
              <a:gd name="connsiteY10" fmla="*/ 241704 h 457200"/>
              <a:gd name="connsiteX11" fmla="*/ 636310 w 1009650"/>
              <a:gd name="connsiteY11" fmla="*/ 240307 h 457200"/>
              <a:gd name="connsiteX12" fmla="*/ 469495 w 1009650"/>
              <a:gd name="connsiteY12" fmla="*/ 274597 h 457200"/>
              <a:gd name="connsiteX13" fmla="*/ 356846 w 1009650"/>
              <a:gd name="connsiteY13" fmla="*/ 325905 h 457200"/>
              <a:gd name="connsiteX14" fmla="*/ 235752 w 1009650"/>
              <a:gd name="connsiteY14" fmla="*/ 378864 h 457200"/>
              <a:gd name="connsiteX15" fmla="*/ 118468 w 1009650"/>
              <a:gd name="connsiteY15" fmla="*/ 386611 h 457200"/>
              <a:gd name="connsiteX16" fmla="*/ 4168 w 1009650"/>
              <a:gd name="connsiteY16" fmla="*/ 268882 h 457200"/>
              <a:gd name="connsiteX17" fmla="*/ 25186 w 1009650"/>
              <a:gd name="connsiteY17" fmla="*/ 136802 h 457200"/>
              <a:gd name="connsiteX18" fmla="*/ 149075 w 1009650"/>
              <a:gd name="connsiteY18" fmla="*/ 68476 h 457200"/>
              <a:gd name="connsiteX19" fmla="*/ 296649 w 1009650"/>
              <a:gd name="connsiteY19" fmla="*/ 103464 h 457200"/>
              <a:gd name="connsiteX20" fmla="*/ 415076 w 1009650"/>
              <a:gd name="connsiteY20" fmla="*/ 161059 h 457200"/>
              <a:gd name="connsiteX21" fmla="*/ 572429 w 1009650"/>
              <a:gd name="connsiteY21" fmla="*/ 209255 h 457200"/>
              <a:gd name="connsiteX22" fmla="*/ 649836 w 1009650"/>
              <a:gd name="connsiteY22" fmla="*/ 219161 h 457200"/>
              <a:gd name="connsiteX23" fmla="*/ 675236 w 1009650"/>
              <a:gd name="connsiteY23" fmla="*/ 216812 h 457200"/>
              <a:gd name="connsiteX24" fmla="*/ 690125 w 1009650"/>
              <a:gd name="connsiteY24" fmla="*/ 195995 h 457200"/>
              <a:gd name="connsiteX25" fmla="*/ 688317 w 1009650"/>
              <a:gd name="connsiteY25" fmla="*/ 190586 h 457200"/>
              <a:gd name="connsiteX26" fmla="*/ 667934 w 1009650"/>
              <a:gd name="connsiteY26" fmla="*/ 151343 h 457200"/>
              <a:gd name="connsiteX27" fmla="*/ 603036 w 1009650"/>
              <a:gd name="connsiteY27" fmla="*/ 53871 h 457200"/>
              <a:gd name="connsiteX28" fmla="*/ 591098 w 1009650"/>
              <a:gd name="connsiteY28" fmla="*/ 30820 h 457200"/>
              <a:gd name="connsiteX29" fmla="*/ 608179 w 1009650"/>
              <a:gd name="connsiteY29" fmla="*/ 848 h 457200"/>
              <a:gd name="connsiteX30" fmla="*/ 649200 w 1009650"/>
              <a:gd name="connsiteY30" fmla="*/ 12977 h 457200"/>
              <a:gd name="connsiteX31" fmla="*/ 701905 w 1009650"/>
              <a:gd name="connsiteY31" fmla="*/ 60856 h 457200"/>
              <a:gd name="connsiteX32" fmla="*/ 813474 w 1009650"/>
              <a:gd name="connsiteY32" fmla="*/ 134389 h 457200"/>
              <a:gd name="connsiteX33" fmla="*/ 1006642 w 1009650"/>
              <a:gd name="connsiteY33" fmla="*/ 226972 h 457200"/>
              <a:gd name="connsiteX34" fmla="*/ 1010833 w 1009650"/>
              <a:gd name="connsiteY34" fmla="*/ 229067 h 45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457200">
                <a:moveTo>
                  <a:pt x="1010833" y="229067"/>
                </a:moveTo>
                <a:cubicBezTo>
                  <a:pt x="997434" y="235417"/>
                  <a:pt x="984925" y="240815"/>
                  <a:pt x="972733" y="246593"/>
                </a:cubicBezTo>
                <a:cubicBezTo>
                  <a:pt x="903581" y="278724"/>
                  <a:pt x="833668" y="309522"/>
                  <a:pt x="768072" y="348701"/>
                </a:cubicBezTo>
                <a:cubicBezTo>
                  <a:pt x="728311" y="373291"/>
                  <a:pt x="691642" y="402562"/>
                  <a:pt x="658853" y="435887"/>
                </a:cubicBezTo>
                <a:cubicBezTo>
                  <a:pt x="650022" y="445921"/>
                  <a:pt x="638563" y="453288"/>
                  <a:pt x="625770" y="457159"/>
                </a:cubicBezTo>
                <a:cubicBezTo>
                  <a:pt x="614145" y="459928"/>
                  <a:pt x="601942" y="456072"/>
                  <a:pt x="594020" y="447126"/>
                </a:cubicBezTo>
                <a:cubicBezTo>
                  <a:pt x="588841" y="442152"/>
                  <a:pt x="587739" y="434281"/>
                  <a:pt x="591352" y="428076"/>
                </a:cubicBezTo>
                <a:cubicBezTo>
                  <a:pt x="600559" y="411122"/>
                  <a:pt x="609703" y="393977"/>
                  <a:pt x="620117" y="377721"/>
                </a:cubicBezTo>
                <a:cubicBezTo>
                  <a:pt x="639167" y="348320"/>
                  <a:pt x="658853" y="319555"/>
                  <a:pt x="677966" y="290281"/>
                </a:cubicBezTo>
                <a:cubicBezTo>
                  <a:pt x="682182" y="283605"/>
                  <a:pt x="685714" y="276521"/>
                  <a:pt x="688507" y="269136"/>
                </a:cubicBezTo>
                <a:cubicBezTo>
                  <a:pt x="693714" y="255801"/>
                  <a:pt x="688507" y="244244"/>
                  <a:pt x="674410" y="241704"/>
                </a:cubicBezTo>
                <a:cubicBezTo>
                  <a:pt x="661836" y="239482"/>
                  <a:pt x="649014" y="239012"/>
                  <a:pt x="636310" y="240307"/>
                </a:cubicBezTo>
                <a:cubicBezTo>
                  <a:pt x="579541" y="245958"/>
                  <a:pt x="523090" y="254975"/>
                  <a:pt x="469495" y="274597"/>
                </a:cubicBezTo>
                <a:cubicBezTo>
                  <a:pt x="431081" y="289732"/>
                  <a:pt x="393480" y="306858"/>
                  <a:pt x="356846" y="325905"/>
                </a:cubicBezTo>
                <a:cubicBezTo>
                  <a:pt x="317159" y="344955"/>
                  <a:pt x="278233" y="366227"/>
                  <a:pt x="235752" y="378864"/>
                </a:cubicBezTo>
                <a:cubicBezTo>
                  <a:pt x="197915" y="391187"/>
                  <a:pt x="157597" y="393850"/>
                  <a:pt x="118468" y="386611"/>
                </a:cubicBezTo>
                <a:cubicBezTo>
                  <a:pt x="60224" y="373808"/>
                  <a:pt x="15244" y="327478"/>
                  <a:pt x="4168" y="268882"/>
                </a:cubicBezTo>
                <a:cubicBezTo>
                  <a:pt x="-4405" y="222463"/>
                  <a:pt x="-849" y="177505"/>
                  <a:pt x="25186" y="136802"/>
                </a:cubicBezTo>
                <a:cubicBezTo>
                  <a:pt x="53888" y="91971"/>
                  <a:pt x="95925" y="69746"/>
                  <a:pt x="149075" y="68476"/>
                </a:cubicBezTo>
                <a:cubicBezTo>
                  <a:pt x="202224" y="67206"/>
                  <a:pt x="249976" y="81557"/>
                  <a:pt x="296649" y="103464"/>
                </a:cubicBezTo>
                <a:cubicBezTo>
                  <a:pt x="336400" y="122133"/>
                  <a:pt x="375875" y="141331"/>
                  <a:pt x="415076" y="161059"/>
                </a:cubicBezTo>
                <a:cubicBezTo>
                  <a:pt x="464691" y="185237"/>
                  <a:pt x="517785" y="201499"/>
                  <a:pt x="572429" y="209255"/>
                </a:cubicBezTo>
                <a:cubicBezTo>
                  <a:pt x="598126" y="213234"/>
                  <a:pt x="623928" y="216536"/>
                  <a:pt x="649836" y="219161"/>
                </a:cubicBezTo>
                <a:cubicBezTo>
                  <a:pt x="658375" y="219866"/>
                  <a:pt x="666971" y="219071"/>
                  <a:pt x="675236" y="216812"/>
                </a:cubicBezTo>
                <a:cubicBezTo>
                  <a:pt x="685095" y="215175"/>
                  <a:pt x="691762" y="205855"/>
                  <a:pt x="690125" y="195995"/>
                </a:cubicBezTo>
                <a:cubicBezTo>
                  <a:pt x="689812" y="194108"/>
                  <a:pt x="689201" y="192282"/>
                  <a:pt x="688317" y="190586"/>
                </a:cubicBezTo>
                <a:cubicBezTo>
                  <a:pt x="682682" y="176935"/>
                  <a:pt x="675862" y="163803"/>
                  <a:pt x="667934" y="151343"/>
                </a:cubicBezTo>
                <a:cubicBezTo>
                  <a:pt x="646724" y="118577"/>
                  <a:pt x="624499" y="86446"/>
                  <a:pt x="603036" y="53871"/>
                </a:cubicBezTo>
                <a:cubicBezTo>
                  <a:pt x="598297" y="46605"/>
                  <a:pt x="594298" y="38883"/>
                  <a:pt x="591098" y="30820"/>
                </a:cubicBezTo>
                <a:cubicBezTo>
                  <a:pt x="584748" y="15771"/>
                  <a:pt x="592304" y="3833"/>
                  <a:pt x="608179" y="848"/>
                </a:cubicBezTo>
                <a:cubicBezTo>
                  <a:pt x="623012" y="-2026"/>
                  <a:pt x="638315" y="2499"/>
                  <a:pt x="649200" y="12977"/>
                </a:cubicBezTo>
                <a:cubicBezTo>
                  <a:pt x="666917" y="28788"/>
                  <a:pt x="683999" y="45298"/>
                  <a:pt x="701905" y="60856"/>
                </a:cubicBezTo>
                <a:cubicBezTo>
                  <a:pt x="735701" y="90165"/>
                  <a:pt x="773214" y="114889"/>
                  <a:pt x="813474" y="134389"/>
                </a:cubicBezTo>
                <a:cubicBezTo>
                  <a:pt x="877674" y="165631"/>
                  <a:pt x="942253" y="196111"/>
                  <a:pt x="1006642" y="226972"/>
                </a:cubicBezTo>
                <a:cubicBezTo>
                  <a:pt x="1007785" y="227226"/>
                  <a:pt x="1008801" y="227924"/>
                  <a:pt x="1010833" y="229067"/>
                </a:cubicBezTo>
                <a:close/>
              </a:path>
            </a:pathLst>
          </a:custGeom>
          <a:solidFill>
            <a:srgbClr val="09EDB8"/>
          </a:solidFill>
          <a:ln w="6350" cap="flat">
            <a:noFill/>
            <a:prstDash val="solid"/>
            <a:miter/>
          </a:ln>
        </p:spPr>
        <p:txBody>
          <a:bodyPr rtlCol="0" anchor="ctr"/>
          <a:lstStyle/>
          <a:p>
            <a:endParaRPr lang="en-GB"/>
          </a:p>
        </p:txBody>
      </p:sp>
      <p:sp>
        <p:nvSpPr>
          <p:cNvPr id="9"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0"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9EDB8"/>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Tree>
    <p:extLst>
      <p:ext uri="{BB962C8B-B14F-4D97-AF65-F5344CB8AC3E}">
        <p14:creationId xmlns:p14="http://schemas.microsoft.com/office/powerpoint/2010/main" val="3589945353"/>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Arrow Left">
    <p:spTree>
      <p:nvGrpSpPr>
        <p:cNvPr id="1" name=""/>
        <p:cNvGrpSpPr/>
        <p:nvPr/>
      </p:nvGrpSpPr>
      <p:grpSpPr>
        <a:xfrm>
          <a:off x="0" y="0"/>
          <a:ext cx="0" cy="0"/>
          <a:chOff x="0" y="0"/>
          <a:chExt cx="0" cy="0"/>
        </a:xfrm>
      </p:grpSpPr>
      <p:sp>
        <p:nvSpPr>
          <p:cNvPr id="3"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5"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
        <p:nvSpPr>
          <p:cNvPr id="9"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grpSp>
        <p:nvGrpSpPr>
          <p:cNvPr id="19" name="Group 18"/>
          <p:cNvGrpSpPr/>
          <p:nvPr userDrawn="1"/>
        </p:nvGrpSpPr>
        <p:grpSpPr>
          <a:xfrm>
            <a:off x="-6058" y="3531457"/>
            <a:ext cx="5797612" cy="2365031"/>
            <a:chOff x="-2229" y="2361812"/>
            <a:chExt cx="11067619" cy="4514835"/>
          </a:xfrm>
          <a:solidFill>
            <a:srgbClr val="09EDB8"/>
          </a:solidFill>
        </p:grpSpPr>
        <p:sp>
          <p:nvSpPr>
            <p:cNvPr id="20" name="Freeform 19">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1" name="Freeform 20">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2" name="Freeform 21">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37035841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00EDB3"/>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9121148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Activity 1">
    <p:bg>
      <p:bgPr>
        <a:solidFill>
          <a:srgbClr val="0EEEBA"/>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4"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8688700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4_01 Section Divider">
    <p:bg>
      <p:bgPr>
        <a:solidFill>
          <a:schemeClr val="tx1"/>
        </a:solidFill>
        <a:effectLst/>
      </p:bgPr>
    </p:bg>
    <p:spTree>
      <p:nvGrpSpPr>
        <p:cNvPr id="1" name=""/>
        <p:cNvGrpSpPr/>
        <p:nvPr/>
      </p:nvGrpSpPr>
      <p:grpSpPr>
        <a:xfrm>
          <a:off x="0" y="0"/>
          <a:ext cx="0" cy="0"/>
          <a:chOff x="0" y="0"/>
          <a:chExt cx="0" cy="0"/>
        </a:xfrm>
      </p:grpSpPr>
      <p:sp>
        <p:nvSpPr>
          <p:cNvPr id="5" name="Rectangle 4"/>
          <p:cNvSpPr/>
          <p:nvPr userDrawn="1"/>
        </p:nvSpPr>
        <p:spPr>
          <a:xfrm>
            <a:off x="-609" y="0"/>
            <a:ext cx="12192609"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rgbClr val="004050"/>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779800"/>
            <a:ext cx="5627171" cy="1682133"/>
          </a:xfrm>
        </p:spPr>
        <p:txBody>
          <a:bodyPr anchor="b" anchorCtr="0">
            <a:noAutofit/>
          </a:bodyPr>
          <a:lstStyle>
            <a:lvl1pPr algn="l">
              <a:lnSpc>
                <a:spcPts val="6000"/>
              </a:lnSpc>
              <a:defRPr sz="3600" spc="60" baseline="0">
                <a:solidFill>
                  <a:srgbClr val="004050"/>
                </a:solidFill>
              </a:defRPr>
            </a:lvl1pPr>
          </a:lstStyle>
          <a:p>
            <a:r>
              <a:rPr lang="en-US" noProof="0" dirty="0"/>
              <a:t>CLICK TO EDIT MASTER TITLE STYLE</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a:extLst>
              <a:ext uri="{28A0092B-C50C-407E-A947-70E740481C1C}">
                <a14:useLocalDpi xmlns:a14="http://schemas.microsoft.com/office/drawing/2010/main" val="0"/>
              </a:ext>
            </a:extLst>
          </a:blip>
          <a:stretch>
            <a:fillRect/>
          </a:stretch>
        </p:blipFill>
        <p:spPr>
          <a:xfrm>
            <a:off x="280405" y="399619"/>
            <a:ext cx="857393" cy="522401"/>
          </a:xfrm>
          <a:prstGeom prst="rect">
            <a:avLst/>
          </a:prstGeom>
        </p:spPr>
      </p:pic>
      <p:sp>
        <p:nvSpPr>
          <p:cNvPr id="7" name="Rectangle 6"/>
          <p:cNvSpPr/>
          <p:nvPr userDrawn="1"/>
        </p:nvSpPr>
        <p:spPr>
          <a:xfrm>
            <a:off x="758190" y="769620"/>
            <a:ext cx="379608" cy="11049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1614484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7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sp>
        <p:nvSpPr>
          <p:cNvPr id="11" name="Freeform 10">
            <a:extLst>
              <a:ext uri="{FF2B5EF4-FFF2-40B4-BE49-F238E27FC236}">
                <a16:creationId xmlns:a16="http://schemas.microsoft.com/office/drawing/2014/main" id="{35B5D0DF-4895-DB4F-85D9-C3FFDE55B8C8}"/>
              </a:ext>
            </a:extLst>
          </p:cNvPr>
          <p:cNvSpPr/>
          <p:nvPr userDrawn="1"/>
        </p:nvSpPr>
        <p:spPr>
          <a:xfrm>
            <a:off x="384784" y="4708688"/>
            <a:ext cx="4136901" cy="1728688"/>
          </a:xfrm>
          <a:custGeom>
            <a:avLst/>
            <a:gdLst>
              <a:gd name="connsiteX0" fmla="*/ 1041083 w 1035050"/>
              <a:gd name="connsiteY0" fmla="*/ 232283 h 527050"/>
              <a:gd name="connsiteX1" fmla="*/ 1041083 w 1035050"/>
              <a:gd name="connsiteY1" fmla="*/ 300545 h 527050"/>
              <a:gd name="connsiteX2" fmla="*/ 807403 w 1035050"/>
              <a:gd name="connsiteY2" fmla="*/ 532448 h 527050"/>
              <a:gd name="connsiteX3" fmla="*/ 738569 w 1035050"/>
              <a:gd name="connsiteY3" fmla="*/ 532448 h 527050"/>
              <a:gd name="connsiteX4" fmla="*/ 849249 w 1035050"/>
              <a:gd name="connsiteY4" fmla="*/ 300545 h 527050"/>
              <a:gd name="connsiteX5" fmla="*/ 564071 w 1035050"/>
              <a:gd name="connsiteY5" fmla="*/ 300545 h 527050"/>
              <a:gd name="connsiteX6" fmla="*/ 330454 w 1035050"/>
              <a:gd name="connsiteY6" fmla="*/ 532448 h 527050"/>
              <a:gd name="connsiteX7" fmla="*/ 261430 w 1035050"/>
              <a:gd name="connsiteY7" fmla="*/ 532448 h 527050"/>
              <a:gd name="connsiteX8" fmla="*/ 355854 w 1035050"/>
              <a:gd name="connsiteY8" fmla="*/ 314769 h 527050"/>
              <a:gd name="connsiteX9" fmla="*/ 202819 w 1035050"/>
              <a:gd name="connsiteY9" fmla="*/ 532448 h 527050"/>
              <a:gd name="connsiteX10" fmla="*/ 134049 w 1035050"/>
              <a:gd name="connsiteY10" fmla="*/ 532448 h 527050"/>
              <a:gd name="connsiteX11" fmla="*/ 232220 w 1035050"/>
              <a:gd name="connsiteY11" fmla="*/ 311277 h 527050"/>
              <a:gd name="connsiteX12" fmla="*/ 68771 w 1035050"/>
              <a:gd name="connsiteY12" fmla="*/ 532448 h 527050"/>
              <a:gd name="connsiteX13" fmla="*/ 0 w 1035050"/>
              <a:gd name="connsiteY13" fmla="*/ 532448 h 527050"/>
              <a:gd name="connsiteX14" fmla="*/ 162751 w 1035050"/>
              <a:gd name="connsiteY14" fmla="*/ 266192 h 527050"/>
              <a:gd name="connsiteX15" fmla="*/ 0 w 1035050"/>
              <a:gd name="connsiteY15" fmla="*/ 0 h 527050"/>
              <a:gd name="connsiteX16" fmla="*/ 68771 w 1035050"/>
              <a:gd name="connsiteY16" fmla="*/ 0 h 527050"/>
              <a:gd name="connsiteX17" fmla="*/ 231712 w 1035050"/>
              <a:gd name="connsiteY17" fmla="*/ 221107 h 527050"/>
              <a:gd name="connsiteX18" fmla="*/ 134049 w 1035050"/>
              <a:gd name="connsiteY18" fmla="*/ 381 h 527050"/>
              <a:gd name="connsiteX19" fmla="*/ 202819 w 1035050"/>
              <a:gd name="connsiteY19" fmla="*/ 381 h 527050"/>
              <a:gd name="connsiteX20" fmla="*/ 355918 w 1035050"/>
              <a:gd name="connsiteY20" fmla="*/ 218059 h 527050"/>
              <a:gd name="connsiteX21" fmla="*/ 261430 w 1035050"/>
              <a:gd name="connsiteY21" fmla="*/ 381 h 527050"/>
              <a:gd name="connsiteX22" fmla="*/ 330264 w 1035050"/>
              <a:gd name="connsiteY22" fmla="*/ 381 h 527050"/>
              <a:gd name="connsiteX23" fmla="*/ 564071 w 1035050"/>
              <a:gd name="connsiteY23" fmla="*/ 232283 h 527050"/>
              <a:gd name="connsiteX24" fmla="*/ 849440 w 1035050"/>
              <a:gd name="connsiteY24" fmla="*/ 232283 h 527050"/>
              <a:gd name="connsiteX25" fmla="*/ 738759 w 1035050"/>
              <a:gd name="connsiteY25" fmla="*/ 381 h 527050"/>
              <a:gd name="connsiteX26" fmla="*/ 807593 w 1035050"/>
              <a:gd name="connsiteY26" fmla="*/ 381 h 527050"/>
              <a:gd name="connsiteX27" fmla="*/ 1041083 w 1035050"/>
              <a:gd name="connsiteY27" fmla="*/ 232283 h 527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035050" h="527050">
                <a:moveTo>
                  <a:pt x="1041083" y="232283"/>
                </a:moveTo>
                <a:lnTo>
                  <a:pt x="1041083" y="300545"/>
                </a:lnTo>
                <a:cubicBezTo>
                  <a:pt x="912573" y="300194"/>
                  <a:pt x="808032" y="403939"/>
                  <a:pt x="807403" y="532448"/>
                </a:cubicBezTo>
                <a:lnTo>
                  <a:pt x="738569" y="532448"/>
                </a:lnTo>
                <a:cubicBezTo>
                  <a:pt x="738665" y="442426"/>
                  <a:pt x="779322" y="357240"/>
                  <a:pt x="849249" y="300545"/>
                </a:cubicBezTo>
                <a:lnTo>
                  <a:pt x="564071" y="300545"/>
                </a:lnTo>
                <a:cubicBezTo>
                  <a:pt x="435571" y="300194"/>
                  <a:pt x="331049" y="403949"/>
                  <a:pt x="330454" y="532448"/>
                </a:cubicBezTo>
                <a:lnTo>
                  <a:pt x="261430" y="532448"/>
                </a:lnTo>
                <a:cubicBezTo>
                  <a:pt x="261469" y="449957"/>
                  <a:pt x="295649" y="371162"/>
                  <a:pt x="355854" y="314769"/>
                </a:cubicBezTo>
                <a:cubicBezTo>
                  <a:pt x="264255" y="348074"/>
                  <a:pt x="203155" y="434982"/>
                  <a:pt x="202819" y="532448"/>
                </a:cubicBezTo>
                <a:lnTo>
                  <a:pt x="134049" y="532448"/>
                </a:lnTo>
                <a:cubicBezTo>
                  <a:pt x="134077" y="448170"/>
                  <a:pt x="169736" y="367833"/>
                  <a:pt x="232220" y="311277"/>
                </a:cubicBezTo>
                <a:cubicBezTo>
                  <a:pt x="135308" y="341431"/>
                  <a:pt x="69149" y="430954"/>
                  <a:pt x="68771" y="532448"/>
                </a:cubicBezTo>
                <a:lnTo>
                  <a:pt x="0" y="532448"/>
                </a:lnTo>
                <a:cubicBezTo>
                  <a:pt x="242" y="420258"/>
                  <a:pt x="63014" y="317565"/>
                  <a:pt x="162751" y="266192"/>
                </a:cubicBezTo>
                <a:cubicBezTo>
                  <a:pt x="63024" y="214841"/>
                  <a:pt x="251" y="112170"/>
                  <a:pt x="0" y="0"/>
                </a:cubicBezTo>
                <a:lnTo>
                  <a:pt x="68771" y="0"/>
                </a:lnTo>
                <a:cubicBezTo>
                  <a:pt x="69086" y="101339"/>
                  <a:pt x="135011" y="190797"/>
                  <a:pt x="231712" y="221107"/>
                </a:cubicBezTo>
                <a:cubicBezTo>
                  <a:pt x="169531" y="164565"/>
                  <a:pt x="134072" y="84425"/>
                  <a:pt x="134049" y="381"/>
                </a:cubicBezTo>
                <a:lnTo>
                  <a:pt x="202819" y="381"/>
                </a:lnTo>
                <a:cubicBezTo>
                  <a:pt x="203128" y="97875"/>
                  <a:pt x="264269" y="184807"/>
                  <a:pt x="355918" y="218059"/>
                </a:cubicBezTo>
                <a:cubicBezTo>
                  <a:pt x="295689" y="161678"/>
                  <a:pt x="261486" y="82882"/>
                  <a:pt x="261430" y="381"/>
                </a:cubicBezTo>
                <a:lnTo>
                  <a:pt x="330264" y="381"/>
                </a:lnTo>
                <a:cubicBezTo>
                  <a:pt x="330893" y="128940"/>
                  <a:pt x="435511" y="232705"/>
                  <a:pt x="564071" y="232283"/>
                </a:cubicBezTo>
                <a:lnTo>
                  <a:pt x="849440" y="232283"/>
                </a:lnTo>
                <a:cubicBezTo>
                  <a:pt x="779505" y="175595"/>
                  <a:pt x="738847" y="90405"/>
                  <a:pt x="738759" y="381"/>
                </a:cubicBezTo>
                <a:lnTo>
                  <a:pt x="807593" y="381"/>
                </a:lnTo>
                <a:cubicBezTo>
                  <a:pt x="808223" y="128815"/>
                  <a:pt x="912647" y="232530"/>
                  <a:pt x="1041083" y="232283"/>
                </a:cubicBezTo>
                <a:close/>
              </a:path>
            </a:pathLst>
          </a:custGeom>
          <a:solidFill>
            <a:srgbClr val="004050"/>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4887005"/>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7_Text Slide A">
    <p:spTree>
      <p:nvGrpSpPr>
        <p:cNvPr id="1" name=""/>
        <p:cNvGrpSpPr/>
        <p:nvPr/>
      </p:nvGrpSpPr>
      <p:grpSpPr>
        <a:xfrm>
          <a:off x="0" y="0"/>
          <a:ext cx="0" cy="0"/>
          <a:chOff x="0" y="0"/>
          <a:chExt cx="0" cy="0"/>
        </a:xfrm>
      </p:grpSpPr>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8"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1" name="Group 20"/>
          <p:cNvGrpSpPr/>
          <p:nvPr userDrawn="1"/>
        </p:nvGrpSpPr>
        <p:grpSpPr>
          <a:xfrm>
            <a:off x="-6058" y="3531457"/>
            <a:ext cx="5797612" cy="2365031"/>
            <a:chOff x="-2229" y="2361812"/>
            <a:chExt cx="11067619" cy="4514835"/>
          </a:xfrm>
          <a:solidFill>
            <a:srgbClr val="28CFF9"/>
          </a:solidFill>
        </p:grpSpPr>
        <p:sp>
          <p:nvSpPr>
            <p:cNvPr id="22" name="Freeform 21">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3" name="Freeform 22">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4" name="Freeform 23">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822106750"/>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4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28CFF9"/>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94725214"/>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1_Activity 1">
    <p:bg>
      <p:bgPr>
        <a:solidFill>
          <a:srgbClr val="28CFF9"/>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28947671"/>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5_03 Section Divider">
    <p:bg>
      <p:bgPr>
        <a:solidFill>
          <a:srgbClr val="F3622C"/>
        </a:solidFill>
        <a:effectLst/>
      </p:bgPr>
    </p:bg>
    <p:spTree>
      <p:nvGrpSpPr>
        <p:cNvPr id="1" name=""/>
        <p:cNvGrpSpPr/>
        <p:nvPr/>
      </p:nvGrpSpPr>
      <p:grpSpPr>
        <a:xfrm>
          <a:off x="0" y="0"/>
          <a:ext cx="0" cy="0"/>
          <a:chOff x="0" y="0"/>
          <a:chExt cx="0" cy="0"/>
        </a:xfrm>
      </p:grpSpPr>
      <p:sp>
        <p:nvSpPr>
          <p:cNvPr id="16" name="Rectangle 15"/>
          <p:cNvSpPr/>
          <p:nvPr userDrawn="1"/>
        </p:nvSpPr>
        <p:spPr>
          <a:xfrm>
            <a:off x="760859" y="768561"/>
            <a:ext cx="379608" cy="11049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Title 1">
            <a:extLst>
              <a:ext uri="{FF2B5EF4-FFF2-40B4-BE49-F238E27FC236}">
                <a16:creationId xmlns:a16="http://schemas.microsoft.com/office/drawing/2014/main" id="{EBBB6D40-B4C9-8B4A-B2A6-126F64906376}"/>
              </a:ext>
            </a:extLst>
          </p:cNvPr>
          <p:cNvSpPr>
            <a:spLocks noGrp="1"/>
          </p:cNvSpPr>
          <p:nvPr userDrawn="1">
            <p:ph type="ctrTitle" hasCustomPrompt="1"/>
          </p:nvPr>
        </p:nvSpPr>
        <p:spPr>
          <a:xfrm>
            <a:off x="376239" y="1556247"/>
            <a:ext cx="5810250" cy="2277604"/>
          </a:xfrm>
        </p:spPr>
        <p:txBody>
          <a:bodyPr anchor="b" anchorCtr="0">
            <a:noAutofit/>
          </a:bodyPr>
          <a:lstStyle>
            <a:lvl1pPr algn="l">
              <a:lnSpc>
                <a:spcPct val="90000"/>
              </a:lnSpc>
              <a:defRPr sz="3600" spc="60" baseline="0">
                <a:solidFill>
                  <a:schemeClr val="bg1"/>
                </a:solidFill>
              </a:defRPr>
            </a:lvl1pPr>
          </a:lstStyle>
          <a:p>
            <a:r>
              <a:rPr lang="en-US" noProof="0" dirty="0"/>
              <a:t>CLICK TO EDIT </a:t>
            </a:r>
            <a:br>
              <a:rPr lang="en-US" noProof="0" dirty="0"/>
            </a:br>
            <a:r>
              <a:rPr lang="en-US" noProof="0" dirty="0"/>
              <a:t>MASTER TITLE STYLE</a:t>
            </a:r>
            <a:endParaRPr lang="en-GB" noProof="0" dirty="0"/>
          </a:p>
        </p:txBody>
      </p:sp>
      <p:grpSp>
        <p:nvGrpSpPr>
          <p:cNvPr id="6" name="Group 5"/>
          <p:cNvGrpSpPr/>
          <p:nvPr userDrawn="1"/>
        </p:nvGrpSpPr>
        <p:grpSpPr>
          <a:xfrm>
            <a:off x="-2229" y="2361812"/>
            <a:ext cx="11067619" cy="4502135"/>
            <a:chOff x="-2229" y="2361812"/>
            <a:chExt cx="11067619" cy="4502135"/>
          </a:xfrm>
        </p:grpSpPr>
        <p:sp>
          <p:nvSpPr>
            <p:cNvPr id="10" name="Freeform 9">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8D237"/>
            </a:solid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8D237"/>
            </a:solid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2F450B4C-241D-A544-BBEF-175E01D6A139}"/>
                </a:ext>
              </a:extLst>
            </p:cNvPr>
            <p:cNvSpPr/>
            <p:nvPr userDrawn="1"/>
          </p:nvSpPr>
          <p:spPr>
            <a:xfrm flipV="1">
              <a:off x="-467" y="49513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8D237"/>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22356146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2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4" name="Group 3"/>
          <p:cNvGrpSpPr/>
          <p:nvPr userDrawn="1"/>
        </p:nvGrpSpPr>
        <p:grpSpPr>
          <a:xfrm>
            <a:off x="-1717" y="4568506"/>
            <a:ext cx="4628886" cy="1406446"/>
            <a:chOff x="-1717" y="4568506"/>
            <a:chExt cx="4628886" cy="1406446"/>
          </a:xfrm>
        </p:grpSpPr>
        <p:sp>
          <p:nvSpPr>
            <p:cNvPr id="11" name="Freeform 10">
              <a:extLst>
                <a:ext uri="{FF2B5EF4-FFF2-40B4-BE49-F238E27FC236}">
                  <a16:creationId xmlns:a16="http://schemas.microsoft.com/office/drawing/2014/main" id="{2F450B4C-241D-A544-BBEF-175E01D6A139}"/>
                </a:ext>
              </a:extLst>
            </p:cNvPr>
            <p:cNvSpPr/>
            <p:nvPr userDrawn="1"/>
          </p:nvSpPr>
          <p:spPr>
            <a:xfrm>
              <a:off x="-1717" y="4568506"/>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solidFill>
              <a:srgbClr val="F8D237"/>
            </a:solid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3713028" y="4568727"/>
              <a:ext cx="914141" cy="1401463"/>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8D237"/>
            </a:solid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2F450B4C-241D-A544-BBEF-175E01D6A139}"/>
                </a:ext>
              </a:extLst>
            </p:cNvPr>
            <p:cNvSpPr/>
            <p:nvPr userDrawn="1"/>
          </p:nvSpPr>
          <p:spPr>
            <a:xfrm flipV="1">
              <a:off x="-1717" y="5379567"/>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solidFill>
              <a:srgbClr val="F8D237"/>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98918914"/>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1_Text Slide A">
    <p:spTree>
      <p:nvGrpSpPr>
        <p:cNvPr id="1" name=""/>
        <p:cNvGrpSpPr/>
        <p:nvPr/>
      </p:nvGrpSpPr>
      <p:grpSpPr>
        <a:xfrm>
          <a:off x="0" y="0"/>
          <a:ext cx="0" cy="0"/>
          <a:chOff x="0" y="0"/>
          <a:chExt cx="0" cy="0"/>
        </a:xfrm>
      </p:grpSpPr>
      <p:sp>
        <p:nvSpPr>
          <p:cNvPr id="15"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6"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8" name="Group 27"/>
          <p:cNvGrpSpPr/>
          <p:nvPr userDrawn="1"/>
        </p:nvGrpSpPr>
        <p:grpSpPr>
          <a:xfrm>
            <a:off x="-6058" y="3531457"/>
            <a:ext cx="5797612" cy="2365031"/>
            <a:chOff x="-2229" y="2361812"/>
            <a:chExt cx="11067619" cy="4514835"/>
          </a:xfrm>
        </p:grpSpPr>
        <p:sp>
          <p:nvSpPr>
            <p:cNvPr id="29" name="Freeform 28">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3622C"/>
            </a:solidFill>
            <a:ln w="6350" cap="flat">
              <a:noFill/>
              <a:prstDash val="solid"/>
              <a:miter/>
            </a:ln>
          </p:spPr>
          <p:txBody>
            <a:bodyPr rtlCol="0" anchor="ctr"/>
            <a:lstStyle/>
            <a:p>
              <a:endParaRPr lang="en-GB"/>
            </a:p>
          </p:txBody>
        </p:sp>
        <p:sp>
          <p:nvSpPr>
            <p:cNvPr id="30" name="Freeform 29">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3622C"/>
            </a:solidFill>
            <a:ln w="6350" cap="flat">
              <a:noFill/>
              <a:prstDash val="solid"/>
              <a:miter/>
            </a:ln>
          </p:spPr>
          <p:txBody>
            <a:bodyPr rtlCol="0" anchor="ctr"/>
            <a:lstStyle/>
            <a:p>
              <a:endParaRPr lang="en-GB"/>
            </a:p>
          </p:txBody>
        </p:sp>
        <p:sp>
          <p:nvSpPr>
            <p:cNvPr id="31" name="Freeform 30">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3622C"/>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4161484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3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F1612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100865721"/>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2_Activity 1">
    <p:bg>
      <p:bgPr>
        <a:solidFill>
          <a:srgbClr val="F3622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solidFill>
                <a:schemeClr val="bg1"/>
              </a:solidFill>
            </a:endParaRPr>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37711222"/>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3_02 Section Divider">
    <p:bg>
      <p:bgPr>
        <a:solidFill>
          <a:srgbClr val="7E007C"/>
        </a:solidFill>
        <a:effectLst/>
      </p:bgPr>
    </p:bg>
    <p:spTree>
      <p:nvGrpSpPr>
        <p:cNvPr id="1" name=""/>
        <p:cNvGrpSpPr/>
        <p:nvPr/>
      </p:nvGrpSpPr>
      <p:grpSpPr>
        <a:xfrm>
          <a:off x="0" y="0"/>
          <a:ext cx="0" cy="0"/>
          <a:chOff x="0" y="0"/>
          <a:chExt cx="0" cy="0"/>
        </a:xfrm>
      </p:grpSpPr>
      <p:sp>
        <p:nvSpPr>
          <p:cNvPr id="5" name="Freeform 4">
            <a:extLst>
              <a:ext uri="{FF2B5EF4-FFF2-40B4-BE49-F238E27FC236}">
                <a16:creationId xmlns:a16="http://schemas.microsoft.com/office/drawing/2014/main" id="{A0DD6AED-2202-DD48-A2D6-60CCC5F07320}"/>
              </a:ext>
            </a:extLst>
          </p:cNvPr>
          <p:cNvSpPr/>
          <p:nvPr userDrawn="1"/>
        </p:nvSpPr>
        <p:spPr>
          <a:xfrm>
            <a:off x="-609" y="2116538"/>
            <a:ext cx="11411496" cy="5526322"/>
          </a:xfrm>
          <a:custGeom>
            <a:avLst/>
            <a:gdLst>
              <a:gd name="connsiteX0" fmla="*/ 676275 w 1009650"/>
              <a:gd name="connsiteY0" fmla="*/ 287331 h 488950"/>
              <a:gd name="connsiteX1" fmla="*/ 7684 w 1009650"/>
              <a:gd name="connsiteY1" fmla="*/ 287331 h 488950"/>
              <a:gd name="connsiteX2" fmla="*/ 0 w 1009650"/>
              <a:gd name="connsiteY2" fmla="*/ 279838 h 488950"/>
              <a:gd name="connsiteX3" fmla="*/ 0 w 1009650"/>
              <a:gd name="connsiteY3" fmla="*/ 210877 h 488950"/>
              <a:gd name="connsiteX4" fmla="*/ 6350 w 1009650"/>
              <a:gd name="connsiteY4" fmla="*/ 204527 h 488950"/>
              <a:gd name="connsiteX5" fmla="*/ 666750 w 1009650"/>
              <a:gd name="connsiteY5" fmla="*/ 204527 h 488950"/>
              <a:gd name="connsiteX6" fmla="*/ 676212 w 1009650"/>
              <a:gd name="connsiteY6" fmla="*/ 195002 h 488950"/>
              <a:gd name="connsiteX7" fmla="*/ 676212 w 1009650"/>
              <a:gd name="connsiteY7" fmla="*/ 10852 h 488950"/>
              <a:gd name="connsiteX8" fmla="*/ 681800 w 1009650"/>
              <a:gd name="connsiteY8" fmla="*/ 2661 h 488950"/>
              <a:gd name="connsiteX9" fmla="*/ 684975 w 1009650"/>
              <a:gd name="connsiteY9" fmla="*/ 1137 h 488950"/>
              <a:gd name="connsiteX10" fmla="*/ 690245 w 1009650"/>
              <a:gd name="connsiteY10" fmla="*/ 1835 h 488950"/>
              <a:gd name="connsiteX11" fmla="*/ 729552 w 1009650"/>
              <a:gd name="connsiteY11" fmla="*/ 43428 h 488950"/>
              <a:gd name="connsiteX12" fmla="*/ 770319 w 1009650"/>
              <a:gd name="connsiteY12" fmla="*/ 82036 h 488950"/>
              <a:gd name="connsiteX13" fmla="*/ 827469 w 1009650"/>
              <a:gd name="connsiteY13" fmla="*/ 129788 h 488950"/>
              <a:gd name="connsiteX14" fmla="*/ 873506 w 1009650"/>
              <a:gd name="connsiteY14" fmla="*/ 162681 h 488950"/>
              <a:gd name="connsiteX15" fmla="*/ 907415 w 1009650"/>
              <a:gd name="connsiteY15" fmla="*/ 185350 h 488950"/>
              <a:gd name="connsiteX16" fmla="*/ 935673 w 1009650"/>
              <a:gd name="connsiteY16" fmla="*/ 201670 h 488950"/>
              <a:gd name="connsiteX17" fmla="*/ 967804 w 1009650"/>
              <a:gd name="connsiteY17" fmla="*/ 218942 h 488950"/>
              <a:gd name="connsiteX18" fmla="*/ 997903 w 1009650"/>
              <a:gd name="connsiteY18" fmla="*/ 232848 h 488950"/>
              <a:gd name="connsiteX19" fmla="*/ 1010031 w 1009650"/>
              <a:gd name="connsiteY19" fmla="*/ 238436 h 488950"/>
              <a:gd name="connsiteX20" fmla="*/ 1011428 w 1009650"/>
              <a:gd name="connsiteY20" fmla="*/ 241294 h 488950"/>
              <a:gd name="connsiteX21" fmla="*/ 1011428 w 1009650"/>
              <a:gd name="connsiteY21" fmla="*/ 248914 h 488950"/>
              <a:gd name="connsiteX22" fmla="*/ 1008189 w 1009650"/>
              <a:gd name="connsiteY22" fmla="*/ 253422 h 488950"/>
              <a:gd name="connsiteX23" fmla="*/ 952183 w 1009650"/>
              <a:gd name="connsiteY23" fmla="*/ 281045 h 488950"/>
              <a:gd name="connsiteX24" fmla="*/ 906145 w 1009650"/>
              <a:gd name="connsiteY24" fmla="*/ 306953 h 488950"/>
              <a:gd name="connsiteX25" fmla="*/ 872236 w 1009650"/>
              <a:gd name="connsiteY25" fmla="*/ 329622 h 488950"/>
              <a:gd name="connsiteX26" fmla="*/ 835406 w 1009650"/>
              <a:gd name="connsiteY26" fmla="*/ 355467 h 488950"/>
              <a:gd name="connsiteX27" fmla="*/ 796100 w 1009650"/>
              <a:gd name="connsiteY27" fmla="*/ 386455 h 488950"/>
              <a:gd name="connsiteX28" fmla="*/ 760730 w 1009650"/>
              <a:gd name="connsiteY28" fmla="*/ 416998 h 488950"/>
              <a:gd name="connsiteX29" fmla="*/ 716280 w 1009650"/>
              <a:gd name="connsiteY29" fmla="*/ 460686 h 488950"/>
              <a:gd name="connsiteX30" fmla="*/ 690880 w 1009650"/>
              <a:gd name="connsiteY30" fmla="*/ 488563 h 488950"/>
              <a:gd name="connsiteX31" fmla="*/ 685292 w 1009650"/>
              <a:gd name="connsiteY31" fmla="*/ 489642 h 488950"/>
              <a:gd name="connsiteX32" fmla="*/ 678942 w 1009650"/>
              <a:gd name="connsiteY32" fmla="*/ 486404 h 488950"/>
              <a:gd name="connsiteX33" fmla="*/ 676402 w 1009650"/>
              <a:gd name="connsiteY33" fmla="*/ 480054 h 488950"/>
              <a:gd name="connsiteX34" fmla="*/ 676402 w 1009650"/>
              <a:gd name="connsiteY34" fmla="*/ 378454 h 488950"/>
              <a:gd name="connsiteX35" fmla="*/ 676402 w 1009650"/>
              <a:gd name="connsiteY35" fmla="*/ 287331 h 488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09650" h="488950">
                <a:moveTo>
                  <a:pt x="676275" y="287331"/>
                </a:moveTo>
                <a:lnTo>
                  <a:pt x="7684" y="287331"/>
                </a:lnTo>
                <a:cubicBezTo>
                  <a:pt x="0" y="287331"/>
                  <a:pt x="0" y="287331"/>
                  <a:pt x="0" y="279838"/>
                </a:cubicBezTo>
                <a:cubicBezTo>
                  <a:pt x="0" y="256851"/>
                  <a:pt x="0" y="233864"/>
                  <a:pt x="0" y="210877"/>
                </a:cubicBezTo>
                <a:cubicBezTo>
                  <a:pt x="0" y="205543"/>
                  <a:pt x="1524" y="204527"/>
                  <a:pt x="6350" y="204527"/>
                </a:cubicBezTo>
                <a:cubicBezTo>
                  <a:pt x="226483" y="204527"/>
                  <a:pt x="446617" y="204527"/>
                  <a:pt x="666750" y="204527"/>
                </a:cubicBezTo>
                <a:cubicBezTo>
                  <a:pt x="677228" y="204527"/>
                  <a:pt x="676212" y="205988"/>
                  <a:pt x="676212" y="195002"/>
                </a:cubicBezTo>
                <a:cubicBezTo>
                  <a:pt x="676212" y="133661"/>
                  <a:pt x="676212" y="72278"/>
                  <a:pt x="676212" y="10852"/>
                </a:cubicBezTo>
                <a:cubicBezTo>
                  <a:pt x="675743" y="7103"/>
                  <a:pt x="678138" y="3592"/>
                  <a:pt x="681800" y="2661"/>
                </a:cubicBezTo>
                <a:cubicBezTo>
                  <a:pt x="682942" y="2349"/>
                  <a:pt x="684018" y="1833"/>
                  <a:pt x="684975" y="1137"/>
                </a:cubicBezTo>
                <a:cubicBezTo>
                  <a:pt x="687070" y="-451"/>
                  <a:pt x="688150" y="-514"/>
                  <a:pt x="690245" y="1835"/>
                </a:cubicBezTo>
                <a:cubicBezTo>
                  <a:pt x="702945" y="15932"/>
                  <a:pt x="716090" y="29966"/>
                  <a:pt x="729552" y="43428"/>
                </a:cubicBezTo>
                <a:cubicBezTo>
                  <a:pt x="743014" y="56890"/>
                  <a:pt x="756222" y="69780"/>
                  <a:pt x="770319" y="82036"/>
                </a:cubicBezTo>
                <a:cubicBezTo>
                  <a:pt x="789051" y="98419"/>
                  <a:pt x="808419" y="114421"/>
                  <a:pt x="827469" y="129788"/>
                </a:cubicBezTo>
                <a:cubicBezTo>
                  <a:pt x="842328" y="141408"/>
                  <a:pt x="858012" y="151886"/>
                  <a:pt x="873506" y="162681"/>
                </a:cubicBezTo>
                <a:cubicBezTo>
                  <a:pt x="884682" y="170428"/>
                  <a:pt x="895922" y="178111"/>
                  <a:pt x="907415" y="185350"/>
                </a:cubicBezTo>
                <a:cubicBezTo>
                  <a:pt x="916623" y="191192"/>
                  <a:pt x="926148" y="196399"/>
                  <a:pt x="935673" y="201670"/>
                </a:cubicBezTo>
                <a:cubicBezTo>
                  <a:pt x="946277" y="207575"/>
                  <a:pt x="956945" y="213481"/>
                  <a:pt x="967804" y="218942"/>
                </a:cubicBezTo>
                <a:cubicBezTo>
                  <a:pt x="977710" y="223895"/>
                  <a:pt x="987870" y="228213"/>
                  <a:pt x="997903" y="232848"/>
                </a:cubicBezTo>
                <a:cubicBezTo>
                  <a:pt x="1001967" y="234690"/>
                  <a:pt x="1006094" y="236404"/>
                  <a:pt x="1010031" y="238436"/>
                </a:cubicBezTo>
                <a:cubicBezTo>
                  <a:pt x="1010884" y="239145"/>
                  <a:pt x="1011393" y="240185"/>
                  <a:pt x="1011428" y="241294"/>
                </a:cubicBezTo>
                <a:cubicBezTo>
                  <a:pt x="1011811" y="243819"/>
                  <a:pt x="1011811" y="246388"/>
                  <a:pt x="1011428" y="248914"/>
                </a:cubicBezTo>
                <a:cubicBezTo>
                  <a:pt x="1010997" y="250790"/>
                  <a:pt x="1009830" y="252415"/>
                  <a:pt x="1008189" y="253422"/>
                </a:cubicBezTo>
                <a:cubicBezTo>
                  <a:pt x="989584" y="262693"/>
                  <a:pt x="970661" y="271456"/>
                  <a:pt x="952183" y="281045"/>
                </a:cubicBezTo>
                <a:cubicBezTo>
                  <a:pt x="936562" y="289173"/>
                  <a:pt x="921195" y="297872"/>
                  <a:pt x="906145" y="306953"/>
                </a:cubicBezTo>
                <a:cubicBezTo>
                  <a:pt x="894525" y="313938"/>
                  <a:pt x="883412" y="321939"/>
                  <a:pt x="872236" y="329622"/>
                </a:cubicBezTo>
                <a:cubicBezTo>
                  <a:pt x="859854" y="338131"/>
                  <a:pt x="847408" y="346513"/>
                  <a:pt x="835406" y="355467"/>
                </a:cubicBezTo>
                <a:cubicBezTo>
                  <a:pt x="822071" y="365500"/>
                  <a:pt x="808969" y="375829"/>
                  <a:pt x="796100" y="386455"/>
                </a:cubicBezTo>
                <a:cubicBezTo>
                  <a:pt x="784035" y="396297"/>
                  <a:pt x="772097" y="406330"/>
                  <a:pt x="760730" y="416998"/>
                </a:cubicBezTo>
                <a:cubicBezTo>
                  <a:pt x="745554" y="431159"/>
                  <a:pt x="730822" y="445827"/>
                  <a:pt x="716280" y="460686"/>
                </a:cubicBezTo>
                <a:cubicBezTo>
                  <a:pt x="707454" y="469640"/>
                  <a:pt x="699516" y="479419"/>
                  <a:pt x="690880" y="488563"/>
                </a:cubicBezTo>
                <a:cubicBezTo>
                  <a:pt x="689269" y="489731"/>
                  <a:pt x="687223" y="490126"/>
                  <a:pt x="685292" y="489642"/>
                </a:cubicBezTo>
                <a:cubicBezTo>
                  <a:pt x="682920" y="489162"/>
                  <a:pt x="680724" y="488042"/>
                  <a:pt x="678942" y="486404"/>
                </a:cubicBezTo>
                <a:cubicBezTo>
                  <a:pt x="677383" y="484647"/>
                  <a:pt x="676484" y="482402"/>
                  <a:pt x="676402" y="480054"/>
                </a:cubicBezTo>
                <a:cubicBezTo>
                  <a:pt x="676402" y="446208"/>
                  <a:pt x="676402" y="412299"/>
                  <a:pt x="676402" y="378454"/>
                </a:cubicBezTo>
                <a:lnTo>
                  <a:pt x="676402" y="287331"/>
                </a:lnTo>
                <a:close/>
              </a:path>
            </a:pathLst>
          </a:custGeom>
          <a:solidFill>
            <a:srgbClr val="F91258"/>
          </a:solidFill>
          <a:ln w="6350" cap="flat">
            <a:noFill/>
            <a:prstDash val="solid"/>
            <a:miter/>
          </a:ln>
        </p:spPr>
        <p:txBody>
          <a:bodyPr rtlCol="0" anchor="ctr"/>
          <a:lstStyle/>
          <a:p>
            <a:endParaRPr lang="en-GB"/>
          </a:p>
        </p:txBody>
      </p:sp>
      <p:sp>
        <p:nvSpPr>
          <p:cNvPr id="13"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067007"/>
            <a:ext cx="5627171" cy="2353439"/>
          </a:xfrm>
        </p:spPr>
        <p:txBody>
          <a:bodyPr anchor="b" anchorCtr="0">
            <a:noAutofit/>
          </a:bodyPr>
          <a:lstStyle>
            <a:lvl1pPr algn="l">
              <a:lnSpc>
                <a:spcPts val="6000"/>
              </a:lnSpc>
              <a:defRPr sz="3600" spc="60" baseline="0">
                <a:solidFill>
                  <a:schemeClr val="bg1"/>
                </a:solidFill>
              </a:defRPr>
            </a:lvl1pPr>
          </a:lstStyle>
          <a:p>
            <a:r>
              <a:rPr lang="en-US" noProof="0" dirty="0"/>
              <a:t>CLICK TO EDIT MASTER TITLE STYLE</a:t>
            </a:r>
            <a:endParaRPr lang="en-GB" noProof="0" dirty="0"/>
          </a:p>
        </p:txBody>
      </p:sp>
    </p:spTree>
    <p:extLst>
      <p:ext uri="{BB962C8B-B14F-4D97-AF65-F5344CB8AC3E}">
        <p14:creationId xmlns:p14="http://schemas.microsoft.com/office/powerpoint/2010/main" val="39967457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4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7E00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33" name="Group 32"/>
          <p:cNvGrpSpPr/>
          <p:nvPr userDrawn="1"/>
        </p:nvGrpSpPr>
        <p:grpSpPr>
          <a:xfrm>
            <a:off x="-1717" y="4568506"/>
            <a:ext cx="4628886" cy="1406446"/>
            <a:chOff x="-1717" y="4568506"/>
            <a:chExt cx="4628886" cy="1406446"/>
          </a:xfrm>
          <a:solidFill>
            <a:srgbClr val="F91258"/>
          </a:solidFill>
        </p:grpSpPr>
        <p:sp>
          <p:nvSpPr>
            <p:cNvPr id="34" name="Freeform 33">
              <a:extLst>
                <a:ext uri="{FF2B5EF4-FFF2-40B4-BE49-F238E27FC236}">
                  <a16:creationId xmlns:a16="http://schemas.microsoft.com/office/drawing/2014/main" id="{2F450B4C-241D-A544-BBEF-175E01D6A139}"/>
                </a:ext>
              </a:extLst>
            </p:cNvPr>
            <p:cNvSpPr/>
            <p:nvPr userDrawn="1"/>
          </p:nvSpPr>
          <p:spPr>
            <a:xfrm>
              <a:off x="-1717" y="4568506"/>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grpFill/>
            <a:ln w="6350" cap="flat">
              <a:noFill/>
              <a:prstDash val="solid"/>
              <a:miter/>
            </a:ln>
          </p:spPr>
          <p:txBody>
            <a:bodyPr rtlCol="0" anchor="ctr"/>
            <a:lstStyle/>
            <a:p>
              <a:endParaRPr lang="en-GB"/>
            </a:p>
          </p:txBody>
        </p:sp>
        <p:sp>
          <p:nvSpPr>
            <p:cNvPr id="35" name="Freeform 34">
              <a:extLst>
                <a:ext uri="{FF2B5EF4-FFF2-40B4-BE49-F238E27FC236}">
                  <a16:creationId xmlns:a16="http://schemas.microsoft.com/office/drawing/2014/main" id="{17BA7C41-EA1C-2F4D-90C7-EC472AB85B8A}"/>
                </a:ext>
              </a:extLst>
            </p:cNvPr>
            <p:cNvSpPr/>
            <p:nvPr/>
          </p:nvSpPr>
          <p:spPr>
            <a:xfrm>
              <a:off x="3713028" y="4568727"/>
              <a:ext cx="914141" cy="1401463"/>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36" name="Freeform 35">
              <a:extLst>
                <a:ext uri="{FF2B5EF4-FFF2-40B4-BE49-F238E27FC236}">
                  <a16:creationId xmlns:a16="http://schemas.microsoft.com/office/drawing/2014/main" id="{2F450B4C-241D-A544-BBEF-175E01D6A139}"/>
                </a:ext>
              </a:extLst>
            </p:cNvPr>
            <p:cNvSpPr/>
            <p:nvPr userDrawn="1"/>
          </p:nvSpPr>
          <p:spPr>
            <a:xfrm flipV="1">
              <a:off x="-1717" y="5379567"/>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3345788051"/>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5_Text Slide A">
    <p:spTree>
      <p:nvGrpSpPr>
        <p:cNvPr id="1" name=""/>
        <p:cNvGrpSpPr/>
        <p:nvPr/>
      </p:nvGrpSpPr>
      <p:grpSpPr>
        <a:xfrm>
          <a:off x="0" y="0"/>
          <a:ext cx="0" cy="0"/>
          <a:chOff x="0" y="0"/>
          <a:chExt cx="0" cy="0"/>
        </a:xfrm>
      </p:grpSpPr>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2"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4" name="Group 23"/>
          <p:cNvGrpSpPr/>
          <p:nvPr userDrawn="1"/>
        </p:nvGrpSpPr>
        <p:grpSpPr>
          <a:xfrm>
            <a:off x="-6058" y="3531457"/>
            <a:ext cx="5797612" cy="2365031"/>
            <a:chOff x="-2229" y="2361812"/>
            <a:chExt cx="11067619" cy="4514835"/>
          </a:xfrm>
          <a:solidFill>
            <a:srgbClr val="7E007C"/>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596148475"/>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7E007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6546401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3_Activity 1">
    <p:bg>
      <p:bgPr>
        <a:solidFill>
          <a:srgbClr val="7E007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bg1"/>
          </a:solidFill>
          <a:ln w="6350" cap="flat">
            <a:noFill/>
            <a:prstDash val="solid"/>
            <a:miter/>
          </a:ln>
        </p:spPr>
        <p:txBody>
          <a:bodyPr rtlCol="0" anchor="ctr"/>
          <a:lstStyle/>
          <a:p>
            <a:endParaRPr lang="en-GB">
              <a:solidFill>
                <a:schemeClr val="bg1"/>
              </a:solidFill>
            </a:endParaRPr>
          </a:p>
        </p:txBody>
      </p:sp>
      <p:sp>
        <p:nvSpPr>
          <p:cNvPr id="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chemeClr val="bg1"/>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8"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solidFill>
                  <a:schemeClr val="bg1"/>
                </a:solidFill>
              </a:defRPr>
            </a:lvl1pPr>
          </a:lstStyle>
          <a:p>
            <a:pPr lvl="0"/>
            <a:r>
              <a:rPr lang="en-US" dirty="0"/>
              <a:t>Click to edit instructions</a:t>
            </a:r>
          </a:p>
        </p:txBody>
      </p:sp>
    </p:spTree>
    <p:extLst>
      <p:ext uri="{BB962C8B-B14F-4D97-AF65-F5344CB8AC3E}">
        <p14:creationId xmlns:p14="http://schemas.microsoft.com/office/powerpoint/2010/main" val="3175680889"/>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8" name="Text Placeholder 2">
            <a:extLst>
              <a:ext uri="{FF2B5EF4-FFF2-40B4-BE49-F238E27FC236}">
                <a16:creationId xmlns:a16="http://schemas.microsoft.com/office/drawing/2014/main" id="{B623AAC1-38C0-EC41-AF66-7EC76ACCB83E}"/>
              </a:ext>
            </a:extLst>
          </p:cNvPr>
          <p:cNvSpPr>
            <a:spLocks noGrp="1"/>
          </p:cNvSpPr>
          <p:nvPr>
            <p:ph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212588995"/>
      </p:ext>
    </p:extLst>
  </p:cSld>
  <p:clrMapOvr>
    <a:masterClrMapping/>
  </p:clrMapOvr>
  <p:extLst>
    <p:ext uri="{DCECCB84-F9BA-43D5-87BE-67443E8EF086}">
      <p15:sldGuideLst xmlns:p15="http://schemas.microsoft.com/office/powerpoint/2012/main">
        <p15:guide id="1" orient="horz" pos="777" userDrawn="1">
          <p15:clr>
            <a:srgbClr val="FBAE40"/>
          </p15:clr>
        </p15:guide>
        <p15:guide id="2" pos="3840" userDrawn="1">
          <p15:clr>
            <a:srgbClr val="FBAE40"/>
          </p15:clr>
        </p15:guide>
        <p15:guide id="3" orient="horz" pos="2160" userDrawn="1">
          <p15:clr>
            <a:srgbClr val="FBAE40"/>
          </p15:clr>
        </p15:guide>
        <p15:guide id="4" orient="horz" pos="2260" userDrawn="1">
          <p15:clr>
            <a:srgbClr val="FBAE40"/>
          </p15:clr>
        </p15:guide>
        <p15:guide id="5" pos="3940" userDrawn="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nd image">
    <p:spTree>
      <p:nvGrpSpPr>
        <p:cNvPr id="1" name=""/>
        <p:cNvGrpSpPr/>
        <p:nvPr/>
      </p:nvGrpSpPr>
      <p:grpSpPr>
        <a:xfrm>
          <a:off x="0" y="0"/>
          <a:ext cx="0" cy="0"/>
          <a:chOff x="0" y="0"/>
          <a:chExt cx="0" cy="0"/>
        </a:xfrm>
      </p:grpSpPr>
      <p:sp>
        <p:nvSpPr>
          <p:cNvPr id="3"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2" name="Rectangle 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3915446001"/>
      </p:ext>
    </p:extLst>
  </p:cSld>
  <p:clrMapOvr>
    <a:masterClrMapping/>
  </p:clrMapOvr>
  <p:extLst>
    <p:ext uri="{DCECCB84-F9BA-43D5-87BE-67443E8EF086}">
      <p15:sldGuideLst xmlns:p15="http://schemas.microsoft.com/office/powerpoint/2012/main">
        <p15:guide id="1" orient="horz" pos="777">
          <p15:clr>
            <a:srgbClr val="FBAE40"/>
          </p15:clr>
        </p15:guide>
        <p15:guide id="2" pos="3840" userDrawn="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icons and text">
    <p:spTree>
      <p:nvGrpSpPr>
        <p:cNvPr id="1" name=""/>
        <p:cNvGrpSpPr/>
        <p:nvPr/>
      </p:nvGrpSpPr>
      <p:grpSpPr>
        <a:xfrm>
          <a:off x="0" y="0"/>
          <a:ext cx="0" cy="0"/>
          <a:chOff x="0" y="0"/>
          <a:chExt cx="0" cy="0"/>
        </a:xfrm>
      </p:grpSpPr>
      <p:sp>
        <p:nvSpPr>
          <p:cNvPr id="3" name="Text Placeholder 4"/>
          <p:cNvSpPr>
            <a:spLocks noGrp="1"/>
          </p:cNvSpPr>
          <p:nvPr>
            <p:ph type="body" sz="quarter" idx="15" hasCustomPrompt="1"/>
          </p:nvPr>
        </p:nvSpPr>
        <p:spPr>
          <a:xfrm>
            <a:off x="1059427" y="3673998"/>
            <a:ext cx="2124159" cy="2749952"/>
          </a:xfrm>
        </p:spPr>
        <p:txBody>
          <a:bodyPr/>
          <a:lstStyle>
            <a:lvl1pPr marL="0" indent="0">
              <a:lnSpc>
                <a:spcPct val="100000"/>
              </a:lnSpc>
              <a:buFont typeface="Arial" panose="020B0604020202020204" pitchFamily="34" charset="0"/>
              <a:buNone/>
              <a:defRPr sz="2000" b="0"/>
            </a:lvl1pPr>
            <a:lvl2pPr marL="0" indent="0">
              <a:buFont typeface="Arial" panose="020B0604020202020204" pitchFamily="34" charset="0"/>
              <a:buNone/>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4" name="Text Placeholder 4"/>
          <p:cNvSpPr>
            <a:spLocks noGrp="1"/>
          </p:cNvSpPr>
          <p:nvPr>
            <p:ph type="body" sz="quarter" idx="16" hasCustomPrompt="1"/>
          </p:nvPr>
        </p:nvSpPr>
        <p:spPr>
          <a:xfrm>
            <a:off x="3639645" y="3673998"/>
            <a:ext cx="2068065"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6" name="Text Placeholder 4"/>
          <p:cNvSpPr>
            <a:spLocks noGrp="1"/>
          </p:cNvSpPr>
          <p:nvPr>
            <p:ph type="body" sz="quarter" idx="17" hasCustomPrompt="1"/>
          </p:nvPr>
        </p:nvSpPr>
        <p:spPr>
          <a:xfrm>
            <a:off x="6149996" y="3673998"/>
            <a:ext cx="2130523"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7" name="Picture Placeholder 21"/>
          <p:cNvSpPr>
            <a:spLocks noGrp="1"/>
          </p:cNvSpPr>
          <p:nvPr>
            <p:ph type="pic" sz="quarter" idx="18" hasCustomPrompt="1"/>
          </p:nvPr>
        </p:nvSpPr>
        <p:spPr>
          <a:xfrm>
            <a:off x="1059428" y="1993484"/>
            <a:ext cx="1437932" cy="1437930"/>
          </a:xfrm>
        </p:spPr>
        <p:txBody>
          <a:bodyPr/>
          <a:lstStyle>
            <a:lvl1pPr marL="0" indent="0">
              <a:buNone/>
              <a:defRPr/>
            </a:lvl1pPr>
          </a:lstStyle>
          <a:p>
            <a:r>
              <a:rPr lang="en-GB" dirty="0"/>
              <a:t>icon</a:t>
            </a:r>
          </a:p>
        </p:txBody>
      </p:sp>
      <p:sp>
        <p:nvSpPr>
          <p:cNvPr id="8" name="Picture Placeholder 21"/>
          <p:cNvSpPr>
            <a:spLocks noGrp="1"/>
          </p:cNvSpPr>
          <p:nvPr>
            <p:ph type="pic" sz="quarter" idx="19" hasCustomPrompt="1"/>
          </p:nvPr>
        </p:nvSpPr>
        <p:spPr>
          <a:xfrm>
            <a:off x="3639646" y="1986408"/>
            <a:ext cx="1437932" cy="1437930"/>
          </a:xfrm>
        </p:spPr>
        <p:txBody>
          <a:bodyPr/>
          <a:lstStyle>
            <a:lvl1pPr marL="0" indent="0">
              <a:buNone/>
              <a:defRPr/>
            </a:lvl1pPr>
          </a:lstStyle>
          <a:p>
            <a:r>
              <a:rPr lang="en-GB" dirty="0"/>
              <a:t>icon</a:t>
            </a:r>
          </a:p>
        </p:txBody>
      </p:sp>
      <p:sp>
        <p:nvSpPr>
          <p:cNvPr id="9" name="Picture Placeholder 21"/>
          <p:cNvSpPr>
            <a:spLocks noGrp="1"/>
          </p:cNvSpPr>
          <p:nvPr>
            <p:ph type="pic" sz="quarter" idx="20" hasCustomPrompt="1"/>
          </p:nvPr>
        </p:nvSpPr>
        <p:spPr>
          <a:xfrm>
            <a:off x="6149997" y="1993484"/>
            <a:ext cx="1437932" cy="1437930"/>
          </a:xfrm>
        </p:spPr>
        <p:txBody>
          <a:bodyPr/>
          <a:lstStyle>
            <a:lvl1pPr marL="0" indent="0">
              <a:buNone/>
              <a:defRPr/>
            </a:lvl1pPr>
          </a:lstStyle>
          <a:p>
            <a:r>
              <a:rPr lang="en-GB" dirty="0"/>
              <a:t>icon</a:t>
            </a:r>
          </a:p>
        </p:txBody>
      </p:sp>
      <p:sp>
        <p:nvSpPr>
          <p:cNvPr id="10" name="Text Placeholder 4"/>
          <p:cNvSpPr>
            <a:spLocks noGrp="1"/>
          </p:cNvSpPr>
          <p:nvPr>
            <p:ph type="body" sz="quarter" idx="21" hasCustomPrompt="1"/>
          </p:nvPr>
        </p:nvSpPr>
        <p:spPr>
          <a:xfrm>
            <a:off x="8637070" y="3688989"/>
            <a:ext cx="2183449"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11" name="Picture Placeholder 21"/>
          <p:cNvSpPr>
            <a:spLocks noGrp="1"/>
          </p:cNvSpPr>
          <p:nvPr>
            <p:ph type="pic" sz="quarter" idx="22" hasCustomPrompt="1"/>
          </p:nvPr>
        </p:nvSpPr>
        <p:spPr>
          <a:xfrm>
            <a:off x="8637071" y="2008475"/>
            <a:ext cx="1437932" cy="1437930"/>
          </a:xfrm>
        </p:spPr>
        <p:txBody>
          <a:bodyPr/>
          <a:lstStyle>
            <a:lvl1pPr marL="0" indent="0">
              <a:buNone/>
              <a:defRPr/>
            </a:lvl1pPr>
          </a:lstStyle>
          <a:p>
            <a:r>
              <a:rPr lang="en-GB" dirty="0"/>
              <a:t>icon</a:t>
            </a:r>
          </a:p>
        </p:txBody>
      </p:sp>
      <p:sp>
        <p:nvSpPr>
          <p:cNvPr id="1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3" name="Rectangle 1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4138968323"/>
      </p:ext>
    </p:extLst>
  </p:cSld>
  <p:clrMapOvr>
    <a:masterClrMapping/>
  </p:clrMapOvr>
  <p:extLst>
    <p:ext uri="{DCECCB84-F9BA-43D5-87BE-67443E8EF086}">
      <p15:sldGuideLst xmlns:p15="http://schemas.microsoft.com/office/powerpoint/2012/main">
        <p15:guide id="1" orient="horz" pos="777">
          <p15:clr>
            <a:srgbClr val="FBAE40"/>
          </p15:clr>
        </p15:guide>
        <p15:guide id="2" pos="384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Four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1065907"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3511826"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Text Placeholder 7"/>
          <p:cNvSpPr>
            <a:spLocks noGrp="1"/>
          </p:cNvSpPr>
          <p:nvPr>
            <p:ph type="body" sz="quarter" idx="14" hasCustomPrompt="1"/>
          </p:nvPr>
        </p:nvSpPr>
        <p:spPr>
          <a:xfrm>
            <a:off x="5957745" y="1986353"/>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Text Placeholder 7"/>
          <p:cNvSpPr>
            <a:spLocks noGrp="1"/>
          </p:cNvSpPr>
          <p:nvPr>
            <p:ph type="body" sz="quarter" idx="15" hasCustomPrompt="1"/>
          </p:nvPr>
        </p:nvSpPr>
        <p:spPr>
          <a:xfrm>
            <a:off x="8403664" y="1986352"/>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8"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9" name="Rectangle 8"/>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2719566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wo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5915467" y="1992793"/>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1069809" y="1992792"/>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Rectangle 6"/>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2636117753"/>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wo Image and Text">
    <p:spTree>
      <p:nvGrpSpPr>
        <p:cNvPr id="1" name=""/>
        <p:cNvGrpSpPr/>
        <p:nvPr/>
      </p:nvGrpSpPr>
      <p:grpSpPr>
        <a:xfrm>
          <a:off x="0" y="0"/>
          <a:ext cx="0" cy="0"/>
          <a:chOff x="0" y="0"/>
          <a:chExt cx="0" cy="0"/>
        </a:xfrm>
      </p:grpSpPr>
      <p:sp>
        <p:nvSpPr>
          <p:cNvPr id="9" name="Text Placeholder 7"/>
          <p:cNvSpPr>
            <a:spLocks noGrp="1"/>
          </p:cNvSpPr>
          <p:nvPr>
            <p:ph type="body" sz="quarter" idx="17" hasCustomPrompt="1"/>
          </p:nvPr>
        </p:nvSpPr>
        <p:spPr>
          <a:xfrm>
            <a:off x="1080209"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sz="1800"/>
            </a:lvl2pPr>
            <a:lvl3pPr marL="0" indent="0">
              <a:buNone/>
              <a:defRPr sz="1800"/>
            </a:lvl3pPr>
            <a:lvl4pPr>
              <a:defRPr sz="1800"/>
            </a:lvl4pPr>
            <a:lvl5pPr>
              <a:defRPr sz="1800"/>
            </a:lvl5pPr>
          </a:lstStyle>
          <a:p>
            <a:pPr lvl="0"/>
            <a:r>
              <a:rPr lang="en-US" dirty="0"/>
              <a:t>Edit text</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1080209" y="2003204"/>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5" name="Picture Placeholder 4">
            <a:extLst>
              <a:ext uri="{FF2B5EF4-FFF2-40B4-BE49-F238E27FC236}">
                <a16:creationId xmlns:a16="http://schemas.microsoft.com/office/drawing/2014/main" id="{749837D3-F6DB-DB49-B987-A2004B0611D5}"/>
              </a:ext>
            </a:extLst>
          </p:cNvPr>
          <p:cNvSpPr>
            <a:spLocks noGrp="1"/>
          </p:cNvSpPr>
          <p:nvPr>
            <p:ph type="pic" sz="quarter" idx="14"/>
          </p:nvPr>
        </p:nvSpPr>
        <p:spPr>
          <a:xfrm>
            <a:off x="5925914" y="2003203"/>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8" name="Text Placeholder 7"/>
          <p:cNvSpPr>
            <a:spLocks noGrp="1"/>
          </p:cNvSpPr>
          <p:nvPr>
            <p:ph type="body" sz="quarter" idx="11" hasCustomPrompt="1"/>
          </p:nvPr>
        </p:nvSpPr>
        <p:spPr>
          <a:xfrm>
            <a:off x="5925868"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a:lvl2pPr>
          </a:lstStyle>
          <a:p>
            <a:pPr lvl="0"/>
            <a:r>
              <a:rPr lang="en-US" dirty="0"/>
              <a:t>Edit text</a:t>
            </a:r>
          </a:p>
        </p:txBody>
      </p:sp>
      <p:sp>
        <p:nvSpPr>
          <p:cNvPr id="10"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2" name="Rectangle 1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62594457"/>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3" name="Rectangle 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8791353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1_Hope you enjoyed">
    <p:bg>
      <p:bgPr>
        <a:solidFill>
          <a:srgbClr val="09EDB8"/>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4663440" y="0"/>
            <a:ext cx="7528560" cy="6858000"/>
          </a:xfrm>
          <a:prstGeom prst="rect">
            <a:avLst/>
          </a:prstGeom>
        </p:spPr>
      </p:pic>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0" y="2311970"/>
            <a:ext cx="3138017" cy="1908338"/>
          </a:xfrm>
        </p:spPr>
        <p:txBody>
          <a:bodyPr anchor="b" anchorCtr="0">
            <a:noAutofit/>
          </a:bodyPr>
          <a:lstStyle>
            <a:lvl1pPr algn="l">
              <a:lnSpc>
                <a:spcPct val="100000"/>
              </a:lnSpc>
              <a:defRPr sz="3600" baseline="0"/>
            </a:lvl1pPr>
          </a:lstStyle>
          <a:p>
            <a:r>
              <a:rPr lang="en-US" noProof="0" dirty="0"/>
              <a:t>THANK YOU</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1" y="5306004"/>
            <a:ext cx="4269826"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b="0" baseline="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Hope you enjoyed this learning journey.</a:t>
            </a:r>
          </a:p>
        </p:txBody>
      </p:sp>
      <p:grpSp>
        <p:nvGrpSpPr>
          <p:cNvPr id="4" name="Group 3"/>
          <p:cNvGrpSpPr/>
          <p:nvPr userDrawn="1"/>
        </p:nvGrpSpPr>
        <p:grpSpPr>
          <a:xfrm>
            <a:off x="-1698" y="3508800"/>
            <a:ext cx="7016130" cy="2425241"/>
            <a:chOff x="683" y="3508800"/>
            <a:chExt cx="7016130" cy="2425241"/>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683" y="3508800"/>
              <a:ext cx="5938619" cy="102700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566 w 1668566"/>
                <a:gd name="connsiteY0" fmla="*/ 248186 h 248186"/>
                <a:gd name="connsiteX1" fmla="*/ 1 w 1668566"/>
                <a:gd name="connsiteY1" fmla="*/ 248186 h 248186"/>
                <a:gd name="connsiteX2" fmla="*/ 229815 w 1668566"/>
                <a:gd name="connsiteY2" fmla="*/ 194032 h 248186"/>
                <a:gd name="connsiteX3" fmla="*/ 1522580 w 1668566"/>
                <a:gd name="connsiteY3" fmla="*/ 192497 h 248186"/>
                <a:gd name="connsiteX4" fmla="*/ 1375895 w 1668566"/>
                <a:gd name="connsiteY4" fmla="*/ 219 h 248186"/>
                <a:gd name="connsiteX5" fmla="*/ 1433934 w 1668566"/>
                <a:gd name="connsiteY5" fmla="*/ 219 h 248186"/>
                <a:gd name="connsiteX6" fmla="*/ 1454190 w 1668566"/>
                <a:gd name="connsiteY6" fmla="*/ 12347 h 248186"/>
                <a:gd name="connsiteX7" fmla="*/ 1518706 w 1668566"/>
                <a:gd name="connsiteY7" fmla="*/ 105057 h 248186"/>
                <a:gd name="connsiteX8" fmla="*/ 1662725 w 1668566"/>
                <a:gd name="connsiteY8" fmla="*/ 242090 h 248186"/>
                <a:gd name="connsiteX9" fmla="*/ 1667931 w 1668566"/>
                <a:gd name="connsiteY9" fmla="*/ 246535 h 248186"/>
                <a:gd name="connsiteX10" fmla="*/ 1668566 w 1668566"/>
                <a:gd name="connsiteY10" fmla="*/ 248186 h 248186"/>
                <a:gd name="connsiteX0" fmla="*/ 1440017 w 1440017"/>
                <a:gd name="connsiteY0" fmla="*/ 248186 h 248186"/>
                <a:gd name="connsiteX1" fmla="*/ 62 w 1440017"/>
                <a:gd name="connsiteY1" fmla="*/ 248186 h 248186"/>
                <a:gd name="connsiteX2" fmla="*/ 1266 w 1440017"/>
                <a:gd name="connsiteY2" fmla="*/ 194032 h 248186"/>
                <a:gd name="connsiteX3" fmla="*/ 1294031 w 1440017"/>
                <a:gd name="connsiteY3" fmla="*/ 192497 h 248186"/>
                <a:gd name="connsiteX4" fmla="*/ 1147346 w 1440017"/>
                <a:gd name="connsiteY4" fmla="*/ 219 h 248186"/>
                <a:gd name="connsiteX5" fmla="*/ 1205385 w 1440017"/>
                <a:gd name="connsiteY5" fmla="*/ 219 h 248186"/>
                <a:gd name="connsiteX6" fmla="*/ 1225641 w 1440017"/>
                <a:gd name="connsiteY6" fmla="*/ 12347 h 248186"/>
                <a:gd name="connsiteX7" fmla="*/ 1290157 w 1440017"/>
                <a:gd name="connsiteY7" fmla="*/ 105057 h 248186"/>
                <a:gd name="connsiteX8" fmla="*/ 1434176 w 1440017"/>
                <a:gd name="connsiteY8" fmla="*/ 242090 h 248186"/>
                <a:gd name="connsiteX9" fmla="*/ 1439382 w 1440017"/>
                <a:gd name="connsiteY9" fmla="*/ 246535 h 248186"/>
                <a:gd name="connsiteX10" fmla="*/ 1440017 w 1440017"/>
                <a:gd name="connsiteY10" fmla="*/ 248186 h 248186"/>
                <a:gd name="connsiteX0" fmla="*/ 1439987 w 1439987"/>
                <a:gd name="connsiteY0" fmla="*/ 248186 h 248186"/>
                <a:gd name="connsiteX1" fmla="*/ 32 w 1439987"/>
                <a:gd name="connsiteY1" fmla="*/ 248186 h 248186"/>
                <a:gd name="connsiteX2" fmla="*/ 3538 w 1439987"/>
                <a:gd name="connsiteY2" fmla="*/ 192881 h 248186"/>
                <a:gd name="connsiteX3" fmla="*/ 1294001 w 1439987"/>
                <a:gd name="connsiteY3" fmla="*/ 192497 h 248186"/>
                <a:gd name="connsiteX4" fmla="*/ 1147316 w 1439987"/>
                <a:gd name="connsiteY4" fmla="*/ 219 h 248186"/>
                <a:gd name="connsiteX5" fmla="*/ 1205355 w 1439987"/>
                <a:gd name="connsiteY5" fmla="*/ 219 h 248186"/>
                <a:gd name="connsiteX6" fmla="*/ 1225611 w 1439987"/>
                <a:gd name="connsiteY6" fmla="*/ 12347 h 248186"/>
                <a:gd name="connsiteX7" fmla="*/ 1290127 w 1439987"/>
                <a:gd name="connsiteY7" fmla="*/ 105057 h 248186"/>
                <a:gd name="connsiteX8" fmla="*/ 1434146 w 1439987"/>
                <a:gd name="connsiteY8" fmla="*/ 242090 h 248186"/>
                <a:gd name="connsiteX9" fmla="*/ 1439352 w 1439987"/>
                <a:gd name="connsiteY9" fmla="*/ 246535 h 248186"/>
                <a:gd name="connsiteX10" fmla="*/ 1439987 w 1439987"/>
                <a:gd name="connsiteY10" fmla="*/ 248186 h 248186"/>
                <a:gd name="connsiteX0" fmla="*/ 1436625 w 1436625"/>
                <a:gd name="connsiteY0" fmla="*/ 248186 h 248186"/>
                <a:gd name="connsiteX1" fmla="*/ 122 w 1436625"/>
                <a:gd name="connsiteY1" fmla="*/ 248186 h 248186"/>
                <a:gd name="connsiteX2" fmla="*/ 176 w 1436625"/>
                <a:gd name="connsiteY2" fmla="*/ 192881 h 248186"/>
                <a:gd name="connsiteX3" fmla="*/ 1290639 w 1436625"/>
                <a:gd name="connsiteY3" fmla="*/ 192497 h 248186"/>
                <a:gd name="connsiteX4" fmla="*/ 1143954 w 1436625"/>
                <a:gd name="connsiteY4" fmla="*/ 219 h 248186"/>
                <a:gd name="connsiteX5" fmla="*/ 1201993 w 1436625"/>
                <a:gd name="connsiteY5" fmla="*/ 219 h 248186"/>
                <a:gd name="connsiteX6" fmla="*/ 1222249 w 1436625"/>
                <a:gd name="connsiteY6" fmla="*/ 12347 h 248186"/>
                <a:gd name="connsiteX7" fmla="*/ 1286765 w 1436625"/>
                <a:gd name="connsiteY7" fmla="*/ 105057 h 248186"/>
                <a:gd name="connsiteX8" fmla="*/ 1430784 w 1436625"/>
                <a:gd name="connsiteY8" fmla="*/ 242090 h 248186"/>
                <a:gd name="connsiteX9" fmla="*/ 1435990 w 1436625"/>
                <a:gd name="connsiteY9" fmla="*/ 246535 h 248186"/>
                <a:gd name="connsiteX10" fmla="*/ 1436625 w 1436625"/>
                <a:gd name="connsiteY10" fmla="*/ 248186 h 248186"/>
                <a:gd name="connsiteX0" fmla="*/ 1436553 w 1436553"/>
                <a:gd name="connsiteY0" fmla="*/ 248186 h 248186"/>
                <a:gd name="connsiteX1" fmla="*/ 50 w 1436553"/>
                <a:gd name="connsiteY1" fmla="*/ 248186 h 248186"/>
                <a:gd name="connsiteX2" fmla="*/ 1830 w 1436553"/>
                <a:gd name="connsiteY2" fmla="*/ 192881 h 248186"/>
                <a:gd name="connsiteX3" fmla="*/ 1290567 w 1436553"/>
                <a:gd name="connsiteY3" fmla="*/ 192497 h 248186"/>
                <a:gd name="connsiteX4" fmla="*/ 1143882 w 1436553"/>
                <a:gd name="connsiteY4" fmla="*/ 219 h 248186"/>
                <a:gd name="connsiteX5" fmla="*/ 1201921 w 1436553"/>
                <a:gd name="connsiteY5" fmla="*/ 219 h 248186"/>
                <a:gd name="connsiteX6" fmla="*/ 1222177 w 1436553"/>
                <a:gd name="connsiteY6" fmla="*/ 12347 h 248186"/>
                <a:gd name="connsiteX7" fmla="*/ 1286693 w 1436553"/>
                <a:gd name="connsiteY7" fmla="*/ 105057 h 248186"/>
                <a:gd name="connsiteX8" fmla="*/ 1430712 w 1436553"/>
                <a:gd name="connsiteY8" fmla="*/ 242090 h 248186"/>
                <a:gd name="connsiteX9" fmla="*/ 1435918 w 1436553"/>
                <a:gd name="connsiteY9" fmla="*/ 246535 h 248186"/>
                <a:gd name="connsiteX10" fmla="*/ 1436553 w 1436553"/>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34899" h="248186">
                  <a:moveTo>
                    <a:pt x="1434899" y="248186"/>
                  </a:moveTo>
                  <a:lnTo>
                    <a:pt x="122" y="248186"/>
                  </a:lnTo>
                  <a:cubicBezTo>
                    <a:pt x="-319" y="229623"/>
                    <a:pt x="617" y="211444"/>
                    <a:pt x="176" y="192881"/>
                  </a:cubicBezTo>
                  <a:lnTo>
                    <a:pt x="1288913" y="192497"/>
                  </a:lnTo>
                  <a:cubicBezTo>
                    <a:pt x="1231064" y="134140"/>
                    <a:pt x="1177788" y="74768"/>
                    <a:pt x="1142228" y="219"/>
                  </a:cubicBezTo>
                  <a:cubicBezTo>
                    <a:pt x="1162611" y="219"/>
                    <a:pt x="1181471" y="854"/>
                    <a:pt x="1200267" y="219"/>
                  </a:cubicBezTo>
                  <a:cubicBezTo>
                    <a:pt x="1209059" y="-1141"/>
                    <a:pt x="1217571" y="3956"/>
                    <a:pt x="1220523" y="12347"/>
                  </a:cubicBezTo>
                  <a:cubicBezTo>
                    <a:pt x="1238085" y="45816"/>
                    <a:pt x="1259758" y="76961"/>
                    <a:pt x="1285039" y="105057"/>
                  </a:cubicBezTo>
                  <a:cubicBezTo>
                    <a:pt x="1328667" y="155126"/>
                    <a:pt x="1376883" y="201004"/>
                    <a:pt x="1429058" y="242090"/>
                  </a:cubicBezTo>
                  <a:cubicBezTo>
                    <a:pt x="1430836" y="243551"/>
                    <a:pt x="1432613" y="245011"/>
                    <a:pt x="1434264" y="246535"/>
                  </a:cubicBezTo>
                  <a:cubicBezTo>
                    <a:pt x="1434582" y="246599"/>
                    <a:pt x="1434582" y="247170"/>
                    <a:pt x="1434899"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userDrawn="1"/>
          </p:nvSpPr>
          <p:spPr>
            <a:xfrm>
              <a:off x="5439970" y="3509181"/>
              <a:ext cx="1576843" cy="2417447"/>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683" y="4907035"/>
              <a:ext cx="5938619" cy="102700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566 w 1668566"/>
                <a:gd name="connsiteY0" fmla="*/ 248186 h 248186"/>
                <a:gd name="connsiteX1" fmla="*/ 1 w 1668566"/>
                <a:gd name="connsiteY1" fmla="*/ 248186 h 248186"/>
                <a:gd name="connsiteX2" fmla="*/ 229815 w 1668566"/>
                <a:gd name="connsiteY2" fmla="*/ 194032 h 248186"/>
                <a:gd name="connsiteX3" fmla="*/ 1522580 w 1668566"/>
                <a:gd name="connsiteY3" fmla="*/ 192497 h 248186"/>
                <a:gd name="connsiteX4" fmla="*/ 1375895 w 1668566"/>
                <a:gd name="connsiteY4" fmla="*/ 219 h 248186"/>
                <a:gd name="connsiteX5" fmla="*/ 1433934 w 1668566"/>
                <a:gd name="connsiteY5" fmla="*/ 219 h 248186"/>
                <a:gd name="connsiteX6" fmla="*/ 1454190 w 1668566"/>
                <a:gd name="connsiteY6" fmla="*/ 12347 h 248186"/>
                <a:gd name="connsiteX7" fmla="*/ 1518706 w 1668566"/>
                <a:gd name="connsiteY7" fmla="*/ 105057 h 248186"/>
                <a:gd name="connsiteX8" fmla="*/ 1662725 w 1668566"/>
                <a:gd name="connsiteY8" fmla="*/ 242090 h 248186"/>
                <a:gd name="connsiteX9" fmla="*/ 1667931 w 1668566"/>
                <a:gd name="connsiteY9" fmla="*/ 246535 h 248186"/>
                <a:gd name="connsiteX10" fmla="*/ 1668566 w 1668566"/>
                <a:gd name="connsiteY10" fmla="*/ 248186 h 248186"/>
                <a:gd name="connsiteX0" fmla="*/ 1440017 w 1440017"/>
                <a:gd name="connsiteY0" fmla="*/ 248186 h 248186"/>
                <a:gd name="connsiteX1" fmla="*/ 62 w 1440017"/>
                <a:gd name="connsiteY1" fmla="*/ 248186 h 248186"/>
                <a:gd name="connsiteX2" fmla="*/ 1266 w 1440017"/>
                <a:gd name="connsiteY2" fmla="*/ 194032 h 248186"/>
                <a:gd name="connsiteX3" fmla="*/ 1294031 w 1440017"/>
                <a:gd name="connsiteY3" fmla="*/ 192497 h 248186"/>
                <a:gd name="connsiteX4" fmla="*/ 1147346 w 1440017"/>
                <a:gd name="connsiteY4" fmla="*/ 219 h 248186"/>
                <a:gd name="connsiteX5" fmla="*/ 1205385 w 1440017"/>
                <a:gd name="connsiteY5" fmla="*/ 219 h 248186"/>
                <a:gd name="connsiteX6" fmla="*/ 1225641 w 1440017"/>
                <a:gd name="connsiteY6" fmla="*/ 12347 h 248186"/>
                <a:gd name="connsiteX7" fmla="*/ 1290157 w 1440017"/>
                <a:gd name="connsiteY7" fmla="*/ 105057 h 248186"/>
                <a:gd name="connsiteX8" fmla="*/ 1434176 w 1440017"/>
                <a:gd name="connsiteY8" fmla="*/ 242090 h 248186"/>
                <a:gd name="connsiteX9" fmla="*/ 1439382 w 1440017"/>
                <a:gd name="connsiteY9" fmla="*/ 246535 h 248186"/>
                <a:gd name="connsiteX10" fmla="*/ 1440017 w 1440017"/>
                <a:gd name="connsiteY10" fmla="*/ 248186 h 248186"/>
                <a:gd name="connsiteX0" fmla="*/ 1439987 w 1439987"/>
                <a:gd name="connsiteY0" fmla="*/ 248186 h 248186"/>
                <a:gd name="connsiteX1" fmla="*/ 32 w 1439987"/>
                <a:gd name="connsiteY1" fmla="*/ 248186 h 248186"/>
                <a:gd name="connsiteX2" fmla="*/ 3538 w 1439987"/>
                <a:gd name="connsiteY2" fmla="*/ 192881 h 248186"/>
                <a:gd name="connsiteX3" fmla="*/ 1294001 w 1439987"/>
                <a:gd name="connsiteY3" fmla="*/ 192497 h 248186"/>
                <a:gd name="connsiteX4" fmla="*/ 1147316 w 1439987"/>
                <a:gd name="connsiteY4" fmla="*/ 219 h 248186"/>
                <a:gd name="connsiteX5" fmla="*/ 1205355 w 1439987"/>
                <a:gd name="connsiteY5" fmla="*/ 219 h 248186"/>
                <a:gd name="connsiteX6" fmla="*/ 1225611 w 1439987"/>
                <a:gd name="connsiteY6" fmla="*/ 12347 h 248186"/>
                <a:gd name="connsiteX7" fmla="*/ 1290127 w 1439987"/>
                <a:gd name="connsiteY7" fmla="*/ 105057 h 248186"/>
                <a:gd name="connsiteX8" fmla="*/ 1434146 w 1439987"/>
                <a:gd name="connsiteY8" fmla="*/ 242090 h 248186"/>
                <a:gd name="connsiteX9" fmla="*/ 1439352 w 1439987"/>
                <a:gd name="connsiteY9" fmla="*/ 246535 h 248186"/>
                <a:gd name="connsiteX10" fmla="*/ 1439987 w 1439987"/>
                <a:gd name="connsiteY10" fmla="*/ 248186 h 248186"/>
                <a:gd name="connsiteX0" fmla="*/ 1436625 w 1436625"/>
                <a:gd name="connsiteY0" fmla="*/ 248186 h 248186"/>
                <a:gd name="connsiteX1" fmla="*/ 122 w 1436625"/>
                <a:gd name="connsiteY1" fmla="*/ 248186 h 248186"/>
                <a:gd name="connsiteX2" fmla="*/ 176 w 1436625"/>
                <a:gd name="connsiteY2" fmla="*/ 192881 h 248186"/>
                <a:gd name="connsiteX3" fmla="*/ 1290639 w 1436625"/>
                <a:gd name="connsiteY3" fmla="*/ 192497 h 248186"/>
                <a:gd name="connsiteX4" fmla="*/ 1143954 w 1436625"/>
                <a:gd name="connsiteY4" fmla="*/ 219 h 248186"/>
                <a:gd name="connsiteX5" fmla="*/ 1201993 w 1436625"/>
                <a:gd name="connsiteY5" fmla="*/ 219 h 248186"/>
                <a:gd name="connsiteX6" fmla="*/ 1222249 w 1436625"/>
                <a:gd name="connsiteY6" fmla="*/ 12347 h 248186"/>
                <a:gd name="connsiteX7" fmla="*/ 1286765 w 1436625"/>
                <a:gd name="connsiteY7" fmla="*/ 105057 h 248186"/>
                <a:gd name="connsiteX8" fmla="*/ 1430784 w 1436625"/>
                <a:gd name="connsiteY8" fmla="*/ 242090 h 248186"/>
                <a:gd name="connsiteX9" fmla="*/ 1435990 w 1436625"/>
                <a:gd name="connsiteY9" fmla="*/ 246535 h 248186"/>
                <a:gd name="connsiteX10" fmla="*/ 1436625 w 1436625"/>
                <a:gd name="connsiteY10" fmla="*/ 248186 h 248186"/>
                <a:gd name="connsiteX0" fmla="*/ 1436553 w 1436553"/>
                <a:gd name="connsiteY0" fmla="*/ 248186 h 248186"/>
                <a:gd name="connsiteX1" fmla="*/ 50 w 1436553"/>
                <a:gd name="connsiteY1" fmla="*/ 248186 h 248186"/>
                <a:gd name="connsiteX2" fmla="*/ 1830 w 1436553"/>
                <a:gd name="connsiteY2" fmla="*/ 192881 h 248186"/>
                <a:gd name="connsiteX3" fmla="*/ 1290567 w 1436553"/>
                <a:gd name="connsiteY3" fmla="*/ 192497 h 248186"/>
                <a:gd name="connsiteX4" fmla="*/ 1143882 w 1436553"/>
                <a:gd name="connsiteY4" fmla="*/ 219 h 248186"/>
                <a:gd name="connsiteX5" fmla="*/ 1201921 w 1436553"/>
                <a:gd name="connsiteY5" fmla="*/ 219 h 248186"/>
                <a:gd name="connsiteX6" fmla="*/ 1222177 w 1436553"/>
                <a:gd name="connsiteY6" fmla="*/ 12347 h 248186"/>
                <a:gd name="connsiteX7" fmla="*/ 1286693 w 1436553"/>
                <a:gd name="connsiteY7" fmla="*/ 105057 h 248186"/>
                <a:gd name="connsiteX8" fmla="*/ 1430712 w 1436553"/>
                <a:gd name="connsiteY8" fmla="*/ 242090 h 248186"/>
                <a:gd name="connsiteX9" fmla="*/ 1435918 w 1436553"/>
                <a:gd name="connsiteY9" fmla="*/ 246535 h 248186"/>
                <a:gd name="connsiteX10" fmla="*/ 1436553 w 1436553"/>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34899" h="248186">
                  <a:moveTo>
                    <a:pt x="1434899" y="248186"/>
                  </a:moveTo>
                  <a:lnTo>
                    <a:pt x="122" y="248186"/>
                  </a:lnTo>
                  <a:cubicBezTo>
                    <a:pt x="-319" y="229623"/>
                    <a:pt x="617" y="211444"/>
                    <a:pt x="176" y="192881"/>
                  </a:cubicBezTo>
                  <a:lnTo>
                    <a:pt x="1288913" y="192497"/>
                  </a:lnTo>
                  <a:cubicBezTo>
                    <a:pt x="1231064" y="134140"/>
                    <a:pt x="1177788" y="74768"/>
                    <a:pt x="1142228" y="219"/>
                  </a:cubicBezTo>
                  <a:cubicBezTo>
                    <a:pt x="1162611" y="219"/>
                    <a:pt x="1181471" y="854"/>
                    <a:pt x="1200267" y="219"/>
                  </a:cubicBezTo>
                  <a:cubicBezTo>
                    <a:pt x="1209059" y="-1141"/>
                    <a:pt x="1217571" y="3956"/>
                    <a:pt x="1220523" y="12347"/>
                  </a:cubicBezTo>
                  <a:cubicBezTo>
                    <a:pt x="1238085" y="45816"/>
                    <a:pt x="1259758" y="76961"/>
                    <a:pt x="1285039" y="105057"/>
                  </a:cubicBezTo>
                  <a:cubicBezTo>
                    <a:pt x="1328667" y="155126"/>
                    <a:pt x="1376883" y="201004"/>
                    <a:pt x="1429058" y="242090"/>
                  </a:cubicBezTo>
                  <a:cubicBezTo>
                    <a:pt x="1430836" y="243551"/>
                    <a:pt x="1432613" y="245011"/>
                    <a:pt x="1434264" y="246535"/>
                  </a:cubicBezTo>
                  <a:cubicBezTo>
                    <a:pt x="1434582" y="246599"/>
                    <a:pt x="1434582" y="247170"/>
                    <a:pt x="1434899"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88784966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type="title">
  <p:cSld name="Purple_divi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B0B8D50-2C63-2F2E-599F-E921BF1F757F}"/>
              </a:ext>
              <a:ext uri="{C183D7F6-B498-43B3-948B-1728B52AA6E4}">
                <adec:decorative xmlns:adec="http://schemas.microsoft.com/office/drawing/2017/decorative" val="1"/>
              </a:ext>
            </a:extLst>
          </p:cNvPr>
          <p:cNvPicPr>
            <a:picLocks noChangeAspect="1"/>
          </p:cNvPicPr>
          <p:nvPr userDrawn="1"/>
        </p:nvPicPr>
        <p:blipFill>
          <a:blip r:embed="rId3"/>
          <a:stretch>
            <a:fillRect/>
          </a:stretch>
        </p:blipFill>
        <p:spPr>
          <a:xfrm>
            <a:off x="0" y="898802"/>
            <a:ext cx="8062294" cy="1684800"/>
          </a:xfrm>
          <a:prstGeom prst="rect">
            <a:avLst/>
          </a:prstGeom>
        </p:spPr>
      </p:pic>
      <p:sp>
        <p:nvSpPr>
          <p:cNvPr id="2" name="Title 1">
            <a:extLst>
              <a:ext uri="{FF2B5EF4-FFF2-40B4-BE49-F238E27FC236}">
                <a16:creationId xmlns:a16="http://schemas.microsoft.com/office/drawing/2014/main" id="{909D855A-1A49-ADBE-89C8-65ECAFD2AAB3}"/>
              </a:ext>
            </a:extLst>
          </p:cNvPr>
          <p:cNvSpPr>
            <a:spLocks noGrp="1"/>
          </p:cNvSpPr>
          <p:nvPr>
            <p:ph type="ctrTitle"/>
          </p:nvPr>
        </p:nvSpPr>
        <p:spPr>
          <a:xfrm>
            <a:off x="473406" y="1118152"/>
            <a:ext cx="6777996" cy="1247916"/>
          </a:xfrm>
          <a:prstGeom prst="rect">
            <a:avLst/>
          </a:prstGeom>
          <a:ln>
            <a:noFill/>
          </a:ln>
        </p:spPr>
        <p:txBody>
          <a:bodyPr lIns="0" rIns="0" anchor="ctr"/>
          <a:lstStyle>
            <a:lvl1pPr algn="l">
              <a:lnSpc>
                <a:spcPct val="100000"/>
              </a:lnSpc>
              <a:defRPr sz="3600">
                <a:solidFill>
                  <a:schemeClr val="tx1"/>
                </a:solidFill>
              </a:defRPr>
            </a:lvl1pPr>
          </a:lstStyle>
          <a:p>
            <a:endParaRPr lang="en-GB"/>
          </a:p>
        </p:txBody>
      </p:sp>
      <p:sp>
        <p:nvSpPr>
          <p:cNvPr id="3" name="Subtitle 2">
            <a:extLst>
              <a:ext uri="{FF2B5EF4-FFF2-40B4-BE49-F238E27FC236}">
                <a16:creationId xmlns:a16="http://schemas.microsoft.com/office/drawing/2014/main" id="{994AF8D4-DACD-9AF9-364C-02C474BC62A5}"/>
              </a:ext>
            </a:extLst>
          </p:cNvPr>
          <p:cNvSpPr>
            <a:spLocks noGrp="1"/>
          </p:cNvSpPr>
          <p:nvPr>
            <p:ph type="subTitle" idx="1"/>
          </p:nvPr>
        </p:nvSpPr>
        <p:spPr>
          <a:xfrm>
            <a:off x="473406" y="2902689"/>
            <a:ext cx="6150678" cy="863600"/>
          </a:xfrm>
          <a:prstGeom prst="rect">
            <a:avLst/>
          </a:prstGeom>
          <a:ln>
            <a:noFill/>
          </a:ln>
        </p:spPr>
        <p:txBody>
          <a:bodyPr lIns="0" rIns="0" anchor="t"/>
          <a:lstStyle>
            <a:lvl1pPr marL="0" indent="0" algn="l">
              <a:buNone/>
              <a:defRPr sz="18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en-GB"/>
          </a:p>
        </p:txBody>
      </p:sp>
      <p:pic>
        <p:nvPicPr>
          <p:cNvPr id="9" name="Picture 8">
            <a:extLst>
              <a:ext uri="{FF2B5EF4-FFF2-40B4-BE49-F238E27FC236}">
                <a16:creationId xmlns:a16="http://schemas.microsoft.com/office/drawing/2014/main" id="{ADC96ABF-C649-123E-FBF1-598689C3D553}"/>
              </a:ext>
              <a:ext uri="{C183D7F6-B498-43B3-948B-1728B52AA6E4}">
                <adec:decorative xmlns:adec="http://schemas.microsoft.com/office/drawing/2017/decorative" val="1"/>
              </a:ext>
            </a:extLst>
          </p:cNvPr>
          <p:cNvPicPr>
            <a:picLocks noChangeAspect="1"/>
          </p:cNvPicPr>
          <p:nvPr userDrawn="1"/>
        </p:nvPicPr>
        <p:blipFill>
          <a:blip r:embed="rId4"/>
          <a:stretch>
            <a:fillRect/>
          </a:stretch>
        </p:blipFill>
        <p:spPr>
          <a:xfrm>
            <a:off x="473406" y="5650088"/>
            <a:ext cx="1972082" cy="650979"/>
          </a:xfrm>
          <a:prstGeom prst="rect">
            <a:avLst/>
          </a:prstGeom>
        </p:spPr>
      </p:pic>
    </p:spTree>
    <p:extLst>
      <p:ext uri="{BB962C8B-B14F-4D97-AF65-F5344CB8AC3E}">
        <p14:creationId xmlns:p14="http://schemas.microsoft.com/office/powerpoint/2010/main" val="3194747100"/>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image" Target="../media/image1.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8" Type="http://schemas.openxmlformats.org/officeDocument/2006/relationships/slideLayout" Target="../slideLayouts/slideLayout8.xml"/><Relationship Id="rId3"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FB68A7-A656-A348-AE42-02B5F30E1E55}"/>
              </a:ext>
            </a:extLst>
          </p:cNvPr>
          <p:cNvSpPr>
            <a:spLocks noGrp="1"/>
          </p:cNvSpPr>
          <p:nvPr userDrawn="1">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B623AAC1-38C0-EC41-AF66-7EC76ACCB83E}"/>
              </a:ext>
            </a:extLst>
          </p:cNvPr>
          <p:cNvSpPr>
            <a:spLocks noGrp="1"/>
          </p:cNvSpPr>
          <p:nvPr userDrawn="1">
            <p:ph type="body"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98754" y="6584738"/>
            <a:ext cx="785483" cy="180000"/>
          </a:xfrm>
          <a:prstGeom prst="rect">
            <a:avLst/>
          </a:prstGeom>
        </p:spPr>
        <p:txBody>
          <a:bodyPr vert="horz" lIns="0" tIns="0" rIns="0" bIns="0" rtlCol="0" anchor="b" anchorCtr="0"/>
          <a:lstStyle>
            <a:lvl1pPr algn="r">
              <a:defRPr sz="1000" b="1" i="0">
                <a:solidFill>
                  <a:schemeClr val="bg1">
                    <a:lumMod val="50000"/>
                  </a:schemeClr>
                </a:solidFill>
                <a:latin typeface="Montserrat" pitchFamily="2" charset="77"/>
              </a:defRPr>
            </a:lvl1pPr>
          </a:lstStyle>
          <a:p>
            <a:fld id="{EF892D59-8F09-EF4B-AD6D-DA609442F868}" type="slidenum">
              <a:rPr lang="en-GB" smtClean="0"/>
              <a:pPr/>
              <a:t>‹#›</a:t>
            </a:fld>
            <a:endParaRPr lang="en-GB" dirty="0"/>
          </a:p>
        </p:txBody>
      </p:sp>
    </p:spTree>
    <p:extLst>
      <p:ext uri="{BB962C8B-B14F-4D97-AF65-F5344CB8AC3E}">
        <p14:creationId xmlns:p14="http://schemas.microsoft.com/office/powerpoint/2010/main" val="300464794"/>
      </p:ext>
    </p:extLst>
  </p:cSld>
  <p:clrMap bg1="lt1" tx1="dk1" bg2="lt2" tx2="dk2" accent1="accent1" accent2="accent2" accent3="accent3" accent4="accent4" accent5="accent5" accent6="accent6" hlink="hlink" folHlink="folHlink"/>
  <p:sldLayoutIdLst>
    <p:sldLayoutId id="2147483811" r:id="rId1"/>
    <p:sldLayoutId id="2147483812" r:id="rId2"/>
    <p:sldLayoutId id="2147483813" r:id="rId3"/>
    <p:sldLayoutId id="2147483798" r:id="rId4"/>
    <p:sldLayoutId id="2147483806" r:id="rId5"/>
    <p:sldLayoutId id="2147483709" r:id="rId6"/>
    <p:sldLayoutId id="2147483822" r:id="rId7"/>
    <p:sldLayoutId id="2147483802" r:id="rId8"/>
    <p:sldLayoutId id="2147483792" r:id="rId9"/>
    <p:sldLayoutId id="2147483810" r:id="rId10"/>
    <p:sldLayoutId id="2147483804" r:id="rId11"/>
    <p:sldLayoutId id="2147483821" r:id="rId12"/>
    <p:sldLayoutId id="2147483824" r:id="rId13"/>
    <p:sldLayoutId id="2147483828" r:id="rId14"/>
    <p:sldLayoutId id="2147483853" r:id="rId15"/>
    <p:sldLayoutId id="2147483899" r:id="rId16"/>
    <p:sldLayoutId id="2147483832" r:id="rId17"/>
    <p:sldLayoutId id="2147483833" r:id="rId18"/>
    <p:sldLayoutId id="2147483836" r:id="rId19"/>
    <p:sldLayoutId id="2147483852" r:id="rId20"/>
    <p:sldLayoutId id="2147483900" r:id="rId21"/>
    <p:sldLayoutId id="2147483820" r:id="rId22"/>
    <p:sldLayoutId id="2147483842" r:id="rId23"/>
    <p:sldLayoutId id="2147483845" r:id="rId24"/>
    <p:sldLayoutId id="2147483851" r:id="rId25"/>
    <p:sldLayoutId id="2147483901" r:id="rId26"/>
    <p:sldLayoutId id="2147483650" r:id="rId27"/>
    <p:sldLayoutId id="2147483734" r:id="rId28"/>
    <p:sldLayoutId id="2147483796" r:id="rId29"/>
    <p:sldLayoutId id="2147483719" r:id="rId30"/>
    <p:sldLayoutId id="2147483721" r:id="rId31"/>
    <p:sldLayoutId id="2147483724" r:id="rId32"/>
    <p:sldLayoutId id="2147483797" r:id="rId33"/>
    <p:sldLayoutId id="2147483814" r:id="rId34"/>
    <p:sldLayoutId id="2147483902" r:id="rId35"/>
  </p:sldLayoutIdLst>
  <p:hf sldNum="0" hdr="0" ftr="0" dt="0"/>
  <p:txStyles>
    <p:titleStyle>
      <a:lvl1pPr algn="l" defTabSz="914400" rtl="0" eaLnBrk="1" latinLnBrk="0" hangingPunct="1">
        <a:lnSpc>
          <a:spcPct val="100000"/>
        </a:lnSpc>
        <a:spcBef>
          <a:spcPct val="0"/>
        </a:spcBef>
        <a:buNone/>
        <a:defRPr sz="3600" b="0" i="0" kern="1200" cap="none" baseline="0">
          <a:solidFill>
            <a:schemeClr val="tx1"/>
          </a:solidFill>
          <a:latin typeface="Krana Fat B" panose="00000B00000000000000" pitchFamily="50" charset="0"/>
          <a:ea typeface="+mj-ea"/>
          <a:cs typeface="+mj-cs"/>
        </a:defRPr>
      </a:lvl1pPr>
    </p:titleStyle>
    <p:bodyStyle>
      <a:lvl1pPr marL="0" indent="0" algn="l" defTabSz="914400" rtl="0" eaLnBrk="1" latinLnBrk="0" hangingPunct="1">
        <a:lnSpc>
          <a:spcPct val="100000"/>
        </a:lnSpc>
        <a:spcBef>
          <a:spcPts val="0"/>
        </a:spcBef>
        <a:spcAft>
          <a:spcPts val="650"/>
        </a:spcAft>
        <a:buSzPct val="115000"/>
        <a:buFontTx/>
        <a:buNone/>
        <a:defRPr sz="2000" b="0" i="0" kern="1200">
          <a:solidFill>
            <a:schemeClr val="tx1"/>
          </a:solidFill>
          <a:latin typeface="Montserrat" pitchFamily="2" charset="77"/>
          <a:ea typeface="+mn-ea"/>
          <a:cs typeface="+mn-cs"/>
        </a:defRPr>
      </a:lvl1pPr>
      <a:lvl2pPr marL="355600" indent="-266700" algn="l" defTabSz="914400" rtl="0" eaLnBrk="1" latinLnBrk="0" hangingPunct="1">
        <a:lnSpc>
          <a:spcPct val="100000"/>
        </a:lnSpc>
        <a:spcBef>
          <a:spcPts val="0"/>
        </a:spcBef>
        <a:spcAft>
          <a:spcPts val="650"/>
        </a:spcAft>
        <a:buSzPct val="125000"/>
        <a:buFontTx/>
        <a:buBlip>
          <a:blip r:embed="rId37"/>
        </a:buBlip>
        <a:tabLst/>
        <a:defRPr sz="2000" b="0" kern="1200">
          <a:solidFill>
            <a:schemeClr val="tx1"/>
          </a:solidFill>
          <a:latin typeface="Montserrat" pitchFamily="2" charset="77"/>
          <a:ea typeface="+mn-ea"/>
          <a:cs typeface="+mn-cs"/>
        </a:defRPr>
      </a:lvl2pPr>
      <a:lvl3pPr marL="355600" indent="-266700" algn="l" defTabSz="914400" rtl="0" eaLnBrk="1" latinLnBrk="0" hangingPunct="1">
        <a:lnSpc>
          <a:spcPct val="100000"/>
        </a:lnSpc>
        <a:spcBef>
          <a:spcPts val="0"/>
        </a:spcBef>
        <a:spcAft>
          <a:spcPts val="650"/>
        </a:spcAft>
        <a:buSzPct val="120000"/>
        <a:buFontTx/>
        <a:buBlip>
          <a:blip r:embed="rId37"/>
        </a:buBlip>
        <a:tabLst/>
        <a:defRPr sz="2000" b="0" i="0" kern="1200">
          <a:solidFill>
            <a:schemeClr val="tx1"/>
          </a:solidFill>
          <a:latin typeface="Montserrat" pitchFamily="2" charset="77"/>
          <a:ea typeface="+mn-ea"/>
          <a:cs typeface="+mn-cs"/>
        </a:defRPr>
      </a:lvl3pPr>
      <a:lvl4pPr marL="355600" indent="-266700" algn="l" defTabSz="914400" rtl="0" eaLnBrk="1" latinLnBrk="0" hangingPunct="1">
        <a:lnSpc>
          <a:spcPct val="100000"/>
        </a:lnSpc>
        <a:spcBef>
          <a:spcPts val="0"/>
        </a:spcBef>
        <a:spcAft>
          <a:spcPts val="650"/>
        </a:spcAft>
        <a:buSzPct val="120000"/>
        <a:buFontTx/>
        <a:buBlip>
          <a:blip r:embed="rId37"/>
        </a:buBlip>
        <a:tabLst/>
        <a:defRPr sz="2000" b="0" kern="1200">
          <a:solidFill>
            <a:schemeClr val="tx1"/>
          </a:solidFill>
          <a:latin typeface="Montserrat" pitchFamily="2" charset="77"/>
          <a:ea typeface="+mn-ea"/>
          <a:cs typeface="+mn-cs"/>
        </a:defRPr>
      </a:lvl4pPr>
      <a:lvl5pPr marL="355600" indent="-266700" algn="l" defTabSz="914400" rtl="0" eaLnBrk="1" latinLnBrk="0" hangingPunct="1">
        <a:lnSpc>
          <a:spcPct val="100000"/>
        </a:lnSpc>
        <a:spcBef>
          <a:spcPts val="0"/>
        </a:spcBef>
        <a:spcAft>
          <a:spcPts val="650"/>
        </a:spcAft>
        <a:buSzPct val="125000"/>
        <a:buFontTx/>
        <a:buBlip>
          <a:blip r:embed="rId37"/>
        </a:buBlip>
        <a:tabLst/>
        <a:defRPr sz="2000" b="0" kern="1200">
          <a:solidFill>
            <a:schemeClr val="tx1"/>
          </a:solidFill>
          <a:latin typeface="Montserra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8" userDrawn="1">
          <p15:clr>
            <a:srgbClr val="F26B43"/>
          </p15:clr>
        </p15:guide>
        <p15:guide id="2" orient="horz" pos="4081" userDrawn="1">
          <p15:clr>
            <a:srgbClr val="F26B43"/>
          </p15:clr>
        </p15:guide>
        <p15:guide id="3" pos="237" userDrawn="1">
          <p15:clr>
            <a:srgbClr val="F26B43"/>
          </p15:clr>
        </p15:guide>
        <p15:guide id="4" pos="732" userDrawn="1">
          <p15:clr>
            <a:srgbClr val="F26B43"/>
          </p15:clr>
        </p15:guide>
        <p15:guide id="5" pos="850" userDrawn="1">
          <p15:clr>
            <a:srgbClr val="F26B43"/>
          </p15:clr>
        </p15:guide>
        <p15:guide id="6" pos="1345" userDrawn="1">
          <p15:clr>
            <a:srgbClr val="F26B43"/>
          </p15:clr>
        </p15:guide>
        <p15:guide id="7" pos="1460" userDrawn="1">
          <p15:clr>
            <a:srgbClr val="F26B43"/>
          </p15:clr>
        </p15:guide>
        <p15:guide id="8" pos="1954" userDrawn="1">
          <p15:clr>
            <a:srgbClr val="F26B43"/>
          </p15:clr>
        </p15:guide>
        <p15:guide id="9" pos="2069" userDrawn="1">
          <p15:clr>
            <a:srgbClr val="F26B43"/>
          </p15:clr>
        </p15:guide>
        <p15:guide id="10" pos="2564" userDrawn="1">
          <p15:clr>
            <a:srgbClr val="F26B43"/>
          </p15:clr>
        </p15:guide>
        <p15:guide id="11" pos="2683" userDrawn="1">
          <p15:clr>
            <a:srgbClr val="F26B43"/>
          </p15:clr>
        </p15:guide>
        <p15:guide id="12" pos="3173" userDrawn="1">
          <p15:clr>
            <a:srgbClr val="F26B43"/>
          </p15:clr>
        </p15:guide>
        <p15:guide id="13" pos="3288" userDrawn="1">
          <p15:clr>
            <a:srgbClr val="F26B43"/>
          </p15:clr>
        </p15:guide>
        <p15:guide id="14" pos="3782" userDrawn="1">
          <p15:clr>
            <a:srgbClr val="F26B43"/>
          </p15:clr>
        </p15:guide>
        <p15:guide id="15" pos="3897" userDrawn="1">
          <p15:clr>
            <a:srgbClr val="F26B43"/>
          </p15:clr>
        </p15:guide>
        <p15:guide id="16" pos="4392" userDrawn="1">
          <p15:clr>
            <a:srgbClr val="F26B43"/>
          </p15:clr>
        </p15:guide>
        <p15:guide id="17" pos="4506" userDrawn="1">
          <p15:clr>
            <a:srgbClr val="F26B43"/>
          </p15:clr>
        </p15:guide>
        <p15:guide id="18" pos="5001" userDrawn="1">
          <p15:clr>
            <a:srgbClr val="F26B43"/>
          </p15:clr>
        </p15:guide>
        <p15:guide id="19" pos="5115" userDrawn="1">
          <p15:clr>
            <a:srgbClr val="F26B43"/>
          </p15:clr>
        </p15:guide>
        <p15:guide id="20" pos="5610" userDrawn="1">
          <p15:clr>
            <a:srgbClr val="F26B43"/>
          </p15:clr>
        </p15:guide>
        <p15:guide id="21" pos="5725" userDrawn="1">
          <p15:clr>
            <a:srgbClr val="F26B43"/>
          </p15:clr>
        </p15:guide>
        <p15:guide id="22" pos="6220" userDrawn="1">
          <p15:clr>
            <a:srgbClr val="F26B43"/>
          </p15:clr>
        </p15:guide>
        <p15:guide id="23" pos="6334" userDrawn="1">
          <p15:clr>
            <a:srgbClr val="F26B43"/>
          </p15:clr>
        </p15:guide>
        <p15:guide id="24" pos="6829" userDrawn="1">
          <p15:clr>
            <a:srgbClr val="F26B43"/>
          </p15:clr>
        </p15:guide>
        <p15:guide id="25" pos="6943" userDrawn="1">
          <p15:clr>
            <a:srgbClr val="F26B43"/>
          </p15:clr>
        </p15:guide>
        <p15:guide id="26" pos="7438" userDrawn="1">
          <p15:clr>
            <a:srgbClr val="F26B43"/>
          </p15:clr>
        </p15:guide>
        <p15:guide id="27" pos="3840" userDrawn="1">
          <p15:clr>
            <a:srgbClr val="9FCC3B"/>
          </p15:clr>
        </p15:guide>
        <p15:guide id="28" orient="horz" pos="2160" userDrawn="1">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5.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7.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5.xml"/><Relationship Id="rId1" Type="http://schemas.openxmlformats.org/officeDocument/2006/relationships/slideLayout" Target="../slideLayouts/slideLayout27.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6.xml"/><Relationship Id="rId1" Type="http://schemas.openxmlformats.org/officeDocument/2006/relationships/slideLayout" Target="../slideLayouts/slideLayout8.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8.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B10A2E5-A3AA-7BE3-7C87-983A58C15C46}"/>
              </a:ext>
            </a:extLst>
          </p:cNvPr>
          <p:cNvSpPr>
            <a:spLocks noGrp="1"/>
          </p:cNvSpPr>
          <p:nvPr>
            <p:ph type="ctrTitle"/>
          </p:nvPr>
        </p:nvSpPr>
        <p:spPr/>
        <p:txBody>
          <a:bodyPr/>
          <a:lstStyle/>
          <a:p>
            <a:r>
              <a:rPr lang="en-GB" dirty="0"/>
              <a:t>Introduction</a:t>
            </a:r>
            <a:endParaRPr lang="en-US" dirty="0"/>
          </a:p>
        </p:txBody>
      </p:sp>
      <p:sp>
        <p:nvSpPr>
          <p:cNvPr id="3" name="Subtitle 2">
            <a:extLst>
              <a:ext uri="{FF2B5EF4-FFF2-40B4-BE49-F238E27FC236}">
                <a16:creationId xmlns:a16="http://schemas.microsoft.com/office/drawing/2014/main" id="{52534D79-CFC0-C4F4-AD12-F13DBCAB1A97}"/>
              </a:ext>
            </a:extLst>
          </p:cNvPr>
          <p:cNvSpPr>
            <a:spLocks noGrp="1"/>
          </p:cNvSpPr>
          <p:nvPr>
            <p:ph type="subTitle" idx="1"/>
          </p:nvPr>
        </p:nvSpPr>
        <p:spPr/>
        <p:txBody>
          <a:bodyPr/>
          <a:lstStyle/>
          <a:p>
            <a:endParaRPr lang="en-GB"/>
          </a:p>
        </p:txBody>
      </p:sp>
    </p:spTree>
    <p:extLst>
      <p:ext uri="{BB962C8B-B14F-4D97-AF65-F5344CB8AC3E}">
        <p14:creationId xmlns:p14="http://schemas.microsoft.com/office/powerpoint/2010/main" val="10039322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title"/>
          </p:nvPr>
        </p:nvSpPr>
        <p:spPr>
          <a:xfrm>
            <a:off x="339971" y="562058"/>
            <a:ext cx="11517818" cy="805001"/>
          </a:xfrm>
        </p:spPr>
        <p:txBody>
          <a:bodyPr anchor="t">
            <a:normAutofit/>
          </a:bodyPr>
          <a:lstStyle/>
          <a:p>
            <a:r>
              <a:rPr lang="en-GB" dirty="0"/>
              <a:t>Contents</a:t>
            </a:r>
            <a:endParaRPr lang="en-IN" dirty="0"/>
          </a:p>
        </p:txBody>
      </p:sp>
      <p:graphicFrame>
        <p:nvGraphicFramePr>
          <p:cNvPr id="5" name="Text Placeholder 2">
            <a:extLst>
              <a:ext uri="{FF2B5EF4-FFF2-40B4-BE49-F238E27FC236}">
                <a16:creationId xmlns:a16="http://schemas.microsoft.com/office/drawing/2014/main" id="{D3511CCE-A6C8-1F7F-DDB2-C30598700811}"/>
              </a:ext>
            </a:extLst>
          </p:cNvPr>
          <p:cNvGraphicFramePr/>
          <p:nvPr>
            <p:extLst>
              <p:ext uri="{D42A27DB-BD31-4B8C-83A1-F6EECF244321}">
                <p14:modId xmlns:p14="http://schemas.microsoft.com/office/powerpoint/2010/main" val="3049733307"/>
              </p:ext>
            </p:extLst>
          </p:nvPr>
        </p:nvGraphicFramePr>
        <p:xfrm>
          <a:off x="341272" y="1368256"/>
          <a:ext cx="11516239" cy="495535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606813138"/>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384784" y="3433680"/>
            <a:ext cx="6708474" cy="968987"/>
          </a:xfrm>
        </p:spPr>
        <p:txBody>
          <a:bodyPr/>
          <a:lstStyle/>
          <a:p>
            <a:r>
              <a:rPr lang="en-GB" dirty="0"/>
              <a:t>Safety, health and environment</a:t>
            </a:r>
            <a:endParaRPr lang="en-IN" dirty="0"/>
          </a:p>
        </p:txBody>
      </p:sp>
      <p:sp>
        <p:nvSpPr>
          <p:cNvPr id="3" name="Text Placeholder 2"/>
          <p:cNvSpPr>
            <a:spLocks noGrp="1"/>
          </p:cNvSpPr>
          <p:nvPr>
            <p:ph type="body" sz="quarter" idx="12"/>
          </p:nvPr>
        </p:nvSpPr>
        <p:spPr>
          <a:xfrm>
            <a:off x="384784" y="4894524"/>
            <a:ext cx="2926587" cy="1612808"/>
          </a:xfrm>
        </p:spPr>
        <p:txBody>
          <a:bodyPr/>
          <a:lstStyle/>
          <a:p>
            <a:r>
              <a:rPr lang="en-GB" dirty="0"/>
              <a:t>Fire exits</a:t>
            </a:r>
          </a:p>
          <a:p>
            <a:r>
              <a:rPr lang="en-GB" dirty="0"/>
              <a:t>Security</a:t>
            </a:r>
          </a:p>
          <a:p>
            <a:r>
              <a:rPr lang="en-GB" dirty="0"/>
              <a:t>Internet access</a:t>
            </a:r>
          </a:p>
          <a:p>
            <a:r>
              <a:rPr lang="en-GB" dirty="0"/>
              <a:t>Phones / mobiles</a:t>
            </a:r>
          </a:p>
          <a:p>
            <a:r>
              <a:rPr lang="en-GB" dirty="0"/>
              <a:t>Messages</a:t>
            </a:r>
          </a:p>
          <a:p>
            <a:endParaRPr lang="en-GB" dirty="0"/>
          </a:p>
          <a:p>
            <a:endParaRPr lang="en-GB" dirty="0"/>
          </a:p>
          <a:p>
            <a:endParaRPr lang="en-GB" dirty="0"/>
          </a:p>
          <a:p>
            <a:endParaRPr lang="en-IN" dirty="0"/>
          </a:p>
        </p:txBody>
      </p:sp>
      <p:sp>
        <p:nvSpPr>
          <p:cNvPr id="6" name="Text Placeholder 2"/>
          <p:cNvSpPr txBox="1">
            <a:spLocks/>
          </p:cNvSpPr>
          <p:nvPr/>
        </p:nvSpPr>
        <p:spPr>
          <a:xfrm>
            <a:off x="3739021" y="4894524"/>
            <a:ext cx="2926587" cy="1612808"/>
          </a:xfrm>
          <a:prstGeom prst="rect">
            <a:avLst/>
          </a:prstGeom>
        </p:spPr>
        <p:txBody>
          <a:bodyPr vert="horz" lIns="0" tIns="0" rIns="0" bIns="0" rtlCol="0" anchor="t" anchorCtr="0">
            <a:noAutofit/>
          </a:bodyPr>
          <a:lstStyle>
            <a:lvl1pPr marL="342900" marR="0" indent="-342900" algn="l" defTabSz="914400" rtl="0" eaLnBrk="1" fontAlgn="auto" latinLnBrk="0" hangingPunct="1">
              <a:lnSpc>
                <a:spcPct val="100000"/>
              </a:lnSpc>
              <a:spcBef>
                <a:spcPts val="0"/>
              </a:spcBef>
              <a:spcAft>
                <a:spcPts val="0"/>
              </a:spcAft>
              <a:buClrTx/>
              <a:buSzPct val="115000"/>
              <a:buFont typeface="Arial" panose="020B0604020202020204" pitchFamily="34" charset="0"/>
              <a:buChar char="•"/>
              <a:tabLst/>
              <a:defRPr sz="2000" b="0" i="0" kern="1200">
                <a:solidFill>
                  <a:schemeClr val="bg1"/>
                </a:solidFill>
                <a:latin typeface="Montserrat" pitchFamily="2" charset="77"/>
                <a:ea typeface="+mn-ea"/>
                <a:cs typeface="+mn-cs"/>
              </a:defRPr>
            </a:lvl1pPr>
            <a:lvl2pPr marL="374650" indent="-285750" algn="l" defTabSz="914400" rtl="0" eaLnBrk="1" latinLnBrk="0" hangingPunct="1">
              <a:lnSpc>
                <a:spcPct val="100000"/>
              </a:lnSpc>
              <a:spcBef>
                <a:spcPts val="0"/>
              </a:spcBef>
              <a:spcAft>
                <a:spcPts val="650"/>
              </a:spcAft>
              <a:buSzPct val="125000"/>
              <a:buFont typeface="Arial" panose="020B0604020202020204" pitchFamily="34" charset="0"/>
              <a:buChar char="•"/>
              <a:tabLst/>
              <a:defRPr sz="2000" b="0" kern="1200">
                <a:solidFill>
                  <a:schemeClr val="tx1"/>
                </a:solidFill>
                <a:latin typeface="Montserrat" pitchFamily="2" charset="77"/>
                <a:ea typeface="+mn-ea"/>
                <a:cs typeface="+mn-cs"/>
              </a:defRPr>
            </a:lvl2pPr>
            <a:lvl3pPr marL="88900" indent="0" algn="l" defTabSz="914400" rtl="0" eaLnBrk="1" latinLnBrk="0" hangingPunct="1">
              <a:lnSpc>
                <a:spcPct val="100000"/>
              </a:lnSpc>
              <a:spcBef>
                <a:spcPts val="0"/>
              </a:spcBef>
              <a:spcAft>
                <a:spcPts val="650"/>
              </a:spcAft>
              <a:buSzPct val="120000"/>
              <a:buFontTx/>
              <a:buNone/>
              <a:tabLst/>
              <a:defRPr sz="2000" b="0" i="0" kern="1200">
                <a:solidFill>
                  <a:schemeClr val="tx1"/>
                </a:solidFill>
                <a:latin typeface="Montserrat" pitchFamily="2" charset="77"/>
                <a:ea typeface="+mn-ea"/>
                <a:cs typeface="+mn-cs"/>
              </a:defRPr>
            </a:lvl3pPr>
            <a:lvl4pPr marL="88900" indent="0" algn="l" defTabSz="914400" rtl="0" eaLnBrk="1" latinLnBrk="0" hangingPunct="1">
              <a:lnSpc>
                <a:spcPct val="100000"/>
              </a:lnSpc>
              <a:spcBef>
                <a:spcPts val="0"/>
              </a:spcBef>
              <a:spcAft>
                <a:spcPts val="650"/>
              </a:spcAft>
              <a:buSzPct val="120000"/>
              <a:buFontTx/>
              <a:buNone/>
              <a:tabLst/>
              <a:defRPr sz="2000" b="0" kern="1200">
                <a:solidFill>
                  <a:schemeClr val="tx1"/>
                </a:solidFill>
                <a:latin typeface="Montserrat" pitchFamily="2" charset="77"/>
                <a:ea typeface="+mn-ea"/>
                <a:cs typeface="+mn-cs"/>
              </a:defRPr>
            </a:lvl4pPr>
            <a:lvl5pPr marL="88900" indent="0" algn="l" defTabSz="914400" rtl="0" eaLnBrk="1" latinLnBrk="0" hangingPunct="1">
              <a:lnSpc>
                <a:spcPct val="100000"/>
              </a:lnSpc>
              <a:spcBef>
                <a:spcPts val="0"/>
              </a:spcBef>
              <a:spcAft>
                <a:spcPts val="650"/>
              </a:spcAft>
              <a:buSzPct val="125000"/>
              <a:buFontTx/>
              <a:buNone/>
              <a:tabLst/>
              <a:defRPr sz="2000" b="0" kern="1200">
                <a:solidFill>
                  <a:schemeClr val="tx1"/>
                </a:solidFill>
                <a:latin typeface="Montserra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dirty="0"/>
              <a:t>Helpdesk</a:t>
            </a:r>
          </a:p>
          <a:p>
            <a:r>
              <a:rPr lang="en-GB" dirty="0"/>
              <a:t>Timings</a:t>
            </a:r>
          </a:p>
          <a:p>
            <a:r>
              <a:rPr lang="en-GB" dirty="0"/>
              <a:t>Breaks</a:t>
            </a:r>
          </a:p>
          <a:p>
            <a:r>
              <a:rPr lang="en-GB" dirty="0"/>
              <a:t>Lunch</a:t>
            </a:r>
          </a:p>
          <a:p>
            <a:r>
              <a:rPr lang="en-GB" dirty="0"/>
              <a:t>Toilets</a:t>
            </a:r>
          </a:p>
          <a:p>
            <a:endParaRPr lang="en-GB" dirty="0"/>
          </a:p>
          <a:p>
            <a:endParaRPr lang="en-GB" dirty="0"/>
          </a:p>
          <a:p>
            <a:endParaRPr lang="en-IN" dirty="0"/>
          </a:p>
        </p:txBody>
      </p:sp>
    </p:spTree>
    <p:extLst>
      <p:ext uri="{BB962C8B-B14F-4D97-AF65-F5344CB8AC3E}">
        <p14:creationId xmlns:p14="http://schemas.microsoft.com/office/powerpoint/2010/main" val="38946826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5"/>
          </p:nvPr>
        </p:nvSpPr>
        <p:spPr>
          <a:xfrm>
            <a:off x="5037136" y="1349984"/>
            <a:ext cx="7028967" cy="5119407"/>
          </a:xfrm>
        </p:spPr>
        <p:txBody>
          <a:bodyPr vert="horz" lIns="0" tIns="0" rIns="0" bIns="0" rtlCol="0" anchor="t" anchorCtr="0">
            <a:noAutofit/>
          </a:bodyPr>
          <a:lstStyle/>
          <a:p>
            <a:pPr marL="342900" indent="-342900">
              <a:buChar char="•"/>
            </a:pPr>
            <a:r>
              <a:rPr lang="en-GB" b="1" dirty="0"/>
              <a:t>Revision of C# language and .NET Framework</a:t>
            </a:r>
          </a:p>
          <a:p>
            <a:pPr marL="522900" lvl="1" indent="-342900"/>
            <a:r>
              <a:rPr lang="en-GB" b="1" dirty="0"/>
              <a:t>Consolidate on understanding of </a:t>
            </a:r>
            <a:r>
              <a:rPr lang="en-GB" b="1" dirty="0">
                <a:solidFill>
                  <a:srgbClr val="0070C0"/>
                </a:solidFill>
              </a:rPr>
              <a:t>statics</a:t>
            </a:r>
            <a:r>
              <a:rPr lang="en-GB" b="1" dirty="0"/>
              <a:t> 	</a:t>
            </a:r>
          </a:p>
          <a:p>
            <a:pPr marL="522900" lvl="1" indent="-342900"/>
            <a:r>
              <a:rPr lang="en-GB" b="1" dirty="0"/>
              <a:t>Go further with </a:t>
            </a:r>
            <a:r>
              <a:rPr lang="en-GB" b="1" dirty="0">
                <a:solidFill>
                  <a:srgbClr val="0070C0"/>
                </a:solidFill>
              </a:rPr>
              <a:t>exception handling</a:t>
            </a:r>
          </a:p>
          <a:p>
            <a:endParaRPr lang="en-GB" b="1" dirty="0"/>
          </a:p>
          <a:p>
            <a:r>
              <a:rPr lang="en-GB" b="1" dirty="0"/>
              <a:t>Object Oriented (OO) concepts</a:t>
            </a:r>
            <a:endParaRPr lang="en-GB" dirty="0"/>
          </a:p>
          <a:p>
            <a:pPr marL="342900" indent="-342900">
              <a:buChar char="•"/>
            </a:pPr>
            <a:r>
              <a:rPr lang="en-GB" b="1" dirty="0"/>
              <a:t>Learn about </a:t>
            </a:r>
            <a:r>
              <a:rPr lang="en-GB" b="1" dirty="0">
                <a:solidFill>
                  <a:srgbClr val="0070C0"/>
                </a:solidFill>
              </a:rPr>
              <a:t>inheritance</a:t>
            </a:r>
          </a:p>
          <a:p>
            <a:pPr marL="342900" indent="-342900">
              <a:buChar char="•"/>
            </a:pPr>
            <a:r>
              <a:rPr lang="en-GB" b="1" dirty="0"/>
              <a:t>Using </a:t>
            </a:r>
            <a:r>
              <a:rPr lang="en-GB" b="1" dirty="0">
                <a:solidFill>
                  <a:srgbClr val="0070C0"/>
                </a:solidFill>
              </a:rPr>
              <a:t>abstract </a:t>
            </a:r>
            <a:r>
              <a:rPr lang="en-GB" b="1" dirty="0"/>
              <a:t>classes </a:t>
            </a:r>
          </a:p>
          <a:p>
            <a:pPr marL="342900" indent="-342900">
              <a:buChar char="•"/>
            </a:pPr>
            <a:r>
              <a:rPr lang="en-GB" b="1" dirty="0"/>
              <a:t>Implementing </a:t>
            </a:r>
            <a:r>
              <a:rPr lang="en-GB" b="1" dirty="0">
                <a:solidFill>
                  <a:srgbClr val="0070C0"/>
                </a:solidFill>
              </a:rPr>
              <a:t>Interfaces</a:t>
            </a:r>
          </a:p>
          <a:p>
            <a:pPr marL="342900" indent="-342900">
              <a:buChar char="•"/>
            </a:pPr>
            <a:r>
              <a:rPr lang="en-GB" b="1" dirty="0"/>
              <a:t>Learn about and use </a:t>
            </a:r>
            <a:r>
              <a:rPr lang="en-GB" b="1" dirty="0">
                <a:solidFill>
                  <a:srgbClr val="0070C0"/>
                </a:solidFill>
              </a:rPr>
              <a:t>polymorphism</a:t>
            </a:r>
          </a:p>
          <a:p>
            <a:pPr marL="342900" indent="-342900">
              <a:buFont typeface="Arial" panose="020B0604020202020204" pitchFamily="34" charset="0"/>
              <a:buChar char="•"/>
            </a:pPr>
            <a:r>
              <a:rPr lang="en-GB" b="1" dirty="0"/>
              <a:t>Class </a:t>
            </a:r>
            <a:r>
              <a:rPr lang="en-GB" b="1" dirty="0">
                <a:solidFill>
                  <a:srgbClr val="0070C0"/>
                </a:solidFill>
              </a:rPr>
              <a:t>design </a:t>
            </a:r>
            <a:r>
              <a:rPr lang="en-GB" b="1" dirty="0"/>
              <a:t>and patterns</a:t>
            </a:r>
          </a:p>
          <a:p>
            <a:pPr marL="342900" indent="-342900">
              <a:buChar char="•"/>
            </a:pPr>
            <a:endParaRPr lang="en-GB" b="1" dirty="0"/>
          </a:p>
          <a:p>
            <a:pPr marL="342900" indent="-342900">
              <a:buChar char="•"/>
            </a:pPr>
            <a:r>
              <a:rPr lang="en-GB" b="1" dirty="0"/>
              <a:t>Connect and use </a:t>
            </a:r>
            <a:r>
              <a:rPr lang="en-GB" b="1" dirty="0">
                <a:solidFill>
                  <a:srgbClr val="0070C0"/>
                </a:solidFill>
              </a:rPr>
              <a:t>RDBMS databases</a:t>
            </a:r>
          </a:p>
          <a:p>
            <a:pPr marL="342900" indent="-342900">
              <a:buChar char="•"/>
            </a:pPr>
            <a:endParaRPr lang="en-IN" dirty="0"/>
          </a:p>
        </p:txBody>
      </p:sp>
      <p:sp>
        <p:nvSpPr>
          <p:cNvPr id="2" name="Text Placeholder 1"/>
          <p:cNvSpPr>
            <a:spLocks noGrp="1"/>
          </p:cNvSpPr>
          <p:nvPr>
            <p:ph type="body" sz="quarter" idx="10"/>
          </p:nvPr>
        </p:nvSpPr>
        <p:spPr/>
        <p:txBody>
          <a:bodyPr/>
          <a:lstStyle/>
          <a:p>
            <a:r>
              <a:rPr lang="en-GB" dirty="0"/>
              <a:t>Course objectives</a:t>
            </a:r>
            <a:endParaRPr lang="en-IN" dirty="0"/>
          </a:p>
        </p:txBody>
      </p:sp>
      <p:pic>
        <p:nvPicPr>
          <p:cNvPr id="12" name="Picture 11">
            <a:extLst>
              <a:ext uri="{FF2B5EF4-FFF2-40B4-BE49-F238E27FC236}">
                <a16:creationId xmlns:a16="http://schemas.microsoft.com/office/drawing/2014/main" id="{860FBAA3-EDEE-B70D-EC0B-4BD04DC0506D}"/>
              </a:ext>
            </a:extLst>
          </p:cNvPr>
          <p:cNvPicPr>
            <a:picLocks noChangeAspect="1"/>
          </p:cNvPicPr>
          <p:nvPr/>
        </p:nvPicPr>
        <p:blipFill>
          <a:blip r:embed="rId3"/>
          <a:stretch>
            <a:fillRect/>
          </a:stretch>
        </p:blipFill>
        <p:spPr>
          <a:xfrm>
            <a:off x="9859600" y="223634"/>
            <a:ext cx="2122010" cy="909433"/>
          </a:xfrm>
          <a:prstGeom prst="rect">
            <a:avLst/>
          </a:prstGeom>
        </p:spPr>
      </p:pic>
    </p:spTree>
    <p:extLst>
      <p:ext uri="{BB962C8B-B14F-4D97-AF65-F5344CB8AC3E}">
        <p14:creationId xmlns:p14="http://schemas.microsoft.com/office/powerpoint/2010/main" val="2619062293"/>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title"/>
          </p:nvPr>
        </p:nvSpPr>
        <p:spPr>
          <a:xfrm>
            <a:off x="339971" y="562058"/>
            <a:ext cx="11517818" cy="805001"/>
          </a:xfrm>
        </p:spPr>
        <p:txBody>
          <a:bodyPr anchor="t">
            <a:normAutofit/>
          </a:bodyPr>
          <a:lstStyle/>
          <a:p>
            <a:r>
              <a:rPr lang="en-GB" dirty="0"/>
              <a:t>Course prerequisites</a:t>
            </a:r>
            <a:endParaRPr lang="en-IN" dirty="0"/>
          </a:p>
        </p:txBody>
      </p:sp>
      <p:graphicFrame>
        <p:nvGraphicFramePr>
          <p:cNvPr id="5" name="Text Placeholder 2">
            <a:extLst>
              <a:ext uri="{FF2B5EF4-FFF2-40B4-BE49-F238E27FC236}">
                <a16:creationId xmlns:a16="http://schemas.microsoft.com/office/drawing/2014/main" id="{14668540-557D-28B5-2C67-37DB17BC79D8}"/>
              </a:ext>
            </a:extLst>
          </p:cNvPr>
          <p:cNvGraphicFramePr/>
          <p:nvPr>
            <p:extLst>
              <p:ext uri="{D42A27DB-BD31-4B8C-83A1-F6EECF244321}">
                <p14:modId xmlns:p14="http://schemas.microsoft.com/office/powerpoint/2010/main" val="2118580587"/>
              </p:ext>
            </p:extLst>
          </p:nvPr>
        </p:nvGraphicFramePr>
        <p:xfrm>
          <a:off x="755404" y="1797788"/>
          <a:ext cx="9312936" cy="395696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8716328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r>
              <a:rPr lang="en-GB" dirty="0"/>
              <a:t>Course delivery</a:t>
            </a:r>
            <a:endParaRPr lang="en-IN" dirty="0"/>
          </a:p>
        </p:txBody>
      </p:sp>
      <p:graphicFrame>
        <p:nvGraphicFramePr>
          <p:cNvPr id="6" name="Text Placeholder 2">
            <a:extLst>
              <a:ext uri="{FF2B5EF4-FFF2-40B4-BE49-F238E27FC236}">
                <a16:creationId xmlns:a16="http://schemas.microsoft.com/office/drawing/2014/main" id="{22E0786F-C17C-7E6B-72CF-378DC7130839}"/>
              </a:ext>
            </a:extLst>
          </p:cNvPr>
          <p:cNvGraphicFramePr/>
          <p:nvPr>
            <p:extLst>
              <p:ext uri="{D42A27DB-BD31-4B8C-83A1-F6EECF244321}">
                <p14:modId xmlns:p14="http://schemas.microsoft.com/office/powerpoint/2010/main" val="1797625911"/>
              </p:ext>
            </p:extLst>
          </p:nvPr>
        </p:nvGraphicFramePr>
        <p:xfrm>
          <a:off x="5022591" y="940874"/>
          <a:ext cx="6536617" cy="49033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817649703"/>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F8054467-D430-F416-24A4-DF3B61704D07}"/>
              </a:ext>
            </a:extLst>
          </p:cNvPr>
          <p:cNvSpPr>
            <a:spLocks noGrp="1"/>
          </p:cNvSpPr>
          <p:nvPr>
            <p:ph type="body" sz="quarter" idx="10"/>
          </p:nvPr>
        </p:nvSpPr>
        <p:spPr/>
        <p:txBody>
          <a:bodyPr/>
          <a:lstStyle/>
          <a:p>
            <a:r>
              <a:rPr lang="en-GB" dirty="0"/>
              <a:t>About you</a:t>
            </a:r>
          </a:p>
        </p:txBody>
      </p:sp>
      <p:graphicFrame>
        <p:nvGraphicFramePr>
          <p:cNvPr id="6" name="Text Placeholder 1">
            <a:extLst>
              <a:ext uri="{FF2B5EF4-FFF2-40B4-BE49-F238E27FC236}">
                <a16:creationId xmlns:a16="http://schemas.microsoft.com/office/drawing/2014/main" id="{55B9FB36-932A-10CF-4B4C-42D04FA67FC9}"/>
              </a:ext>
            </a:extLst>
          </p:cNvPr>
          <p:cNvGraphicFramePr/>
          <p:nvPr>
            <p:extLst>
              <p:ext uri="{D42A27DB-BD31-4B8C-83A1-F6EECF244321}">
                <p14:modId xmlns:p14="http://schemas.microsoft.com/office/powerpoint/2010/main" val="4012979886"/>
              </p:ext>
            </p:extLst>
          </p:nvPr>
        </p:nvGraphicFramePr>
        <p:xfrm>
          <a:off x="5131933" y="1089961"/>
          <a:ext cx="5771292" cy="460516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1196885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2"/>
          </p:nvPr>
        </p:nvSpPr>
        <p:spPr/>
        <p:txBody>
          <a:bodyPr/>
          <a:lstStyle/>
          <a:p>
            <a:pPr algn="ctr" defTabSz="762000"/>
            <a:r>
              <a:rPr lang="en-GB" b="1" dirty="0">
                <a:cs typeface="Arial" charset="0"/>
              </a:rPr>
              <a:t>Hope you enjoy this learning journey.</a:t>
            </a:r>
            <a:endParaRPr lang="en-GB" b="1" baseline="30000" dirty="0">
              <a:cs typeface="Arial" charset="0"/>
            </a:endParaRPr>
          </a:p>
          <a:p>
            <a:pPr algn="ctr"/>
            <a:endParaRPr lang="en-GB" b="1" dirty="0"/>
          </a:p>
          <a:p>
            <a:pPr algn="ctr"/>
            <a:endParaRPr lang="en-GB" b="1" dirty="0"/>
          </a:p>
          <a:p>
            <a:pPr algn="ctr"/>
            <a:endParaRPr lang="en-GB" b="1" dirty="0"/>
          </a:p>
        </p:txBody>
      </p:sp>
      <p:sp>
        <p:nvSpPr>
          <p:cNvPr id="2" name="Title 1"/>
          <p:cNvSpPr>
            <a:spLocks noGrp="1"/>
          </p:cNvSpPr>
          <p:nvPr>
            <p:ph type="ctrTitle"/>
          </p:nvPr>
        </p:nvSpPr>
        <p:spPr/>
        <p:txBody>
          <a:bodyPr/>
          <a:lstStyle/>
          <a:p>
            <a:r>
              <a:rPr lang="en-GB" dirty="0">
                <a:latin typeface="Krana Fat B" panose="00000B00000000000000" pitchFamily="50" charset="0"/>
              </a:rPr>
              <a:t>THANK YOU</a:t>
            </a:r>
          </a:p>
        </p:txBody>
      </p:sp>
    </p:spTree>
    <p:extLst>
      <p:ext uri="{BB962C8B-B14F-4D97-AF65-F5344CB8AC3E}">
        <p14:creationId xmlns:p14="http://schemas.microsoft.com/office/powerpoint/2010/main" val="983629696"/>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SPRING_RESOURCE_PATHS_HASH_2" val="861ba5a240904b86632099fc56e12dead204a13"/>
</p:tagLst>
</file>

<file path=ppt/theme/theme1.xml><?xml version="1.0" encoding="utf-8"?>
<a:theme xmlns:a="http://schemas.openxmlformats.org/drawingml/2006/main" name="Master">
  <a:themeElements>
    <a:clrScheme name="QA Branding Custom Colour Set">
      <a:dk1>
        <a:srgbClr val="004050"/>
      </a:dk1>
      <a:lt1>
        <a:srgbClr val="FFFFFF"/>
      </a:lt1>
      <a:dk2>
        <a:srgbClr val="00EDB5"/>
      </a:dk2>
      <a:lt2>
        <a:srgbClr val="FFFFFF"/>
      </a:lt2>
      <a:accent1>
        <a:srgbClr val="004050"/>
      </a:accent1>
      <a:accent2>
        <a:srgbClr val="00EDB5"/>
      </a:accent2>
      <a:accent3>
        <a:srgbClr val="7F007D"/>
      </a:accent3>
      <a:accent4>
        <a:srgbClr val="FF004C"/>
      </a:accent4>
      <a:accent5>
        <a:srgbClr val="F8D237"/>
      </a:accent5>
      <a:accent6>
        <a:srgbClr val="F3612C"/>
      </a:accent6>
      <a:hlink>
        <a:srgbClr val="004050"/>
      </a:hlink>
      <a:folHlink>
        <a:srgbClr val="00EDB5"/>
      </a:folHlink>
    </a:clrScheme>
    <a:fontScheme name="QA Brand Fonts 2019">
      <a:majorFont>
        <a:latin typeface="Krana Fat B"/>
        <a:ea typeface=""/>
        <a:cs typeface=""/>
      </a:majorFont>
      <a:minorFont>
        <a:latin typeface="Montserra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bodyPr vert="horz" lIns="0" tIns="0" rIns="0" bIns="0" rtlCol="0" anchor="t" anchorCtr="0">
        <a:normAutofit/>
      </a:bodyPr>
      <a:lstStyle>
        <a:defPPr algn="l">
          <a:defRPr smtClean="0"/>
        </a:defPPr>
      </a:lstStyle>
    </a:txDef>
  </a:objectDefaults>
  <a:extraClrSchemeLst/>
  <a:extLst>
    <a:ext uri="{05A4C25C-085E-4340-85A3-A5531E510DB2}">
      <thm15:themeFamily xmlns:thm15="http://schemas.microsoft.com/office/thememl/2012/main" name="Trainer Slidedeck Template DRAFT v0.1" id="{7AC1CA74-4441-42CA-9897-72DF6ED83A1A}" vid="{6017FA94-E546-4DB4-BF25-6AABB84AA04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Courseware" ma:contentTypeID="0x010100F0967B7CEE8D417F966757887D9466FB00B3EF5B1D149FDF49B1880C030D548140" ma:contentTypeVersion="0" ma:contentTypeDescription="Base content type which represents courseware documents" ma:contentTypeScope="" ma:versionID="ab0d7ca79e0ea5a537b031f986da336c">
  <xsd:schema xmlns:xsd="http://www.w3.org/2001/XMLSchema" xmlns:xs="http://www.w3.org/2001/XMLSchema" xmlns:p="http://schemas.microsoft.com/office/2006/metadata/properties" xmlns:ns2="6794D9DE-4FDF-4DC0-8B2C-5438320C69D5" targetNamespace="http://schemas.microsoft.com/office/2006/metadata/properties" ma:root="true" ma:fieldsID="7ff8e7c62cc10108c036e94c947d8fb9" ns2:_="">
    <xsd:import namespace="6794D9DE-4FDF-4DC0-8B2C-5438320C69D5"/>
    <xsd:element name="properties">
      <xsd:complexType>
        <xsd:sequence>
          <xsd:element name="documentManagement">
            <xsd:complexType>
              <xsd:all>
                <xsd:element ref="ns2:BookTypeField0" minOccurs="0"/>
                <xsd:element ref="ns2:SequenceNumber" minOccurs="0"/>
                <xsd:element ref="ns2:IsBuildFil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794D9DE-4FDF-4DC0-8B2C-5438320C69D5" elementFormDefault="qualified">
    <xsd:import namespace="http://schemas.microsoft.com/office/2006/documentManagement/types"/>
    <xsd:import namespace="http://schemas.microsoft.com/office/infopath/2007/PartnerControls"/>
    <xsd:element name="BookTypeField0" ma:index="9" nillable="true" ma:taxonomy="true" ma:internalName="BookTypeField0" ma:taxonomyFieldName="BookType" ma:displayName="Book Type" ma:fieldId="{e7c6b654-e04e-4e45-9cfd-676dbef3a3c6}" ma:sspId="63102202-80dd-4165-b1ca-d09cf2756dc1" ma:termSetId="3300959e-7346-4208-831a-90b552f1677b" ma:anchorId="00000000-0000-0000-0000-000000000000" ma:open="false" ma:isKeyword="false">
      <xsd:complexType>
        <xsd:sequence>
          <xsd:element ref="pc:Terms" minOccurs="0" maxOccurs="1"/>
        </xsd:sequence>
      </xsd:complexType>
    </xsd:element>
    <xsd:element name="SequenceNumber" ma:index="10" nillable="true" ma:displayName="Sequence Number" ma:decimals="0" ma:internalName="SequenceNumber">
      <xsd:simpleType>
        <xsd:restriction base="dms:Number"/>
      </xsd:simpleType>
    </xsd:element>
    <xsd:element name="IsBuildFile" ma:index="11" nillable="true" ma:displayName="Is Build File" ma:hidden="true" ma:internalName="IsBuildFile">
      <xsd:simpleType>
        <xsd:restriction base="dms:Boolea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SequenceNumber xmlns="6794D9DE-4FDF-4DC0-8B2C-5438320C69D5" xsi:nil="true"/>
    <IsBuildFile xmlns="6794D9DE-4FDF-4DC0-8B2C-5438320C69D5" xsi:nil="true"/>
    <BookTypeField0 xmlns="6794D9DE-4FDF-4DC0-8B2C-5438320C69D5">
      <Terms xmlns="http://schemas.microsoft.com/office/infopath/2007/PartnerControls">
        <TermInfo xmlns="http://schemas.microsoft.com/office/infopath/2007/PartnerControls">
          <TermName xmlns="http://schemas.microsoft.com/office/infopath/2007/PartnerControls">IK</TermName>
          <TermId xmlns="http://schemas.microsoft.com/office/infopath/2007/PartnerControls">5abe6401-e87a-4499-80b4-3d21a1a6ebd7</TermId>
        </TermInfo>
      </Terms>
    </BookTypeField0>
  </documentManagement>
</p:properties>
</file>

<file path=customXml/itemProps1.xml><?xml version="1.0" encoding="utf-8"?>
<ds:datastoreItem xmlns:ds="http://schemas.openxmlformats.org/officeDocument/2006/customXml" ds:itemID="{9BF96F35-93DA-445D-9A2E-C702439F5B4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794D9DE-4FDF-4DC0-8B2C-5438320C69D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29DAB023-16FF-451F-92AF-75688FACFE2D}">
  <ds:schemaRefs>
    <ds:schemaRef ds:uri="http://schemas.microsoft.com/sharepoint/v3/contenttype/forms"/>
  </ds:schemaRefs>
</ds:datastoreItem>
</file>

<file path=customXml/itemProps3.xml><?xml version="1.0" encoding="utf-8"?>
<ds:datastoreItem xmlns:ds="http://schemas.openxmlformats.org/officeDocument/2006/customXml" ds:itemID="{7C9F9B7C-B74B-4D51-940A-330274140EFE}">
  <ds:schemaRefs>
    <ds:schemaRef ds:uri="http://purl.org/dc/terms/"/>
    <ds:schemaRef ds:uri="http://schemas.openxmlformats.org/package/2006/metadata/core-properties"/>
    <ds:schemaRef ds:uri="http://schemas.microsoft.com/office/2006/documentManagement/types"/>
    <ds:schemaRef ds:uri="http://schemas.microsoft.com/office/infopath/2007/PartnerControls"/>
    <ds:schemaRef ds:uri="http://purl.org/dc/elements/1.1/"/>
    <ds:schemaRef ds:uri="http://schemas.microsoft.com/office/2006/metadata/properties"/>
    <ds:schemaRef ds:uri="6794D9DE-4FDF-4DC0-8B2C-5438320C69D5"/>
    <ds:schemaRef ds:uri="http://www.w3.org/XML/1998/namespace"/>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
  <TotalTime>0</TotalTime>
  <Words>512</Words>
  <Application>Microsoft Office PowerPoint</Application>
  <PresentationFormat>Widescreen</PresentationFormat>
  <Paragraphs>75</Paragraphs>
  <Slides>8</Slides>
  <Notes>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Arial</vt:lpstr>
      <vt:lpstr>Calibri</vt:lpstr>
      <vt:lpstr>Krana Fat B</vt:lpstr>
      <vt:lpstr>Montserrat</vt:lpstr>
      <vt:lpstr>Master</vt:lpstr>
      <vt:lpstr>Introduction</vt:lpstr>
      <vt:lpstr>Contents</vt:lpstr>
      <vt:lpstr>Safety, health and environment</vt:lpstr>
      <vt:lpstr>PowerPoint Presentation</vt:lpstr>
      <vt:lpstr>Course prerequisites</vt:lpstr>
      <vt:lpstr>PowerPoint Presentation</vt:lpstr>
      <vt:lpstr>PowerPoint Presentation</vt:lpstr>
      <vt:lpstr>THANK YOU</vt:lpstr>
    </vt:vector>
  </TitlesOfParts>
  <Manager/>
  <Company>QA Ltd</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Singh, Vaishali</dc:creator>
  <cp:keywords/>
  <dc:description/>
  <cp:lastModifiedBy>mike baradaran</cp:lastModifiedBy>
  <cp:revision>144</cp:revision>
  <cp:lastPrinted>2019-07-03T09:46:41Z</cp:lastPrinted>
  <dcterms:created xsi:type="dcterms:W3CDTF">2019-09-05T08:17:12Z</dcterms:created>
  <dcterms:modified xsi:type="dcterms:W3CDTF">2025-12-05T08:26:11Z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0x010100F0967B7CEE8D417F966757887D9466FB00B3EF5B1D149FDF49B1880C030D548140</vt:lpwstr>
  </property>
  <property fmtid="{D5CDD505-2E9C-101B-9397-08002B2CF9AE}" pid="3" name="BookType">
    <vt:lpwstr>7</vt:lpwstr>
  </property>
</Properties>
</file>