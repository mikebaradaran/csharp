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299" r:id="rId5"/>
    <p:sldId id="752" r:id="rId6"/>
    <p:sldId id="758" r:id="rId7"/>
    <p:sldId id="754" r:id="rId8"/>
    <p:sldId id="755" r:id="rId9"/>
    <p:sldId id="756" r:id="rId10"/>
    <p:sldId id="759" r:id="rId11"/>
    <p:sldId id="750" r:id="rId12"/>
  </p:sldIdLst>
  <p:sldSz cx="12192000" cy="6858000"/>
  <p:notesSz cx="6645275" cy="9775825"/>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DE8BF54A-1323-4403-83F8-D7B5510C9D53}">
          <p14:sldIdLst>
            <p14:sldId id="299"/>
            <p14:sldId id="752"/>
            <p14:sldId id="758"/>
            <p14:sldId id="754"/>
            <p14:sldId id="755"/>
            <p14:sldId id="756"/>
            <p14:sldId id="759"/>
            <p14:sldId id="750"/>
          </p14:sldIdLst>
        </p14:section>
      </p14:sectionLst>
    </p:ex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EDB8"/>
    <a:srgbClr val="004050"/>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2750" autoAdjust="0"/>
  </p:normalViewPr>
  <p:slideViewPr>
    <p:cSldViewPr snapToGrid="0" snapToObjects="1" showGuides="1">
      <p:cViewPr varScale="1">
        <p:scale>
          <a:sx n="57" d="100"/>
          <a:sy n="57" d="100"/>
        </p:scale>
        <p:origin x="96" y="198"/>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65" d="100"/>
          <a:sy n="65" d="100"/>
        </p:scale>
        <p:origin x="2652"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ata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6.svg"/><Relationship Id="rId1" Type="http://schemas.openxmlformats.org/officeDocument/2006/relationships/image" Target="../media/image18.svg"/><Relationship Id="rId5" Type="http://schemas.openxmlformats.org/officeDocument/2006/relationships/image" Target="../media/image21.sv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6.svg"/><Relationship Id="rId1" Type="http://schemas.openxmlformats.org/officeDocument/2006/relationships/image" Target="../media/image18.svg"/><Relationship Id="rId5" Type="http://schemas.openxmlformats.org/officeDocument/2006/relationships/image" Target="../media/image21.sv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D7A725-8849-4477-9809-61DFBB49A793}"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1DE5140C-1F98-42BC-9EAC-4912A1F586B9}">
      <dgm:prSet/>
      <dgm:spPr/>
      <dgm:t>
        <a:bodyPr/>
        <a:lstStyle/>
        <a:p>
          <a:pPr>
            <a:defRPr b="1"/>
          </a:pPr>
          <a:r>
            <a:rPr lang="en-GB" b="1"/>
            <a:t>Objectives</a:t>
          </a:r>
          <a:endParaRPr lang="en-US"/>
        </a:p>
      </dgm:t>
    </dgm:pt>
    <dgm:pt modelId="{34297E3F-4EB0-4B2A-AA6D-90014F1CDA8B}" type="parTrans" cxnId="{743D3DA5-1A9E-468E-846D-DB7128AA026E}">
      <dgm:prSet/>
      <dgm:spPr/>
      <dgm:t>
        <a:bodyPr/>
        <a:lstStyle/>
        <a:p>
          <a:endParaRPr lang="en-US"/>
        </a:p>
      </dgm:t>
    </dgm:pt>
    <dgm:pt modelId="{200B9254-9834-42D8-9BC4-DD40086FBE19}" type="sibTrans" cxnId="{743D3DA5-1A9E-468E-846D-DB7128AA026E}">
      <dgm:prSet/>
      <dgm:spPr/>
      <dgm:t>
        <a:bodyPr/>
        <a:lstStyle/>
        <a:p>
          <a:endParaRPr lang="en-US"/>
        </a:p>
      </dgm:t>
    </dgm:pt>
    <dgm:pt modelId="{4FD3F5A9-5DCC-4CBF-B443-13F35286B581}">
      <dgm:prSet/>
      <dgm:spPr/>
      <dgm:t>
        <a:bodyPr/>
        <a:lstStyle/>
        <a:p>
          <a:r>
            <a:rPr lang="en-GB" dirty="0"/>
            <a:t>To explain the aims and </a:t>
          </a:r>
          <a:br>
            <a:rPr lang="en-GB" dirty="0"/>
          </a:br>
          <a:r>
            <a:rPr lang="en-GB" dirty="0"/>
            <a:t>objectives of the course</a:t>
          </a:r>
          <a:endParaRPr lang="en-US" dirty="0"/>
        </a:p>
      </dgm:t>
    </dgm:pt>
    <dgm:pt modelId="{7C8162E7-05FD-4068-9AB7-C755425DC80F}" type="parTrans" cxnId="{69D33AFE-316F-4844-ABA7-A61BBD6F031A}">
      <dgm:prSet/>
      <dgm:spPr/>
      <dgm:t>
        <a:bodyPr/>
        <a:lstStyle/>
        <a:p>
          <a:endParaRPr lang="en-US"/>
        </a:p>
      </dgm:t>
    </dgm:pt>
    <dgm:pt modelId="{10328E1E-FAA4-421F-8BF2-D0D555A5D188}" type="sibTrans" cxnId="{69D33AFE-316F-4844-ABA7-A61BBD6F031A}">
      <dgm:prSet/>
      <dgm:spPr/>
      <dgm:t>
        <a:bodyPr/>
        <a:lstStyle/>
        <a:p>
          <a:endParaRPr lang="en-US"/>
        </a:p>
      </dgm:t>
    </dgm:pt>
    <dgm:pt modelId="{3749FA15-5310-4F2A-BC79-F44AB85435D1}">
      <dgm:prSet/>
      <dgm:spPr/>
      <dgm:t>
        <a:bodyPr/>
        <a:lstStyle/>
        <a:p>
          <a:pPr>
            <a:defRPr b="1"/>
          </a:pPr>
          <a:r>
            <a:rPr lang="en-GB" b="1"/>
            <a:t>Contents</a:t>
          </a:r>
          <a:endParaRPr lang="en-US"/>
        </a:p>
      </dgm:t>
    </dgm:pt>
    <dgm:pt modelId="{BCF8923E-1888-4375-8E09-431DAA9AB7BE}" type="parTrans" cxnId="{54BAF9B9-8F55-4A42-B8A0-F7300C131BEC}">
      <dgm:prSet/>
      <dgm:spPr/>
      <dgm:t>
        <a:bodyPr/>
        <a:lstStyle/>
        <a:p>
          <a:endParaRPr lang="en-US"/>
        </a:p>
      </dgm:t>
    </dgm:pt>
    <dgm:pt modelId="{43964B09-8C6A-4DC9-B03E-20862681F765}" type="sibTrans" cxnId="{54BAF9B9-8F55-4A42-B8A0-F7300C131BEC}">
      <dgm:prSet/>
      <dgm:spPr/>
      <dgm:t>
        <a:bodyPr/>
        <a:lstStyle/>
        <a:p>
          <a:endParaRPr lang="en-US"/>
        </a:p>
      </dgm:t>
    </dgm:pt>
    <dgm:pt modelId="{A0116589-9E93-4F99-B1C9-31215B7F6FC9}">
      <dgm:prSet/>
      <dgm:spPr/>
      <dgm:t>
        <a:bodyPr/>
        <a:lstStyle/>
        <a:p>
          <a:r>
            <a:rPr lang="en-GB"/>
            <a:t>Course administration</a:t>
          </a:r>
          <a:endParaRPr lang="en-US"/>
        </a:p>
      </dgm:t>
    </dgm:pt>
    <dgm:pt modelId="{B51314B5-7C76-4546-871F-5474D5166DE0}" type="parTrans" cxnId="{EAA49B16-2378-4376-8835-2FD0FCDEF455}">
      <dgm:prSet/>
      <dgm:spPr/>
      <dgm:t>
        <a:bodyPr/>
        <a:lstStyle/>
        <a:p>
          <a:endParaRPr lang="en-US"/>
        </a:p>
      </dgm:t>
    </dgm:pt>
    <dgm:pt modelId="{A78D2127-6C14-4C90-87F4-D48098AD8BEF}" type="sibTrans" cxnId="{EAA49B16-2378-4376-8835-2FD0FCDEF455}">
      <dgm:prSet/>
      <dgm:spPr/>
      <dgm:t>
        <a:bodyPr/>
        <a:lstStyle/>
        <a:p>
          <a:endParaRPr lang="en-US"/>
        </a:p>
      </dgm:t>
    </dgm:pt>
    <dgm:pt modelId="{49D6A2D0-A3E2-4287-B61A-AADEA31637EC}">
      <dgm:prSet/>
      <dgm:spPr/>
      <dgm:t>
        <a:bodyPr/>
        <a:lstStyle/>
        <a:p>
          <a:r>
            <a:rPr lang="en-GB" dirty="0"/>
            <a:t>Course objectives and assumptions</a:t>
          </a:r>
          <a:endParaRPr lang="en-US" dirty="0"/>
        </a:p>
      </dgm:t>
    </dgm:pt>
    <dgm:pt modelId="{EB16DA2A-5F6B-4E11-9F24-F834F877BF4B}" type="parTrans" cxnId="{0FC7CAC3-DC60-4F6F-8360-8D3E0D279C39}">
      <dgm:prSet/>
      <dgm:spPr/>
      <dgm:t>
        <a:bodyPr/>
        <a:lstStyle/>
        <a:p>
          <a:endParaRPr lang="en-US"/>
        </a:p>
      </dgm:t>
    </dgm:pt>
    <dgm:pt modelId="{AC83DCA8-5499-4F91-9A83-9F9758D9C36F}" type="sibTrans" cxnId="{0FC7CAC3-DC60-4F6F-8360-8D3E0D279C39}">
      <dgm:prSet/>
      <dgm:spPr/>
      <dgm:t>
        <a:bodyPr/>
        <a:lstStyle/>
        <a:p>
          <a:endParaRPr lang="en-US"/>
        </a:p>
      </dgm:t>
    </dgm:pt>
    <dgm:pt modelId="{2041743D-6265-4E13-BFC9-8006D3B703BA}">
      <dgm:prSet/>
      <dgm:spPr/>
      <dgm:t>
        <a:bodyPr/>
        <a:lstStyle/>
        <a:p>
          <a:r>
            <a:rPr lang="en-GB" dirty="0"/>
            <a:t>Introductions</a:t>
          </a:r>
          <a:endParaRPr lang="en-US" dirty="0"/>
        </a:p>
      </dgm:t>
    </dgm:pt>
    <dgm:pt modelId="{34CB0C97-BD4A-409E-A804-104F90AE7AE8}" type="parTrans" cxnId="{750D0A3E-6F3D-4398-B212-9393EE6E491D}">
      <dgm:prSet/>
      <dgm:spPr/>
      <dgm:t>
        <a:bodyPr/>
        <a:lstStyle/>
        <a:p>
          <a:endParaRPr lang="en-US"/>
        </a:p>
      </dgm:t>
    </dgm:pt>
    <dgm:pt modelId="{F8B96198-84D9-4321-B9A5-E38E43E57CF2}" type="sibTrans" cxnId="{750D0A3E-6F3D-4398-B212-9393EE6E491D}">
      <dgm:prSet/>
      <dgm:spPr/>
      <dgm:t>
        <a:bodyPr/>
        <a:lstStyle/>
        <a:p>
          <a:endParaRPr lang="en-US"/>
        </a:p>
      </dgm:t>
    </dgm:pt>
    <dgm:pt modelId="{B333716B-1F1B-466C-BBAE-26AD6B8535FE}" type="pres">
      <dgm:prSet presAssocID="{ACD7A725-8849-4477-9809-61DFBB49A793}" presName="root" presStyleCnt="0">
        <dgm:presLayoutVars>
          <dgm:dir/>
          <dgm:resizeHandles val="exact"/>
        </dgm:presLayoutVars>
      </dgm:prSet>
      <dgm:spPr/>
    </dgm:pt>
    <dgm:pt modelId="{3267A6F1-10BB-4A22-8EA0-71F6986608E8}" type="pres">
      <dgm:prSet presAssocID="{1DE5140C-1F98-42BC-9EAC-4912A1F586B9}" presName="compNode" presStyleCnt="0"/>
      <dgm:spPr/>
    </dgm:pt>
    <dgm:pt modelId="{5D0793E6-D36F-47EB-8DD4-C47FB0BFE31B}" type="pres">
      <dgm:prSet presAssocID="{1DE5140C-1F98-42BC-9EAC-4912A1F586B9}"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ullseye"/>
        </a:ext>
      </dgm:extLst>
    </dgm:pt>
    <dgm:pt modelId="{757532EA-2F13-4128-8AD2-A8935AC009B1}" type="pres">
      <dgm:prSet presAssocID="{1DE5140C-1F98-42BC-9EAC-4912A1F586B9}" presName="iconSpace" presStyleCnt="0"/>
      <dgm:spPr/>
    </dgm:pt>
    <dgm:pt modelId="{6832A484-99D4-4A01-9D0D-E6409F162056}" type="pres">
      <dgm:prSet presAssocID="{1DE5140C-1F98-42BC-9EAC-4912A1F586B9}" presName="parTx" presStyleLbl="revTx" presStyleIdx="0" presStyleCnt="4">
        <dgm:presLayoutVars>
          <dgm:chMax val="0"/>
          <dgm:chPref val="0"/>
        </dgm:presLayoutVars>
      </dgm:prSet>
      <dgm:spPr/>
    </dgm:pt>
    <dgm:pt modelId="{F85CFF4D-4B5B-4B8A-B397-412FCFB874AC}" type="pres">
      <dgm:prSet presAssocID="{1DE5140C-1F98-42BC-9EAC-4912A1F586B9}" presName="txSpace" presStyleCnt="0"/>
      <dgm:spPr/>
    </dgm:pt>
    <dgm:pt modelId="{EE21771E-272C-4838-B659-DDFCD2329E46}" type="pres">
      <dgm:prSet presAssocID="{1DE5140C-1F98-42BC-9EAC-4912A1F586B9}" presName="desTx" presStyleLbl="revTx" presStyleIdx="1" presStyleCnt="4">
        <dgm:presLayoutVars/>
      </dgm:prSet>
      <dgm:spPr/>
    </dgm:pt>
    <dgm:pt modelId="{0216D309-1DCA-4E37-8796-C88DE001C18C}" type="pres">
      <dgm:prSet presAssocID="{200B9254-9834-42D8-9BC4-DD40086FBE19}" presName="sibTrans" presStyleCnt="0"/>
      <dgm:spPr/>
    </dgm:pt>
    <dgm:pt modelId="{EA274820-33FA-44AF-8110-FD47FA6E3A0B}" type="pres">
      <dgm:prSet presAssocID="{3749FA15-5310-4F2A-BC79-F44AB85435D1}" presName="compNode" presStyleCnt="0"/>
      <dgm:spPr/>
    </dgm:pt>
    <dgm:pt modelId="{AB3F2944-5A4B-4535-8875-FC273B823FDC}" type="pres">
      <dgm:prSet presAssocID="{3749FA15-5310-4F2A-BC79-F44AB85435D1}"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989987A2-09C2-451D-91E4-3440BF9FB871}" type="pres">
      <dgm:prSet presAssocID="{3749FA15-5310-4F2A-BC79-F44AB85435D1}" presName="iconSpace" presStyleCnt="0"/>
      <dgm:spPr/>
    </dgm:pt>
    <dgm:pt modelId="{2A6B5331-19F4-4235-8E73-21C2FDED826C}" type="pres">
      <dgm:prSet presAssocID="{3749FA15-5310-4F2A-BC79-F44AB85435D1}" presName="parTx" presStyleLbl="revTx" presStyleIdx="2" presStyleCnt="4">
        <dgm:presLayoutVars>
          <dgm:chMax val="0"/>
          <dgm:chPref val="0"/>
        </dgm:presLayoutVars>
      </dgm:prSet>
      <dgm:spPr/>
    </dgm:pt>
    <dgm:pt modelId="{DA48ED2D-FFC6-4A82-80F9-C13327BD6795}" type="pres">
      <dgm:prSet presAssocID="{3749FA15-5310-4F2A-BC79-F44AB85435D1}" presName="txSpace" presStyleCnt="0"/>
      <dgm:spPr/>
    </dgm:pt>
    <dgm:pt modelId="{0F719942-64EE-4DB8-B9F1-E4E766840585}" type="pres">
      <dgm:prSet presAssocID="{3749FA15-5310-4F2A-BC79-F44AB85435D1}" presName="desTx" presStyleLbl="revTx" presStyleIdx="3" presStyleCnt="4">
        <dgm:presLayoutVars/>
      </dgm:prSet>
      <dgm:spPr/>
    </dgm:pt>
  </dgm:ptLst>
  <dgm:cxnLst>
    <dgm:cxn modelId="{E1B1F809-26C8-4BF2-A4C6-1027834D1647}" type="presOf" srcId="{3749FA15-5310-4F2A-BC79-F44AB85435D1}" destId="{2A6B5331-19F4-4235-8E73-21C2FDED826C}" srcOrd="0" destOrd="0" presId="urn:microsoft.com/office/officeart/2018/2/layout/IconLabelDescriptionList"/>
    <dgm:cxn modelId="{EAA49B16-2378-4376-8835-2FD0FCDEF455}" srcId="{3749FA15-5310-4F2A-BC79-F44AB85435D1}" destId="{A0116589-9E93-4F99-B1C9-31215B7F6FC9}" srcOrd="0" destOrd="0" parTransId="{B51314B5-7C76-4546-871F-5474D5166DE0}" sibTransId="{A78D2127-6C14-4C90-87F4-D48098AD8BEF}"/>
    <dgm:cxn modelId="{05221219-F82E-4D50-8496-697F38AA82C2}" type="presOf" srcId="{A0116589-9E93-4F99-B1C9-31215B7F6FC9}" destId="{0F719942-64EE-4DB8-B9F1-E4E766840585}" srcOrd="0" destOrd="0" presId="urn:microsoft.com/office/officeart/2018/2/layout/IconLabelDescriptionList"/>
    <dgm:cxn modelId="{750D0A3E-6F3D-4398-B212-9393EE6E491D}" srcId="{3749FA15-5310-4F2A-BC79-F44AB85435D1}" destId="{2041743D-6265-4E13-BFC9-8006D3B703BA}" srcOrd="2" destOrd="0" parTransId="{34CB0C97-BD4A-409E-A804-104F90AE7AE8}" sibTransId="{F8B96198-84D9-4321-B9A5-E38E43E57CF2}"/>
    <dgm:cxn modelId="{BF647244-F6A0-41E1-9457-07EA14F0240A}" type="presOf" srcId="{1DE5140C-1F98-42BC-9EAC-4912A1F586B9}" destId="{6832A484-99D4-4A01-9D0D-E6409F162056}" srcOrd="0" destOrd="0" presId="urn:microsoft.com/office/officeart/2018/2/layout/IconLabelDescriptionList"/>
    <dgm:cxn modelId="{61D2226A-C29E-4722-AE96-AF5CBEA4A7F2}" type="presOf" srcId="{49D6A2D0-A3E2-4287-B61A-AADEA31637EC}" destId="{0F719942-64EE-4DB8-B9F1-E4E766840585}" srcOrd="0" destOrd="1" presId="urn:microsoft.com/office/officeart/2018/2/layout/IconLabelDescriptionList"/>
    <dgm:cxn modelId="{C6ED3C4C-D0B5-4308-8FEA-B3763600EEDD}" type="presOf" srcId="{ACD7A725-8849-4477-9809-61DFBB49A793}" destId="{B333716B-1F1B-466C-BBAE-26AD6B8535FE}" srcOrd="0" destOrd="0" presId="urn:microsoft.com/office/officeart/2018/2/layout/IconLabelDescriptionList"/>
    <dgm:cxn modelId="{5E2B9255-4917-4FE0-8F3B-36B4DB77EB51}" type="presOf" srcId="{4FD3F5A9-5DCC-4CBF-B443-13F35286B581}" destId="{EE21771E-272C-4838-B659-DDFCD2329E46}" srcOrd="0" destOrd="0" presId="urn:microsoft.com/office/officeart/2018/2/layout/IconLabelDescriptionList"/>
    <dgm:cxn modelId="{743D3DA5-1A9E-468E-846D-DB7128AA026E}" srcId="{ACD7A725-8849-4477-9809-61DFBB49A793}" destId="{1DE5140C-1F98-42BC-9EAC-4912A1F586B9}" srcOrd="0" destOrd="0" parTransId="{34297E3F-4EB0-4B2A-AA6D-90014F1CDA8B}" sibTransId="{200B9254-9834-42D8-9BC4-DD40086FBE19}"/>
    <dgm:cxn modelId="{54BAF9B9-8F55-4A42-B8A0-F7300C131BEC}" srcId="{ACD7A725-8849-4477-9809-61DFBB49A793}" destId="{3749FA15-5310-4F2A-BC79-F44AB85435D1}" srcOrd="1" destOrd="0" parTransId="{BCF8923E-1888-4375-8E09-431DAA9AB7BE}" sibTransId="{43964B09-8C6A-4DC9-B03E-20862681F765}"/>
    <dgm:cxn modelId="{0FC7CAC3-DC60-4F6F-8360-8D3E0D279C39}" srcId="{3749FA15-5310-4F2A-BC79-F44AB85435D1}" destId="{49D6A2D0-A3E2-4287-B61A-AADEA31637EC}" srcOrd="1" destOrd="0" parTransId="{EB16DA2A-5F6B-4E11-9F24-F834F877BF4B}" sibTransId="{AC83DCA8-5499-4F91-9A83-9F9758D9C36F}"/>
    <dgm:cxn modelId="{76AEB9E3-A7C5-4377-B061-43AB223ABFFE}" type="presOf" srcId="{2041743D-6265-4E13-BFC9-8006D3B703BA}" destId="{0F719942-64EE-4DB8-B9F1-E4E766840585}" srcOrd="0" destOrd="2" presId="urn:microsoft.com/office/officeart/2018/2/layout/IconLabelDescriptionList"/>
    <dgm:cxn modelId="{69D33AFE-316F-4844-ABA7-A61BBD6F031A}" srcId="{1DE5140C-1F98-42BC-9EAC-4912A1F586B9}" destId="{4FD3F5A9-5DCC-4CBF-B443-13F35286B581}" srcOrd="0" destOrd="0" parTransId="{7C8162E7-05FD-4068-9AB7-C755425DC80F}" sibTransId="{10328E1E-FAA4-421F-8BF2-D0D555A5D188}"/>
    <dgm:cxn modelId="{6D5DB749-69BA-4AA7-B95A-113AD86490E1}" type="presParOf" srcId="{B333716B-1F1B-466C-BBAE-26AD6B8535FE}" destId="{3267A6F1-10BB-4A22-8EA0-71F6986608E8}" srcOrd="0" destOrd="0" presId="urn:microsoft.com/office/officeart/2018/2/layout/IconLabelDescriptionList"/>
    <dgm:cxn modelId="{144CC943-B1E3-4E36-B70F-5B1DF8B4F7BE}" type="presParOf" srcId="{3267A6F1-10BB-4A22-8EA0-71F6986608E8}" destId="{5D0793E6-D36F-47EB-8DD4-C47FB0BFE31B}" srcOrd="0" destOrd="0" presId="urn:microsoft.com/office/officeart/2018/2/layout/IconLabelDescriptionList"/>
    <dgm:cxn modelId="{B15A7E08-EDDF-49BC-BE19-533D2D49461F}" type="presParOf" srcId="{3267A6F1-10BB-4A22-8EA0-71F6986608E8}" destId="{757532EA-2F13-4128-8AD2-A8935AC009B1}" srcOrd="1" destOrd="0" presId="urn:microsoft.com/office/officeart/2018/2/layout/IconLabelDescriptionList"/>
    <dgm:cxn modelId="{EE5A97D2-B6A4-41B0-9422-CD09C70BD077}" type="presParOf" srcId="{3267A6F1-10BB-4A22-8EA0-71F6986608E8}" destId="{6832A484-99D4-4A01-9D0D-E6409F162056}" srcOrd="2" destOrd="0" presId="urn:microsoft.com/office/officeart/2018/2/layout/IconLabelDescriptionList"/>
    <dgm:cxn modelId="{366C7B4F-20E6-4975-8DB2-6454678D703D}" type="presParOf" srcId="{3267A6F1-10BB-4A22-8EA0-71F6986608E8}" destId="{F85CFF4D-4B5B-4B8A-B397-412FCFB874AC}" srcOrd="3" destOrd="0" presId="urn:microsoft.com/office/officeart/2018/2/layout/IconLabelDescriptionList"/>
    <dgm:cxn modelId="{B79DDAD3-5620-4074-BEA8-234AB102C526}" type="presParOf" srcId="{3267A6F1-10BB-4A22-8EA0-71F6986608E8}" destId="{EE21771E-272C-4838-B659-DDFCD2329E46}" srcOrd="4" destOrd="0" presId="urn:microsoft.com/office/officeart/2018/2/layout/IconLabelDescriptionList"/>
    <dgm:cxn modelId="{338F3B12-6A22-49FF-B94B-8B871D04CA99}" type="presParOf" srcId="{B333716B-1F1B-466C-BBAE-26AD6B8535FE}" destId="{0216D309-1DCA-4E37-8796-C88DE001C18C}" srcOrd="1" destOrd="0" presId="urn:microsoft.com/office/officeart/2018/2/layout/IconLabelDescriptionList"/>
    <dgm:cxn modelId="{D0098F4A-F8E8-4647-82B9-7BCA6294E7F3}" type="presParOf" srcId="{B333716B-1F1B-466C-BBAE-26AD6B8535FE}" destId="{EA274820-33FA-44AF-8110-FD47FA6E3A0B}" srcOrd="2" destOrd="0" presId="urn:microsoft.com/office/officeart/2018/2/layout/IconLabelDescriptionList"/>
    <dgm:cxn modelId="{F3FF52BF-A890-445B-A6E6-0958D936AEE4}" type="presParOf" srcId="{EA274820-33FA-44AF-8110-FD47FA6E3A0B}" destId="{AB3F2944-5A4B-4535-8875-FC273B823FDC}" srcOrd="0" destOrd="0" presId="urn:microsoft.com/office/officeart/2018/2/layout/IconLabelDescriptionList"/>
    <dgm:cxn modelId="{FF5BF440-E20C-4C20-AFD8-6306039588A0}" type="presParOf" srcId="{EA274820-33FA-44AF-8110-FD47FA6E3A0B}" destId="{989987A2-09C2-451D-91E4-3440BF9FB871}" srcOrd="1" destOrd="0" presId="urn:microsoft.com/office/officeart/2018/2/layout/IconLabelDescriptionList"/>
    <dgm:cxn modelId="{DB19379A-3E76-450A-A868-7B822D13E42E}" type="presParOf" srcId="{EA274820-33FA-44AF-8110-FD47FA6E3A0B}" destId="{2A6B5331-19F4-4235-8E73-21C2FDED826C}" srcOrd="2" destOrd="0" presId="urn:microsoft.com/office/officeart/2018/2/layout/IconLabelDescriptionList"/>
    <dgm:cxn modelId="{2BBB89EE-9543-4593-A437-D348D2E6B3A8}" type="presParOf" srcId="{EA274820-33FA-44AF-8110-FD47FA6E3A0B}" destId="{DA48ED2D-FFC6-4A82-80F9-C13327BD6795}" srcOrd="3" destOrd="0" presId="urn:microsoft.com/office/officeart/2018/2/layout/IconLabelDescriptionList"/>
    <dgm:cxn modelId="{B685CABA-F8F9-419E-882B-BFA09746ABD5}" type="presParOf" srcId="{EA274820-33FA-44AF-8110-FD47FA6E3A0B}" destId="{0F719942-64EE-4DB8-B9F1-E4E766840585}"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C76083-14F8-403D-8CBC-13B1D2CECB7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8ABA4EE-555A-45F9-BE83-960651B382BD}">
      <dgm:prSet custT="1"/>
      <dgm:spPr/>
      <dgm:t>
        <a:bodyPr/>
        <a:lstStyle/>
        <a:p>
          <a:r>
            <a:rPr lang="en-GB" sz="2000" b="1"/>
            <a:t>Completed the pre-course studies</a:t>
          </a:r>
          <a:endParaRPr lang="en-US" sz="2000"/>
        </a:p>
      </dgm:t>
    </dgm:pt>
    <dgm:pt modelId="{C4BEB050-2CE7-4E9D-BDD0-5558FAC91AB6}" type="parTrans" cxnId="{AF3D2286-4691-418D-B986-D1452BCF0544}">
      <dgm:prSet/>
      <dgm:spPr/>
      <dgm:t>
        <a:bodyPr/>
        <a:lstStyle/>
        <a:p>
          <a:endParaRPr lang="en-US" sz="1400"/>
        </a:p>
      </dgm:t>
    </dgm:pt>
    <dgm:pt modelId="{8B60C54D-EF87-4041-8C21-DA10381888E0}" type="sibTrans" cxnId="{AF3D2286-4691-418D-B986-D1452BCF0544}">
      <dgm:prSet/>
      <dgm:spPr/>
      <dgm:t>
        <a:bodyPr/>
        <a:lstStyle/>
        <a:p>
          <a:endParaRPr lang="en-US" sz="1400"/>
        </a:p>
      </dgm:t>
    </dgm:pt>
    <dgm:pt modelId="{11F8D19B-4EF8-4B9B-9085-F4DA5B480ABC}">
      <dgm:prSet custT="1"/>
      <dgm:spPr/>
      <dgm:t>
        <a:bodyPr/>
        <a:lstStyle/>
        <a:p>
          <a:r>
            <a:rPr lang="en-GB" sz="2000" b="1" dirty="0"/>
            <a:t>Good understanding of the  </a:t>
          </a:r>
          <a:br>
            <a:rPr lang="en-GB" sz="2000" b="1" dirty="0"/>
          </a:br>
          <a:r>
            <a:rPr lang="en-GB" sz="2000" b="1" dirty="0"/>
            <a:t>basics of the C# language</a:t>
          </a:r>
          <a:endParaRPr lang="en-US" sz="2000" dirty="0"/>
        </a:p>
      </dgm:t>
    </dgm:pt>
    <dgm:pt modelId="{4BEFB2E3-335F-48A6-B8C5-C10E288177A3}" type="parTrans" cxnId="{AA1129AE-4D12-4C77-9B56-CDEB83073DDF}">
      <dgm:prSet/>
      <dgm:spPr/>
      <dgm:t>
        <a:bodyPr/>
        <a:lstStyle/>
        <a:p>
          <a:endParaRPr lang="en-US" sz="1400"/>
        </a:p>
      </dgm:t>
    </dgm:pt>
    <dgm:pt modelId="{69226544-17B2-4C8F-AA08-9D82CFF99864}" type="sibTrans" cxnId="{AA1129AE-4D12-4C77-9B56-CDEB83073DDF}">
      <dgm:prSet/>
      <dgm:spPr/>
      <dgm:t>
        <a:bodyPr/>
        <a:lstStyle/>
        <a:p>
          <a:endParaRPr lang="en-US" sz="1400"/>
        </a:p>
      </dgm:t>
    </dgm:pt>
    <dgm:pt modelId="{817F67B4-A510-4360-B8AE-9B4CE07549C6}">
      <dgm:prSet custT="1"/>
      <dgm:spPr/>
      <dgm:t>
        <a:bodyPr/>
        <a:lstStyle/>
        <a:p>
          <a:r>
            <a:rPr lang="en-GB" sz="1400" dirty="0"/>
            <a:t>	</a:t>
          </a:r>
          <a:r>
            <a:rPr lang="en-GB" sz="1600" b="1" dirty="0">
              <a:solidFill>
                <a:srgbClr val="0070C0"/>
              </a:solidFill>
            </a:rPr>
            <a:t>Variables, if statements, </a:t>
          </a:r>
          <a:br>
            <a:rPr lang="en-GB" sz="1600" b="1" dirty="0">
              <a:solidFill>
                <a:srgbClr val="0070C0"/>
              </a:solidFill>
            </a:rPr>
          </a:br>
          <a:r>
            <a:rPr lang="en-GB" sz="1600" b="1" dirty="0">
              <a:solidFill>
                <a:srgbClr val="0070C0"/>
              </a:solidFill>
            </a:rPr>
            <a:t>	Loops, arrays, methods</a:t>
          </a:r>
          <a:endParaRPr lang="en-US" sz="1600" b="1" dirty="0">
            <a:solidFill>
              <a:srgbClr val="0070C0"/>
            </a:solidFill>
          </a:endParaRPr>
        </a:p>
      </dgm:t>
    </dgm:pt>
    <dgm:pt modelId="{BFC59F0D-DBEF-40CB-9863-4AB157A1FDCE}" type="parTrans" cxnId="{60BD8CF2-0EEF-48B0-AED9-B2505332584E}">
      <dgm:prSet/>
      <dgm:spPr/>
      <dgm:t>
        <a:bodyPr/>
        <a:lstStyle/>
        <a:p>
          <a:endParaRPr lang="en-US" sz="1400"/>
        </a:p>
      </dgm:t>
    </dgm:pt>
    <dgm:pt modelId="{048CC229-3C02-4C77-9D36-F406A08FFD84}" type="sibTrans" cxnId="{60BD8CF2-0EEF-48B0-AED9-B2505332584E}">
      <dgm:prSet/>
      <dgm:spPr/>
      <dgm:t>
        <a:bodyPr/>
        <a:lstStyle/>
        <a:p>
          <a:endParaRPr lang="en-US" sz="1400"/>
        </a:p>
      </dgm:t>
    </dgm:pt>
    <dgm:pt modelId="{CD2264CC-67C0-4349-A953-5908D75BC895}">
      <dgm:prSet custT="1"/>
      <dgm:spPr/>
      <dgm:t>
        <a:bodyPr/>
        <a:lstStyle/>
        <a:p>
          <a:r>
            <a:rPr lang="en-GB" sz="2000" b="1" dirty="0"/>
            <a:t>Next chapter is a short recap of C# Fundamentals</a:t>
          </a:r>
          <a:endParaRPr lang="en-US" sz="2000" dirty="0"/>
        </a:p>
      </dgm:t>
    </dgm:pt>
    <dgm:pt modelId="{E1B5F10A-A0D1-47FC-99B3-1506E90BAC80}" type="parTrans" cxnId="{F6B95058-B190-472D-9CCC-85E3DC475A42}">
      <dgm:prSet/>
      <dgm:spPr/>
      <dgm:t>
        <a:bodyPr/>
        <a:lstStyle/>
        <a:p>
          <a:endParaRPr lang="en-US" sz="1400"/>
        </a:p>
      </dgm:t>
    </dgm:pt>
    <dgm:pt modelId="{3FEDB74C-2267-4B51-B569-D7FBC0E239F1}" type="sibTrans" cxnId="{F6B95058-B190-472D-9CCC-85E3DC475A42}">
      <dgm:prSet/>
      <dgm:spPr/>
      <dgm:t>
        <a:bodyPr/>
        <a:lstStyle/>
        <a:p>
          <a:endParaRPr lang="en-US" sz="1400"/>
        </a:p>
      </dgm:t>
    </dgm:pt>
    <dgm:pt modelId="{05DC00FF-3BC3-4331-B07C-C8D76372709F}" type="pres">
      <dgm:prSet presAssocID="{BDC76083-14F8-403D-8CBC-13B1D2CECB7B}" presName="root" presStyleCnt="0">
        <dgm:presLayoutVars>
          <dgm:dir/>
          <dgm:resizeHandles val="exact"/>
        </dgm:presLayoutVars>
      </dgm:prSet>
      <dgm:spPr/>
    </dgm:pt>
    <dgm:pt modelId="{2D7CD4D8-31BF-4F30-8335-90F4A650F6DA}" type="pres">
      <dgm:prSet presAssocID="{E8ABA4EE-555A-45F9-BE83-960651B382BD}" presName="compNode" presStyleCnt="0"/>
      <dgm:spPr/>
    </dgm:pt>
    <dgm:pt modelId="{A2756525-228F-41EB-9089-322C91ECFCFD}" type="pres">
      <dgm:prSet presAssocID="{E8ABA4EE-555A-45F9-BE83-960651B382BD}" presName="bgRect" presStyleLbl="bgShp" presStyleIdx="0" presStyleCnt="3"/>
      <dgm:spPr/>
    </dgm:pt>
    <dgm:pt modelId="{F1C5B8AB-A2B4-4C46-94F1-03ABEDFD2C40}" type="pres">
      <dgm:prSet presAssocID="{E8ABA4EE-555A-45F9-BE83-960651B382B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E75F08A6-C3DF-45F2-BA2F-B7DDEAD9AD5E}" type="pres">
      <dgm:prSet presAssocID="{E8ABA4EE-555A-45F9-BE83-960651B382BD}" presName="spaceRect" presStyleCnt="0"/>
      <dgm:spPr/>
    </dgm:pt>
    <dgm:pt modelId="{826E19CD-63E0-4340-91D1-AA7612F54FC9}" type="pres">
      <dgm:prSet presAssocID="{E8ABA4EE-555A-45F9-BE83-960651B382BD}" presName="parTx" presStyleLbl="revTx" presStyleIdx="0" presStyleCnt="4">
        <dgm:presLayoutVars>
          <dgm:chMax val="0"/>
          <dgm:chPref val="0"/>
        </dgm:presLayoutVars>
      </dgm:prSet>
      <dgm:spPr/>
    </dgm:pt>
    <dgm:pt modelId="{93748B39-5753-4FC8-8EBC-50E0A23319CE}" type="pres">
      <dgm:prSet presAssocID="{8B60C54D-EF87-4041-8C21-DA10381888E0}" presName="sibTrans" presStyleCnt="0"/>
      <dgm:spPr/>
    </dgm:pt>
    <dgm:pt modelId="{EF86B993-6858-40A4-BF45-18722A38E002}" type="pres">
      <dgm:prSet presAssocID="{11F8D19B-4EF8-4B9B-9085-F4DA5B480ABC}" presName="compNode" presStyleCnt="0"/>
      <dgm:spPr/>
    </dgm:pt>
    <dgm:pt modelId="{5B365F4E-1139-49C2-BFB5-755198DB7B82}" type="pres">
      <dgm:prSet presAssocID="{11F8D19B-4EF8-4B9B-9085-F4DA5B480ABC}" presName="bgRect" presStyleLbl="bgShp" presStyleIdx="1" presStyleCnt="3"/>
      <dgm:spPr/>
    </dgm:pt>
    <dgm:pt modelId="{0237A925-FF1A-4960-94FA-856704F74088}" type="pres">
      <dgm:prSet presAssocID="{11F8D19B-4EF8-4B9B-9085-F4DA5B480AB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6EDBA396-193B-4601-BE21-288260AC0F9A}" type="pres">
      <dgm:prSet presAssocID="{11F8D19B-4EF8-4B9B-9085-F4DA5B480ABC}" presName="spaceRect" presStyleCnt="0"/>
      <dgm:spPr/>
    </dgm:pt>
    <dgm:pt modelId="{39487249-CDFC-4859-A97E-1CBC2100E2C2}" type="pres">
      <dgm:prSet presAssocID="{11F8D19B-4EF8-4B9B-9085-F4DA5B480ABC}" presName="parTx" presStyleLbl="revTx" presStyleIdx="1" presStyleCnt="4">
        <dgm:presLayoutVars>
          <dgm:chMax val="0"/>
          <dgm:chPref val="0"/>
        </dgm:presLayoutVars>
      </dgm:prSet>
      <dgm:spPr/>
    </dgm:pt>
    <dgm:pt modelId="{8BD1D46F-18BC-4F78-9A62-B59EDCFA6AC4}" type="pres">
      <dgm:prSet presAssocID="{11F8D19B-4EF8-4B9B-9085-F4DA5B480ABC}" presName="desTx" presStyleLbl="revTx" presStyleIdx="2" presStyleCnt="4">
        <dgm:presLayoutVars/>
      </dgm:prSet>
      <dgm:spPr/>
    </dgm:pt>
    <dgm:pt modelId="{FCE8F48F-3B32-4CA0-BFC1-B19E18F776EB}" type="pres">
      <dgm:prSet presAssocID="{69226544-17B2-4C8F-AA08-9D82CFF99864}" presName="sibTrans" presStyleCnt="0"/>
      <dgm:spPr/>
    </dgm:pt>
    <dgm:pt modelId="{2560503C-F6D4-48CB-B6EF-61EE875C4374}" type="pres">
      <dgm:prSet presAssocID="{CD2264CC-67C0-4349-A953-5908D75BC895}" presName="compNode" presStyleCnt="0"/>
      <dgm:spPr/>
    </dgm:pt>
    <dgm:pt modelId="{8501AC20-A7DD-4664-BF2D-33F3387DEC86}" type="pres">
      <dgm:prSet presAssocID="{CD2264CC-67C0-4349-A953-5908D75BC895}" presName="bgRect" presStyleLbl="bgShp" presStyleIdx="2" presStyleCnt="3"/>
      <dgm:spPr/>
    </dgm:pt>
    <dgm:pt modelId="{99B75C6D-CEF4-4E6B-9614-3F50D967D384}" type="pres">
      <dgm:prSet presAssocID="{CD2264CC-67C0-4349-A953-5908D75BC89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oks"/>
        </a:ext>
      </dgm:extLst>
    </dgm:pt>
    <dgm:pt modelId="{5F5F9222-D7D6-46B5-B41D-9AC1B3CB4498}" type="pres">
      <dgm:prSet presAssocID="{CD2264CC-67C0-4349-A953-5908D75BC895}" presName="spaceRect" presStyleCnt="0"/>
      <dgm:spPr/>
    </dgm:pt>
    <dgm:pt modelId="{F0DC7861-B2C2-4D4B-88FD-68F2FE48BFFF}" type="pres">
      <dgm:prSet presAssocID="{CD2264CC-67C0-4349-A953-5908D75BC895}" presName="parTx" presStyleLbl="revTx" presStyleIdx="3" presStyleCnt="4">
        <dgm:presLayoutVars>
          <dgm:chMax val="0"/>
          <dgm:chPref val="0"/>
        </dgm:presLayoutVars>
      </dgm:prSet>
      <dgm:spPr/>
    </dgm:pt>
  </dgm:ptLst>
  <dgm:cxnLst>
    <dgm:cxn modelId="{366EB01F-91A8-474B-B47D-6BD74C8938BE}" type="presOf" srcId="{BDC76083-14F8-403D-8CBC-13B1D2CECB7B}" destId="{05DC00FF-3BC3-4331-B07C-C8D76372709F}" srcOrd="0" destOrd="0" presId="urn:microsoft.com/office/officeart/2018/2/layout/IconVerticalSolidList"/>
    <dgm:cxn modelId="{6BB6EB3F-A634-4735-A832-E9E7DE44DFC9}" type="presOf" srcId="{E8ABA4EE-555A-45F9-BE83-960651B382BD}" destId="{826E19CD-63E0-4340-91D1-AA7612F54FC9}" srcOrd="0" destOrd="0" presId="urn:microsoft.com/office/officeart/2018/2/layout/IconVerticalSolidList"/>
    <dgm:cxn modelId="{ABB7075E-AA8D-4655-B55C-90EC96861C47}" type="presOf" srcId="{817F67B4-A510-4360-B8AE-9B4CE07549C6}" destId="{8BD1D46F-18BC-4F78-9A62-B59EDCFA6AC4}" srcOrd="0" destOrd="0" presId="urn:microsoft.com/office/officeart/2018/2/layout/IconVerticalSolidList"/>
    <dgm:cxn modelId="{2511DC63-46F6-4167-847E-0D26C51E9754}" type="presOf" srcId="{11F8D19B-4EF8-4B9B-9085-F4DA5B480ABC}" destId="{39487249-CDFC-4859-A97E-1CBC2100E2C2}" srcOrd="0" destOrd="0" presId="urn:microsoft.com/office/officeart/2018/2/layout/IconVerticalSolidList"/>
    <dgm:cxn modelId="{F6B95058-B190-472D-9CCC-85E3DC475A42}" srcId="{BDC76083-14F8-403D-8CBC-13B1D2CECB7B}" destId="{CD2264CC-67C0-4349-A953-5908D75BC895}" srcOrd="2" destOrd="0" parTransId="{E1B5F10A-A0D1-47FC-99B3-1506E90BAC80}" sibTransId="{3FEDB74C-2267-4B51-B569-D7FBC0E239F1}"/>
    <dgm:cxn modelId="{AF3D2286-4691-418D-B986-D1452BCF0544}" srcId="{BDC76083-14F8-403D-8CBC-13B1D2CECB7B}" destId="{E8ABA4EE-555A-45F9-BE83-960651B382BD}" srcOrd="0" destOrd="0" parTransId="{C4BEB050-2CE7-4E9D-BDD0-5558FAC91AB6}" sibTransId="{8B60C54D-EF87-4041-8C21-DA10381888E0}"/>
    <dgm:cxn modelId="{AA1129AE-4D12-4C77-9B56-CDEB83073DDF}" srcId="{BDC76083-14F8-403D-8CBC-13B1D2CECB7B}" destId="{11F8D19B-4EF8-4B9B-9085-F4DA5B480ABC}" srcOrd="1" destOrd="0" parTransId="{4BEFB2E3-335F-48A6-B8C5-C10E288177A3}" sibTransId="{69226544-17B2-4C8F-AA08-9D82CFF99864}"/>
    <dgm:cxn modelId="{60BD8CF2-0EEF-48B0-AED9-B2505332584E}" srcId="{11F8D19B-4EF8-4B9B-9085-F4DA5B480ABC}" destId="{817F67B4-A510-4360-B8AE-9B4CE07549C6}" srcOrd="0" destOrd="0" parTransId="{BFC59F0D-DBEF-40CB-9863-4AB157A1FDCE}" sibTransId="{048CC229-3C02-4C77-9D36-F406A08FFD84}"/>
    <dgm:cxn modelId="{C718F6F8-D2D1-49B5-B526-F52A1CAB7CE2}" type="presOf" srcId="{CD2264CC-67C0-4349-A953-5908D75BC895}" destId="{F0DC7861-B2C2-4D4B-88FD-68F2FE48BFFF}" srcOrd="0" destOrd="0" presId="urn:microsoft.com/office/officeart/2018/2/layout/IconVerticalSolidList"/>
    <dgm:cxn modelId="{03A7F719-A1C2-4973-8990-63D03E2D4D96}" type="presParOf" srcId="{05DC00FF-3BC3-4331-B07C-C8D76372709F}" destId="{2D7CD4D8-31BF-4F30-8335-90F4A650F6DA}" srcOrd="0" destOrd="0" presId="urn:microsoft.com/office/officeart/2018/2/layout/IconVerticalSolidList"/>
    <dgm:cxn modelId="{B9DD48E8-9632-468F-9D52-E3091445B9EB}" type="presParOf" srcId="{2D7CD4D8-31BF-4F30-8335-90F4A650F6DA}" destId="{A2756525-228F-41EB-9089-322C91ECFCFD}" srcOrd="0" destOrd="0" presId="urn:microsoft.com/office/officeart/2018/2/layout/IconVerticalSolidList"/>
    <dgm:cxn modelId="{E11B5F7B-4D3B-4ECB-B39B-AA02E307B320}" type="presParOf" srcId="{2D7CD4D8-31BF-4F30-8335-90F4A650F6DA}" destId="{F1C5B8AB-A2B4-4C46-94F1-03ABEDFD2C40}" srcOrd="1" destOrd="0" presId="urn:microsoft.com/office/officeart/2018/2/layout/IconVerticalSolidList"/>
    <dgm:cxn modelId="{920E8788-79DA-4E5F-8600-786DF13D2163}" type="presParOf" srcId="{2D7CD4D8-31BF-4F30-8335-90F4A650F6DA}" destId="{E75F08A6-C3DF-45F2-BA2F-B7DDEAD9AD5E}" srcOrd="2" destOrd="0" presId="urn:microsoft.com/office/officeart/2018/2/layout/IconVerticalSolidList"/>
    <dgm:cxn modelId="{C092521D-9F0B-4FA1-AFE7-B17951975BF3}" type="presParOf" srcId="{2D7CD4D8-31BF-4F30-8335-90F4A650F6DA}" destId="{826E19CD-63E0-4340-91D1-AA7612F54FC9}" srcOrd="3" destOrd="0" presId="urn:microsoft.com/office/officeart/2018/2/layout/IconVerticalSolidList"/>
    <dgm:cxn modelId="{F44EC976-8641-4D2A-AED3-31932EB01F25}" type="presParOf" srcId="{05DC00FF-3BC3-4331-B07C-C8D76372709F}" destId="{93748B39-5753-4FC8-8EBC-50E0A23319CE}" srcOrd="1" destOrd="0" presId="urn:microsoft.com/office/officeart/2018/2/layout/IconVerticalSolidList"/>
    <dgm:cxn modelId="{30023204-6DF4-4C2D-B3BE-7FE7D2A227CA}" type="presParOf" srcId="{05DC00FF-3BC3-4331-B07C-C8D76372709F}" destId="{EF86B993-6858-40A4-BF45-18722A38E002}" srcOrd="2" destOrd="0" presId="urn:microsoft.com/office/officeart/2018/2/layout/IconVerticalSolidList"/>
    <dgm:cxn modelId="{0A5BFC87-8871-4A50-894D-8E4F631C64CA}" type="presParOf" srcId="{EF86B993-6858-40A4-BF45-18722A38E002}" destId="{5B365F4E-1139-49C2-BFB5-755198DB7B82}" srcOrd="0" destOrd="0" presId="urn:microsoft.com/office/officeart/2018/2/layout/IconVerticalSolidList"/>
    <dgm:cxn modelId="{A887B085-9D7E-40F2-B5B0-4E44742A2B06}" type="presParOf" srcId="{EF86B993-6858-40A4-BF45-18722A38E002}" destId="{0237A925-FF1A-4960-94FA-856704F74088}" srcOrd="1" destOrd="0" presId="urn:microsoft.com/office/officeart/2018/2/layout/IconVerticalSolidList"/>
    <dgm:cxn modelId="{C3C86316-8E3E-4433-81E7-E262303269DB}" type="presParOf" srcId="{EF86B993-6858-40A4-BF45-18722A38E002}" destId="{6EDBA396-193B-4601-BE21-288260AC0F9A}" srcOrd="2" destOrd="0" presId="urn:microsoft.com/office/officeart/2018/2/layout/IconVerticalSolidList"/>
    <dgm:cxn modelId="{299BAB00-0F69-4FAD-AD9D-B37EA5F7BEBE}" type="presParOf" srcId="{EF86B993-6858-40A4-BF45-18722A38E002}" destId="{39487249-CDFC-4859-A97E-1CBC2100E2C2}" srcOrd="3" destOrd="0" presId="urn:microsoft.com/office/officeart/2018/2/layout/IconVerticalSolidList"/>
    <dgm:cxn modelId="{AAB6B065-5572-4B6F-AA5E-459F9510645A}" type="presParOf" srcId="{EF86B993-6858-40A4-BF45-18722A38E002}" destId="{8BD1D46F-18BC-4F78-9A62-B59EDCFA6AC4}" srcOrd="4" destOrd="0" presId="urn:microsoft.com/office/officeart/2018/2/layout/IconVerticalSolidList"/>
    <dgm:cxn modelId="{9E139D33-4328-4B2B-AD35-0066F58F6999}" type="presParOf" srcId="{05DC00FF-3BC3-4331-B07C-C8D76372709F}" destId="{FCE8F48F-3B32-4CA0-BFC1-B19E18F776EB}" srcOrd="3" destOrd="0" presId="urn:microsoft.com/office/officeart/2018/2/layout/IconVerticalSolidList"/>
    <dgm:cxn modelId="{F0A9C1BA-089D-4922-8363-35FE6C1C9B5C}" type="presParOf" srcId="{05DC00FF-3BC3-4331-B07C-C8D76372709F}" destId="{2560503C-F6D4-48CB-B6EF-61EE875C4374}" srcOrd="4" destOrd="0" presId="urn:microsoft.com/office/officeart/2018/2/layout/IconVerticalSolidList"/>
    <dgm:cxn modelId="{56669478-21D9-4FE1-A341-CA4E0835AAFF}" type="presParOf" srcId="{2560503C-F6D4-48CB-B6EF-61EE875C4374}" destId="{8501AC20-A7DD-4664-BF2D-33F3387DEC86}" srcOrd="0" destOrd="0" presId="urn:microsoft.com/office/officeart/2018/2/layout/IconVerticalSolidList"/>
    <dgm:cxn modelId="{B31F5A09-BFCE-4AF0-B35D-5FC66461367A}" type="presParOf" srcId="{2560503C-F6D4-48CB-B6EF-61EE875C4374}" destId="{99B75C6D-CEF4-4E6B-9614-3F50D967D384}" srcOrd="1" destOrd="0" presId="urn:microsoft.com/office/officeart/2018/2/layout/IconVerticalSolidList"/>
    <dgm:cxn modelId="{5BD431B8-BDD0-4497-BFE8-366D769E3B7B}" type="presParOf" srcId="{2560503C-F6D4-48CB-B6EF-61EE875C4374}" destId="{5F5F9222-D7D6-46B5-B41D-9AC1B3CB4498}" srcOrd="2" destOrd="0" presId="urn:microsoft.com/office/officeart/2018/2/layout/IconVerticalSolidList"/>
    <dgm:cxn modelId="{AF120269-542D-45B1-9D5C-3DF76A363CC9}" type="presParOf" srcId="{2560503C-F6D4-48CB-B6EF-61EE875C4374}" destId="{F0DC7861-B2C2-4D4B-88FD-68F2FE48BFF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660798-8D94-49E7-813A-CF197E656B9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8445A0D-2564-4112-A7DA-9C778EA8C1EB}">
      <dgm:prSet custT="1"/>
      <dgm:spPr/>
      <dgm:t>
        <a:bodyPr/>
        <a:lstStyle/>
        <a:p>
          <a:r>
            <a:rPr lang="en-GB" sz="2400" b="1" dirty="0"/>
            <a:t>Chalk and talk, demos</a:t>
          </a:r>
          <a:endParaRPr lang="en-US" sz="2400" dirty="0"/>
        </a:p>
      </dgm:t>
    </dgm:pt>
    <dgm:pt modelId="{FC4B9089-D37C-463E-9D37-1E83A3716855}" type="parTrans" cxnId="{82091246-42D1-4412-BA80-8A50785F5106}">
      <dgm:prSet/>
      <dgm:spPr/>
      <dgm:t>
        <a:bodyPr/>
        <a:lstStyle/>
        <a:p>
          <a:endParaRPr lang="en-US" sz="1600"/>
        </a:p>
      </dgm:t>
    </dgm:pt>
    <dgm:pt modelId="{C5EB6930-C127-49C3-BF47-D27074D5BAA3}" type="sibTrans" cxnId="{82091246-42D1-4412-BA80-8A50785F5106}">
      <dgm:prSet/>
      <dgm:spPr/>
      <dgm:t>
        <a:bodyPr/>
        <a:lstStyle/>
        <a:p>
          <a:endParaRPr lang="en-US" sz="1600"/>
        </a:p>
      </dgm:t>
    </dgm:pt>
    <dgm:pt modelId="{A9B1E71D-5292-40AB-BBCB-8073794DE383}">
      <dgm:prSet custT="1"/>
      <dgm:spPr/>
      <dgm:t>
        <a:bodyPr/>
        <a:lstStyle/>
        <a:p>
          <a:r>
            <a:rPr lang="en-GB" sz="2400" b="1"/>
            <a:t>Hands-on labs</a:t>
          </a:r>
          <a:endParaRPr lang="en-US" sz="2400"/>
        </a:p>
      </dgm:t>
    </dgm:pt>
    <dgm:pt modelId="{4DFFB8A1-44EA-4E75-96EF-ACF13C054D29}" type="parTrans" cxnId="{2CDF663B-726A-47A7-B79C-A04D122E15E1}">
      <dgm:prSet/>
      <dgm:spPr/>
      <dgm:t>
        <a:bodyPr/>
        <a:lstStyle/>
        <a:p>
          <a:endParaRPr lang="en-US" sz="1600"/>
        </a:p>
      </dgm:t>
    </dgm:pt>
    <dgm:pt modelId="{17A04360-143F-4E35-8EC9-FF968FDD31F1}" type="sibTrans" cxnId="{2CDF663B-726A-47A7-B79C-A04D122E15E1}">
      <dgm:prSet/>
      <dgm:spPr/>
      <dgm:t>
        <a:bodyPr/>
        <a:lstStyle/>
        <a:p>
          <a:endParaRPr lang="en-US" sz="1600"/>
        </a:p>
      </dgm:t>
    </dgm:pt>
    <dgm:pt modelId="{C9F87A3C-77E9-4AE6-9262-27EBE15C5057}">
      <dgm:prSet custT="1"/>
      <dgm:spPr/>
      <dgm:t>
        <a:bodyPr/>
        <a:lstStyle/>
        <a:p>
          <a:pPr rtl="0"/>
          <a:r>
            <a:rPr lang="en-GB" sz="2000" b="1" dirty="0"/>
            <a:t>Questions </a:t>
          </a:r>
          <a:r>
            <a:rPr lang="en-GB" sz="1800" b="1" dirty="0"/>
            <a:t>(No such a thing as a bad question)</a:t>
          </a:r>
          <a:endParaRPr lang="en-US" sz="2000" b="1" dirty="0"/>
        </a:p>
      </dgm:t>
    </dgm:pt>
    <dgm:pt modelId="{0EFB674B-8BA8-435D-A7C1-26404E3D3A85}" type="parTrans" cxnId="{E8A46B67-77C0-4477-B5C5-C641F8BC0F8D}">
      <dgm:prSet/>
      <dgm:spPr/>
      <dgm:t>
        <a:bodyPr/>
        <a:lstStyle/>
        <a:p>
          <a:endParaRPr lang="en-US" sz="1600"/>
        </a:p>
      </dgm:t>
    </dgm:pt>
    <dgm:pt modelId="{EE6C0B7C-C703-4C68-99A9-658DB0A5C0C5}" type="sibTrans" cxnId="{E8A46B67-77C0-4477-B5C5-C641F8BC0F8D}">
      <dgm:prSet/>
      <dgm:spPr/>
      <dgm:t>
        <a:bodyPr/>
        <a:lstStyle/>
        <a:p>
          <a:endParaRPr lang="en-US" sz="1600"/>
        </a:p>
      </dgm:t>
    </dgm:pt>
    <dgm:pt modelId="{22645EA4-7FEB-457D-BEA1-9DB77A111D20}">
      <dgm:prSet custT="1"/>
      <dgm:spPr/>
      <dgm:t>
        <a:bodyPr/>
        <a:lstStyle/>
        <a:p>
          <a:r>
            <a:rPr lang="en-GB" sz="2400" b="1"/>
            <a:t>Review sessions</a:t>
          </a:r>
          <a:endParaRPr lang="en-US" sz="2400"/>
        </a:p>
      </dgm:t>
    </dgm:pt>
    <dgm:pt modelId="{5731DC79-01CC-451B-9952-797654025571}" type="parTrans" cxnId="{DEB95F20-697F-4962-A209-3A83162D1EA1}">
      <dgm:prSet/>
      <dgm:spPr/>
      <dgm:t>
        <a:bodyPr/>
        <a:lstStyle/>
        <a:p>
          <a:endParaRPr lang="en-US" sz="1600"/>
        </a:p>
      </dgm:t>
    </dgm:pt>
    <dgm:pt modelId="{17FF4D2B-FB7D-4F22-BD81-CEDB589B243D}" type="sibTrans" cxnId="{DEB95F20-697F-4962-A209-3A83162D1EA1}">
      <dgm:prSet/>
      <dgm:spPr/>
      <dgm:t>
        <a:bodyPr/>
        <a:lstStyle/>
        <a:p>
          <a:endParaRPr lang="en-US" sz="1600"/>
        </a:p>
      </dgm:t>
    </dgm:pt>
    <dgm:pt modelId="{EFF02B35-C944-4EC8-A444-8EE38D8CB21C}">
      <dgm:prSet custT="1"/>
      <dgm:spPr/>
      <dgm:t>
        <a:bodyPr/>
        <a:lstStyle/>
        <a:p>
          <a:r>
            <a:rPr lang="en-GB" sz="2400" b="1"/>
            <a:t>Self-teach moments</a:t>
          </a:r>
          <a:endParaRPr lang="en-US" sz="2400"/>
        </a:p>
      </dgm:t>
    </dgm:pt>
    <dgm:pt modelId="{62622161-6C93-4427-8769-3764E9A7E672}" type="parTrans" cxnId="{2D8F9887-317C-4A28-91AC-61E115BDCF14}">
      <dgm:prSet/>
      <dgm:spPr/>
      <dgm:t>
        <a:bodyPr/>
        <a:lstStyle/>
        <a:p>
          <a:endParaRPr lang="en-US" sz="1600"/>
        </a:p>
      </dgm:t>
    </dgm:pt>
    <dgm:pt modelId="{13511430-4970-481A-AB60-FBBD3EA2964D}" type="sibTrans" cxnId="{2D8F9887-317C-4A28-91AC-61E115BDCF14}">
      <dgm:prSet/>
      <dgm:spPr/>
      <dgm:t>
        <a:bodyPr/>
        <a:lstStyle/>
        <a:p>
          <a:endParaRPr lang="en-US" sz="1600"/>
        </a:p>
      </dgm:t>
    </dgm:pt>
    <dgm:pt modelId="{21BB912D-08D5-4D00-8A02-0C11BB3A98B1}">
      <dgm:prSet custT="1"/>
      <dgm:spPr/>
      <dgm:t>
        <a:bodyPr/>
        <a:lstStyle/>
        <a:p>
          <a:r>
            <a:rPr lang="en-GB" sz="2400" b="1" dirty="0"/>
            <a:t>Labs – </a:t>
          </a:r>
          <a:r>
            <a:rPr lang="en-GB" sz="1800" b="0" dirty="0"/>
            <a:t>more than 50% of the course</a:t>
          </a:r>
          <a:endParaRPr lang="en-US" sz="2400" b="0" dirty="0"/>
        </a:p>
      </dgm:t>
    </dgm:pt>
    <dgm:pt modelId="{DD8F0F2B-A86E-4819-AA50-30BD85FA3FCD}" type="parTrans" cxnId="{79D3B242-8611-4306-85B1-031B6AB77092}">
      <dgm:prSet/>
      <dgm:spPr/>
      <dgm:t>
        <a:bodyPr/>
        <a:lstStyle/>
        <a:p>
          <a:endParaRPr lang="en-US" sz="1600"/>
        </a:p>
      </dgm:t>
    </dgm:pt>
    <dgm:pt modelId="{E0376D30-67D4-4644-896E-E3A65C4EBC3D}" type="sibTrans" cxnId="{79D3B242-8611-4306-85B1-031B6AB77092}">
      <dgm:prSet/>
      <dgm:spPr/>
      <dgm:t>
        <a:bodyPr/>
        <a:lstStyle/>
        <a:p>
          <a:endParaRPr lang="en-US" sz="1600"/>
        </a:p>
      </dgm:t>
    </dgm:pt>
    <dgm:pt modelId="{A15324D0-E3E1-4EDD-9A26-3E4542ACD3B1}">
      <dgm:prSet custT="1"/>
      <dgm:spPr/>
      <dgm:t>
        <a:bodyPr/>
        <a:lstStyle/>
        <a:p>
          <a:r>
            <a:rPr lang="en-GB" sz="2400" b="1" kern="1200" dirty="0"/>
            <a:t>Course </a:t>
          </a:r>
          <a:r>
            <a:rPr lang="en-GB" sz="2400" b="1" kern="1200" dirty="0">
              <a:solidFill>
                <a:srgbClr val="FFFFFF"/>
              </a:solidFill>
              <a:latin typeface="Montserrat"/>
              <a:ea typeface="+mn-ea"/>
              <a:cs typeface="+mn-cs"/>
            </a:rPr>
            <a:t>Slides and Labs</a:t>
          </a:r>
          <a:endParaRPr lang="en-US" sz="2400" b="1" kern="1200" dirty="0">
            <a:solidFill>
              <a:srgbClr val="FFFFFF"/>
            </a:solidFill>
            <a:latin typeface="Montserrat"/>
            <a:ea typeface="+mn-ea"/>
            <a:cs typeface="+mn-cs"/>
          </a:endParaRPr>
        </a:p>
      </dgm:t>
    </dgm:pt>
    <dgm:pt modelId="{177F2BBC-3B29-4752-AF41-C4326443C84E}" type="parTrans" cxnId="{77C1CA74-DEDA-409D-A464-BAA695FC2710}">
      <dgm:prSet/>
      <dgm:spPr/>
      <dgm:t>
        <a:bodyPr/>
        <a:lstStyle/>
        <a:p>
          <a:endParaRPr lang="en-US" sz="1600"/>
        </a:p>
      </dgm:t>
    </dgm:pt>
    <dgm:pt modelId="{4AD671D6-06E8-4574-A18D-EDE1EF42E7B7}" type="sibTrans" cxnId="{77C1CA74-DEDA-409D-A464-BAA695FC2710}">
      <dgm:prSet/>
      <dgm:spPr/>
      <dgm:t>
        <a:bodyPr/>
        <a:lstStyle/>
        <a:p>
          <a:endParaRPr lang="en-US" sz="1600"/>
        </a:p>
      </dgm:t>
    </dgm:pt>
    <dgm:pt modelId="{2F677984-5A57-4B36-A4E3-3E20316BE282}" type="pres">
      <dgm:prSet presAssocID="{D9660798-8D94-49E7-813A-CF197E656B98}" presName="linear" presStyleCnt="0">
        <dgm:presLayoutVars>
          <dgm:animLvl val="lvl"/>
          <dgm:resizeHandles val="exact"/>
        </dgm:presLayoutVars>
      </dgm:prSet>
      <dgm:spPr/>
    </dgm:pt>
    <dgm:pt modelId="{4D91646B-9E4A-433E-9068-6B8DD323F55A}" type="pres">
      <dgm:prSet presAssocID="{28445A0D-2564-4112-A7DA-9C778EA8C1EB}" presName="parentText" presStyleLbl="node1" presStyleIdx="0" presStyleCnt="7">
        <dgm:presLayoutVars>
          <dgm:chMax val="0"/>
          <dgm:bulletEnabled val="1"/>
        </dgm:presLayoutVars>
      </dgm:prSet>
      <dgm:spPr/>
    </dgm:pt>
    <dgm:pt modelId="{3FDB4573-F08C-49C2-A315-972CFB83012E}" type="pres">
      <dgm:prSet presAssocID="{C5EB6930-C127-49C3-BF47-D27074D5BAA3}" presName="spacer" presStyleCnt="0"/>
      <dgm:spPr/>
    </dgm:pt>
    <dgm:pt modelId="{BE91BF1A-9DDA-4426-A8B4-444EC09330B1}" type="pres">
      <dgm:prSet presAssocID="{A9B1E71D-5292-40AB-BBCB-8073794DE383}" presName="parentText" presStyleLbl="node1" presStyleIdx="1" presStyleCnt="7">
        <dgm:presLayoutVars>
          <dgm:chMax val="0"/>
          <dgm:bulletEnabled val="1"/>
        </dgm:presLayoutVars>
      </dgm:prSet>
      <dgm:spPr/>
    </dgm:pt>
    <dgm:pt modelId="{A3E3CE60-2FCD-4D14-B09A-2738EB2B1109}" type="pres">
      <dgm:prSet presAssocID="{17A04360-143F-4E35-8EC9-FF968FDD31F1}" presName="spacer" presStyleCnt="0"/>
      <dgm:spPr/>
    </dgm:pt>
    <dgm:pt modelId="{7D8C394C-CBB2-48EE-ADF6-202CB99B1770}" type="pres">
      <dgm:prSet presAssocID="{C9F87A3C-77E9-4AE6-9262-27EBE15C5057}" presName="parentText" presStyleLbl="node1" presStyleIdx="2" presStyleCnt="7">
        <dgm:presLayoutVars>
          <dgm:chMax val="0"/>
          <dgm:bulletEnabled val="1"/>
        </dgm:presLayoutVars>
      </dgm:prSet>
      <dgm:spPr/>
    </dgm:pt>
    <dgm:pt modelId="{A2AA4E07-00D8-40FD-B066-2FFF2F47A9D7}" type="pres">
      <dgm:prSet presAssocID="{EE6C0B7C-C703-4C68-99A9-658DB0A5C0C5}" presName="spacer" presStyleCnt="0"/>
      <dgm:spPr/>
    </dgm:pt>
    <dgm:pt modelId="{EDA1E7C6-11BC-456E-B017-2B1EAB102E8D}" type="pres">
      <dgm:prSet presAssocID="{22645EA4-7FEB-457D-BEA1-9DB77A111D20}" presName="parentText" presStyleLbl="node1" presStyleIdx="3" presStyleCnt="7">
        <dgm:presLayoutVars>
          <dgm:chMax val="0"/>
          <dgm:bulletEnabled val="1"/>
        </dgm:presLayoutVars>
      </dgm:prSet>
      <dgm:spPr/>
    </dgm:pt>
    <dgm:pt modelId="{066F21D1-DD6A-48F9-A93C-017BC1B60D82}" type="pres">
      <dgm:prSet presAssocID="{17FF4D2B-FB7D-4F22-BD81-CEDB589B243D}" presName="spacer" presStyleCnt="0"/>
      <dgm:spPr/>
    </dgm:pt>
    <dgm:pt modelId="{1A91805B-A8C7-4194-847E-571124C56306}" type="pres">
      <dgm:prSet presAssocID="{EFF02B35-C944-4EC8-A444-8EE38D8CB21C}" presName="parentText" presStyleLbl="node1" presStyleIdx="4" presStyleCnt="7">
        <dgm:presLayoutVars>
          <dgm:chMax val="0"/>
          <dgm:bulletEnabled val="1"/>
        </dgm:presLayoutVars>
      </dgm:prSet>
      <dgm:spPr/>
    </dgm:pt>
    <dgm:pt modelId="{96190415-D154-4A51-A06F-D41FAC58C360}" type="pres">
      <dgm:prSet presAssocID="{13511430-4970-481A-AB60-FBBD3EA2964D}" presName="spacer" presStyleCnt="0"/>
      <dgm:spPr/>
    </dgm:pt>
    <dgm:pt modelId="{D4BECE17-8D8F-4543-BBCA-2370F29ABEC9}" type="pres">
      <dgm:prSet presAssocID="{21BB912D-08D5-4D00-8A02-0C11BB3A98B1}" presName="parentText" presStyleLbl="node1" presStyleIdx="5" presStyleCnt="7">
        <dgm:presLayoutVars>
          <dgm:chMax val="0"/>
          <dgm:bulletEnabled val="1"/>
        </dgm:presLayoutVars>
      </dgm:prSet>
      <dgm:spPr/>
    </dgm:pt>
    <dgm:pt modelId="{F0340EFC-006E-4A1D-BF94-756462BCE725}" type="pres">
      <dgm:prSet presAssocID="{E0376D30-67D4-4644-896E-E3A65C4EBC3D}" presName="spacer" presStyleCnt="0"/>
      <dgm:spPr/>
    </dgm:pt>
    <dgm:pt modelId="{7DEA84F3-56ED-4A82-A008-D99DE317CB00}" type="pres">
      <dgm:prSet presAssocID="{A15324D0-E3E1-4EDD-9A26-3E4542ACD3B1}" presName="parentText" presStyleLbl="node1" presStyleIdx="6" presStyleCnt="7">
        <dgm:presLayoutVars>
          <dgm:chMax val="0"/>
          <dgm:bulletEnabled val="1"/>
        </dgm:presLayoutVars>
      </dgm:prSet>
      <dgm:spPr/>
    </dgm:pt>
  </dgm:ptLst>
  <dgm:cxnLst>
    <dgm:cxn modelId="{E2CA1D02-2B0D-4040-90CD-95519C9AD5E8}" type="presOf" srcId="{21BB912D-08D5-4D00-8A02-0C11BB3A98B1}" destId="{D4BECE17-8D8F-4543-BBCA-2370F29ABEC9}" srcOrd="0" destOrd="0" presId="urn:microsoft.com/office/officeart/2005/8/layout/vList2"/>
    <dgm:cxn modelId="{250DD40D-AC42-4F27-B44B-CADB0CFB3C30}" type="presOf" srcId="{A15324D0-E3E1-4EDD-9A26-3E4542ACD3B1}" destId="{7DEA84F3-56ED-4A82-A008-D99DE317CB00}" srcOrd="0" destOrd="0" presId="urn:microsoft.com/office/officeart/2005/8/layout/vList2"/>
    <dgm:cxn modelId="{DEB95F20-697F-4962-A209-3A83162D1EA1}" srcId="{D9660798-8D94-49E7-813A-CF197E656B98}" destId="{22645EA4-7FEB-457D-BEA1-9DB77A111D20}" srcOrd="3" destOrd="0" parTransId="{5731DC79-01CC-451B-9952-797654025571}" sibTransId="{17FF4D2B-FB7D-4F22-BD81-CEDB589B243D}"/>
    <dgm:cxn modelId="{EBCB752F-2387-4B17-8DAD-9CD74F8F9A15}" type="presOf" srcId="{A9B1E71D-5292-40AB-BBCB-8073794DE383}" destId="{BE91BF1A-9DDA-4426-A8B4-444EC09330B1}" srcOrd="0" destOrd="0" presId="urn:microsoft.com/office/officeart/2005/8/layout/vList2"/>
    <dgm:cxn modelId="{1BC72830-4258-4FB4-AD78-7AD43B1D39BB}" type="presOf" srcId="{C9F87A3C-77E9-4AE6-9262-27EBE15C5057}" destId="{7D8C394C-CBB2-48EE-ADF6-202CB99B1770}" srcOrd="0" destOrd="0" presId="urn:microsoft.com/office/officeart/2005/8/layout/vList2"/>
    <dgm:cxn modelId="{2CDF663B-726A-47A7-B79C-A04D122E15E1}" srcId="{D9660798-8D94-49E7-813A-CF197E656B98}" destId="{A9B1E71D-5292-40AB-BBCB-8073794DE383}" srcOrd="1" destOrd="0" parTransId="{4DFFB8A1-44EA-4E75-96EF-ACF13C054D29}" sibTransId="{17A04360-143F-4E35-8EC9-FF968FDD31F1}"/>
    <dgm:cxn modelId="{79D3B242-8611-4306-85B1-031B6AB77092}" srcId="{D9660798-8D94-49E7-813A-CF197E656B98}" destId="{21BB912D-08D5-4D00-8A02-0C11BB3A98B1}" srcOrd="5" destOrd="0" parTransId="{DD8F0F2B-A86E-4819-AA50-30BD85FA3FCD}" sibTransId="{E0376D30-67D4-4644-896E-E3A65C4EBC3D}"/>
    <dgm:cxn modelId="{82091246-42D1-4412-BA80-8A50785F5106}" srcId="{D9660798-8D94-49E7-813A-CF197E656B98}" destId="{28445A0D-2564-4112-A7DA-9C778EA8C1EB}" srcOrd="0" destOrd="0" parTransId="{FC4B9089-D37C-463E-9D37-1E83A3716855}" sibTransId="{C5EB6930-C127-49C3-BF47-D27074D5BAA3}"/>
    <dgm:cxn modelId="{E8A46B67-77C0-4477-B5C5-C641F8BC0F8D}" srcId="{D9660798-8D94-49E7-813A-CF197E656B98}" destId="{C9F87A3C-77E9-4AE6-9262-27EBE15C5057}" srcOrd="2" destOrd="0" parTransId="{0EFB674B-8BA8-435D-A7C1-26404E3D3A85}" sibTransId="{EE6C0B7C-C703-4C68-99A9-658DB0A5C0C5}"/>
    <dgm:cxn modelId="{28170C6E-4A14-4535-8460-0B8A098AFD2C}" type="presOf" srcId="{EFF02B35-C944-4EC8-A444-8EE38D8CB21C}" destId="{1A91805B-A8C7-4194-847E-571124C56306}" srcOrd="0" destOrd="0" presId="urn:microsoft.com/office/officeart/2005/8/layout/vList2"/>
    <dgm:cxn modelId="{77C1CA74-DEDA-409D-A464-BAA695FC2710}" srcId="{D9660798-8D94-49E7-813A-CF197E656B98}" destId="{A15324D0-E3E1-4EDD-9A26-3E4542ACD3B1}" srcOrd="6" destOrd="0" parTransId="{177F2BBC-3B29-4752-AF41-C4326443C84E}" sibTransId="{4AD671D6-06E8-4574-A18D-EDE1EF42E7B7}"/>
    <dgm:cxn modelId="{2D8F9887-317C-4A28-91AC-61E115BDCF14}" srcId="{D9660798-8D94-49E7-813A-CF197E656B98}" destId="{EFF02B35-C944-4EC8-A444-8EE38D8CB21C}" srcOrd="4" destOrd="0" parTransId="{62622161-6C93-4427-8769-3764E9A7E672}" sibTransId="{13511430-4970-481A-AB60-FBBD3EA2964D}"/>
    <dgm:cxn modelId="{83EA52B7-8DD2-4469-AB2F-B91D83F0B0CF}" type="presOf" srcId="{28445A0D-2564-4112-A7DA-9C778EA8C1EB}" destId="{4D91646B-9E4A-433E-9068-6B8DD323F55A}" srcOrd="0" destOrd="0" presId="urn:microsoft.com/office/officeart/2005/8/layout/vList2"/>
    <dgm:cxn modelId="{B157D3E8-3D8F-4618-B762-EC945D2A4276}" type="presOf" srcId="{D9660798-8D94-49E7-813A-CF197E656B98}" destId="{2F677984-5A57-4B36-A4E3-3E20316BE282}" srcOrd="0" destOrd="0" presId="urn:microsoft.com/office/officeart/2005/8/layout/vList2"/>
    <dgm:cxn modelId="{243FA4F5-28ED-41CA-875F-A7A62DFFA264}" type="presOf" srcId="{22645EA4-7FEB-457D-BEA1-9DB77A111D20}" destId="{EDA1E7C6-11BC-456E-B017-2B1EAB102E8D}" srcOrd="0" destOrd="0" presId="urn:microsoft.com/office/officeart/2005/8/layout/vList2"/>
    <dgm:cxn modelId="{E557A413-17DE-4FCA-91B1-6B7553785744}" type="presParOf" srcId="{2F677984-5A57-4B36-A4E3-3E20316BE282}" destId="{4D91646B-9E4A-433E-9068-6B8DD323F55A}" srcOrd="0" destOrd="0" presId="urn:microsoft.com/office/officeart/2005/8/layout/vList2"/>
    <dgm:cxn modelId="{DF4FD290-0D16-4D9F-A991-07658BDFC400}" type="presParOf" srcId="{2F677984-5A57-4B36-A4E3-3E20316BE282}" destId="{3FDB4573-F08C-49C2-A315-972CFB83012E}" srcOrd="1" destOrd="0" presId="urn:microsoft.com/office/officeart/2005/8/layout/vList2"/>
    <dgm:cxn modelId="{8D60070C-AD53-494D-AEF6-A9300C4197A5}" type="presParOf" srcId="{2F677984-5A57-4B36-A4E3-3E20316BE282}" destId="{BE91BF1A-9DDA-4426-A8B4-444EC09330B1}" srcOrd="2" destOrd="0" presId="urn:microsoft.com/office/officeart/2005/8/layout/vList2"/>
    <dgm:cxn modelId="{A42ADBA1-4BFA-4220-8898-936219A2D815}" type="presParOf" srcId="{2F677984-5A57-4B36-A4E3-3E20316BE282}" destId="{A3E3CE60-2FCD-4D14-B09A-2738EB2B1109}" srcOrd="3" destOrd="0" presId="urn:microsoft.com/office/officeart/2005/8/layout/vList2"/>
    <dgm:cxn modelId="{0D2B10A8-2C0C-4515-B89F-64CE30A7EFBD}" type="presParOf" srcId="{2F677984-5A57-4B36-A4E3-3E20316BE282}" destId="{7D8C394C-CBB2-48EE-ADF6-202CB99B1770}" srcOrd="4" destOrd="0" presId="urn:microsoft.com/office/officeart/2005/8/layout/vList2"/>
    <dgm:cxn modelId="{4DCAF70D-5DD7-444E-9FAD-C5AD9C6E51D8}" type="presParOf" srcId="{2F677984-5A57-4B36-A4E3-3E20316BE282}" destId="{A2AA4E07-00D8-40FD-B066-2FFF2F47A9D7}" srcOrd="5" destOrd="0" presId="urn:microsoft.com/office/officeart/2005/8/layout/vList2"/>
    <dgm:cxn modelId="{446A5103-5ABB-463E-B0F8-29CEA3328553}" type="presParOf" srcId="{2F677984-5A57-4B36-A4E3-3E20316BE282}" destId="{EDA1E7C6-11BC-456E-B017-2B1EAB102E8D}" srcOrd="6" destOrd="0" presId="urn:microsoft.com/office/officeart/2005/8/layout/vList2"/>
    <dgm:cxn modelId="{B1E597DE-F9AC-490D-98D8-7F307AB96A17}" type="presParOf" srcId="{2F677984-5A57-4B36-A4E3-3E20316BE282}" destId="{066F21D1-DD6A-48F9-A93C-017BC1B60D82}" srcOrd="7" destOrd="0" presId="urn:microsoft.com/office/officeart/2005/8/layout/vList2"/>
    <dgm:cxn modelId="{355090E4-D4AF-4C51-AC35-EBAE0DDF3437}" type="presParOf" srcId="{2F677984-5A57-4B36-A4E3-3E20316BE282}" destId="{1A91805B-A8C7-4194-847E-571124C56306}" srcOrd="8" destOrd="0" presId="urn:microsoft.com/office/officeart/2005/8/layout/vList2"/>
    <dgm:cxn modelId="{1E4B28E3-04AA-453B-9D37-7B3E086A96A3}" type="presParOf" srcId="{2F677984-5A57-4B36-A4E3-3E20316BE282}" destId="{96190415-D154-4A51-A06F-D41FAC58C360}" srcOrd="9" destOrd="0" presId="urn:microsoft.com/office/officeart/2005/8/layout/vList2"/>
    <dgm:cxn modelId="{AC54A2D8-A3A4-4742-9638-425453ECD567}" type="presParOf" srcId="{2F677984-5A57-4B36-A4E3-3E20316BE282}" destId="{D4BECE17-8D8F-4543-BBCA-2370F29ABEC9}" srcOrd="10" destOrd="0" presId="urn:microsoft.com/office/officeart/2005/8/layout/vList2"/>
    <dgm:cxn modelId="{BAF014D1-225A-439A-AB36-433BF4B6ACC2}" type="presParOf" srcId="{2F677984-5A57-4B36-A4E3-3E20316BE282}" destId="{F0340EFC-006E-4A1D-BF94-756462BCE725}" srcOrd="11" destOrd="0" presId="urn:microsoft.com/office/officeart/2005/8/layout/vList2"/>
    <dgm:cxn modelId="{34048E8C-EB44-4AD5-B16F-5C5D7BDCEDB6}" type="presParOf" srcId="{2F677984-5A57-4B36-A4E3-3E20316BE282}" destId="{7DEA84F3-56ED-4A82-A008-D99DE317CB00}"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9DB4016-A75E-4D8F-A680-AC7063780AC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FA4D89E-1172-405E-95DD-132537E5313D}">
      <dgm:prSet/>
      <dgm:spPr/>
      <dgm:t>
        <a:bodyPr/>
        <a:lstStyle/>
        <a:p>
          <a:r>
            <a:rPr lang="en-GB" b="1" dirty="0"/>
            <a:t>Name</a:t>
          </a:r>
          <a:endParaRPr lang="en-US" b="1" dirty="0"/>
        </a:p>
      </dgm:t>
    </dgm:pt>
    <dgm:pt modelId="{1CE39B54-B655-4D75-BFC8-9E8A1142D8D6}" type="parTrans" cxnId="{D15DA4BA-EF10-4B8B-BBEA-AB9CA03BD56E}">
      <dgm:prSet/>
      <dgm:spPr/>
      <dgm:t>
        <a:bodyPr/>
        <a:lstStyle/>
        <a:p>
          <a:endParaRPr lang="en-US" b="1"/>
        </a:p>
      </dgm:t>
    </dgm:pt>
    <dgm:pt modelId="{F1D377C4-6D11-4E45-8DB4-7D0D36483C7A}" type="sibTrans" cxnId="{D15DA4BA-EF10-4B8B-BBEA-AB9CA03BD56E}">
      <dgm:prSet/>
      <dgm:spPr/>
      <dgm:t>
        <a:bodyPr/>
        <a:lstStyle/>
        <a:p>
          <a:endParaRPr lang="en-US" b="1"/>
        </a:p>
      </dgm:t>
    </dgm:pt>
    <dgm:pt modelId="{39CF8EED-6256-4DFD-AC75-08C6FE784F45}">
      <dgm:prSet/>
      <dgm:spPr/>
      <dgm:t>
        <a:bodyPr/>
        <a:lstStyle/>
        <a:p>
          <a:r>
            <a:rPr lang="en-GB" b="1"/>
            <a:t>Job</a:t>
          </a:r>
          <a:endParaRPr lang="en-US" b="1"/>
        </a:p>
      </dgm:t>
    </dgm:pt>
    <dgm:pt modelId="{C6FD959E-0C33-4DA0-996C-9C43ACE949E8}" type="parTrans" cxnId="{9DC3078B-16AE-4C87-9C68-94814B079A8E}">
      <dgm:prSet/>
      <dgm:spPr/>
      <dgm:t>
        <a:bodyPr/>
        <a:lstStyle/>
        <a:p>
          <a:endParaRPr lang="en-US" b="1"/>
        </a:p>
      </dgm:t>
    </dgm:pt>
    <dgm:pt modelId="{986F3A59-1ADB-47E2-AF11-4D88FB5BB4C0}" type="sibTrans" cxnId="{9DC3078B-16AE-4C87-9C68-94814B079A8E}">
      <dgm:prSet/>
      <dgm:spPr/>
      <dgm:t>
        <a:bodyPr/>
        <a:lstStyle/>
        <a:p>
          <a:endParaRPr lang="en-US" b="1"/>
        </a:p>
      </dgm:t>
    </dgm:pt>
    <dgm:pt modelId="{1737F8E3-5FD3-4504-8212-DB92B80ABC7A}">
      <dgm:prSet/>
      <dgm:spPr/>
      <dgm:t>
        <a:bodyPr/>
        <a:lstStyle/>
        <a:p>
          <a:r>
            <a:rPr lang="en-GB" b="1" dirty="0"/>
            <a:t>Coding experience C#, OO</a:t>
          </a:r>
          <a:endParaRPr lang="en-US" b="1" dirty="0"/>
        </a:p>
      </dgm:t>
    </dgm:pt>
    <dgm:pt modelId="{093C85CC-B3F2-4082-81FD-6B1402B3DDA0}" type="parTrans" cxnId="{92854069-11AF-42FC-9637-910363C6FAF7}">
      <dgm:prSet/>
      <dgm:spPr/>
      <dgm:t>
        <a:bodyPr/>
        <a:lstStyle/>
        <a:p>
          <a:endParaRPr lang="en-US" b="1"/>
        </a:p>
      </dgm:t>
    </dgm:pt>
    <dgm:pt modelId="{A47F67AE-011C-4720-B8D7-21796F62B526}" type="sibTrans" cxnId="{92854069-11AF-42FC-9637-910363C6FAF7}">
      <dgm:prSet/>
      <dgm:spPr/>
      <dgm:t>
        <a:bodyPr/>
        <a:lstStyle/>
        <a:p>
          <a:endParaRPr lang="en-US" b="1"/>
        </a:p>
      </dgm:t>
    </dgm:pt>
    <dgm:pt modelId="{6D8FF53F-EB59-4015-939C-0BCFB04B6916}">
      <dgm:prSet/>
      <dgm:spPr/>
      <dgm:t>
        <a:bodyPr/>
        <a:lstStyle/>
        <a:p>
          <a:r>
            <a:rPr lang="en-GB" b="1" dirty="0"/>
            <a:t>Completed the pre-course studies?</a:t>
          </a:r>
          <a:endParaRPr lang="en-US" b="1" dirty="0"/>
        </a:p>
      </dgm:t>
    </dgm:pt>
    <dgm:pt modelId="{5DF42D0A-5092-431C-88AE-C94AC2B2042B}" type="parTrans" cxnId="{84E59DEC-8DBC-4FC8-86A5-5BCECF4DC335}">
      <dgm:prSet/>
      <dgm:spPr/>
      <dgm:t>
        <a:bodyPr/>
        <a:lstStyle/>
        <a:p>
          <a:endParaRPr lang="en-US" b="1"/>
        </a:p>
      </dgm:t>
    </dgm:pt>
    <dgm:pt modelId="{30726A79-0767-4740-B06A-3B2B28F65DEC}" type="sibTrans" cxnId="{84E59DEC-8DBC-4FC8-86A5-5BCECF4DC335}">
      <dgm:prSet/>
      <dgm:spPr/>
      <dgm:t>
        <a:bodyPr/>
        <a:lstStyle/>
        <a:p>
          <a:endParaRPr lang="en-US" b="1"/>
        </a:p>
      </dgm:t>
    </dgm:pt>
    <dgm:pt modelId="{AE6D27D1-F778-4E00-A18C-81EDB378111B}">
      <dgm:prSet/>
      <dgm:spPr/>
      <dgm:t>
        <a:bodyPr/>
        <a:lstStyle/>
        <a:p>
          <a:r>
            <a:rPr lang="en-GB" b="1"/>
            <a:t>What do you do for fun!</a:t>
          </a:r>
          <a:endParaRPr lang="en-US" b="1"/>
        </a:p>
      </dgm:t>
    </dgm:pt>
    <dgm:pt modelId="{192E08F3-474C-49BD-81B7-B98E5F9083F2}" type="parTrans" cxnId="{E7408BCB-A96A-4E5A-A905-16EC49921991}">
      <dgm:prSet/>
      <dgm:spPr/>
      <dgm:t>
        <a:bodyPr/>
        <a:lstStyle/>
        <a:p>
          <a:endParaRPr lang="en-US" b="1"/>
        </a:p>
      </dgm:t>
    </dgm:pt>
    <dgm:pt modelId="{D9A939A2-D355-463D-8DEB-8D3B1E26C355}" type="sibTrans" cxnId="{E7408BCB-A96A-4E5A-A905-16EC49921991}">
      <dgm:prSet/>
      <dgm:spPr/>
      <dgm:t>
        <a:bodyPr/>
        <a:lstStyle/>
        <a:p>
          <a:endParaRPr lang="en-US" b="1"/>
        </a:p>
      </dgm:t>
    </dgm:pt>
    <dgm:pt modelId="{F46012EA-A43B-428F-AA29-3D12DD04DB57}" type="pres">
      <dgm:prSet presAssocID="{19DB4016-A75E-4D8F-A680-AC7063780AC4}" presName="root" presStyleCnt="0">
        <dgm:presLayoutVars>
          <dgm:dir/>
          <dgm:resizeHandles val="exact"/>
        </dgm:presLayoutVars>
      </dgm:prSet>
      <dgm:spPr/>
    </dgm:pt>
    <dgm:pt modelId="{DA776000-5906-44A0-A10C-D18CC578EEA3}" type="pres">
      <dgm:prSet presAssocID="{5FA4D89E-1172-405E-95DD-132537E5313D}" presName="compNode" presStyleCnt="0"/>
      <dgm:spPr/>
    </dgm:pt>
    <dgm:pt modelId="{C415C7FC-6E8E-4C33-B27E-CF637EECFCC5}" type="pres">
      <dgm:prSet presAssocID="{5FA4D89E-1172-405E-95DD-132537E5313D}" presName="bgRect" presStyleLbl="bgShp" presStyleIdx="0" presStyleCnt="5"/>
      <dgm:spPr/>
    </dgm:pt>
    <dgm:pt modelId="{8A6D179F-8F14-40D6-8906-BD64A83152F7}" type="pres">
      <dgm:prSet presAssocID="{5FA4D89E-1172-405E-95DD-132537E5313D}" presName="icon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Employee badge with solid fill"/>
        </a:ext>
      </dgm:extLst>
    </dgm:pt>
    <dgm:pt modelId="{9309A0CF-2584-4DAC-972C-374118DC2525}" type="pres">
      <dgm:prSet presAssocID="{5FA4D89E-1172-405E-95DD-132537E5313D}" presName="spaceRect" presStyleCnt="0"/>
      <dgm:spPr/>
    </dgm:pt>
    <dgm:pt modelId="{BB54E470-29E2-4BC7-BDAF-F366D930B069}" type="pres">
      <dgm:prSet presAssocID="{5FA4D89E-1172-405E-95DD-132537E5313D}" presName="parTx" presStyleLbl="revTx" presStyleIdx="0" presStyleCnt="5">
        <dgm:presLayoutVars>
          <dgm:chMax val="0"/>
          <dgm:chPref val="0"/>
        </dgm:presLayoutVars>
      </dgm:prSet>
      <dgm:spPr/>
    </dgm:pt>
    <dgm:pt modelId="{14D12BC0-CE1D-4798-8C8F-C5903936CCDE}" type="pres">
      <dgm:prSet presAssocID="{F1D377C4-6D11-4E45-8DB4-7D0D36483C7A}" presName="sibTrans" presStyleCnt="0"/>
      <dgm:spPr/>
    </dgm:pt>
    <dgm:pt modelId="{BF932830-AA2D-490B-86FD-C5DAE251552E}" type="pres">
      <dgm:prSet presAssocID="{39CF8EED-6256-4DFD-AC75-08C6FE784F45}" presName="compNode" presStyleCnt="0"/>
      <dgm:spPr/>
    </dgm:pt>
    <dgm:pt modelId="{0D506803-3FDA-4B86-9B79-5D4B81B71C32}" type="pres">
      <dgm:prSet presAssocID="{39CF8EED-6256-4DFD-AC75-08C6FE784F45}" presName="bgRect" presStyleLbl="bgShp" presStyleIdx="1" presStyleCnt="5"/>
      <dgm:spPr/>
    </dgm:pt>
    <dgm:pt modelId="{963CA0C1-97B2-4172-A8EE-0DCB268B9B58}" type="pres">
      <dgm:prSet presAssocID="{39CF8EED-6256-4DFD-AC75-08C6FE784F45}"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670D92B4-C3D1-4039-A180-D66CE16E0D26}" type="pres">
      <dgm:prSet presAssocID="{39CF8EED-6256-4DFD-AC75-08C6FE784F45}" presName="spaceRect" presStyleCnt="0"/>
      <dgm:spPr/>
    </dgm:pt>
    <dgm:pt modelId="{0C110DE3-9F05-4722-A9AC-3B963321DE84}" type="pres">
      <dgm:prSet presAssocID="{39CF8EED-6256-4DFD-AC75-08C6FE784F45}" presName="parTx" presStyleLbl="revTx" presStyleIdx="1" presStyleCnt="5">
        <dgm:presLayoutVars>
          <dgm:chMax val="0"/>
          <dgm:chPref val="0"/>
        </dgm:presLayoutVars>
      </dgm:prSet>
      <dgm:spPr/>
    </dgm:pt>
    <dgm:pt modelId="{8E250105-4D90-451B-ADE9-BCD49EB22250}" type="pres">
      <dgm:prSet presAssocID="{986F3A59-1ADB-47E2-AF11-4D88FB5BB4C0}" presName="sibTrans" presStyleCnt="0"/>
      <dgm:spPr/>
    </dgm:pt>
    <dgm:pt modelId="{21FC6F46-7FE3-4BE0-BDB1-B20245B8FC04}" type="pres">
      <dgm:prSet presAssocID="{1737F8E3-5FD3-4504-8212-DB92B80ABC7A}" presName="compNode" presStyleCnt="0"/>
      <dgm:spPr/>
    </dgm:pt>
    <dgm:pt modelId="{7CF69285-FC7C-4A82-8298-EEA35A353961}" type="pres">
      <dgm:prSet presAssocID="{1737F8E3-5FD3-4504-8212-DB92B80ABC7A}" presName="bgRect" presStyleLbl="bgShp" presStyleIdx="2" presStyleCnt="5"/>
      <dgm:spPr/>
    </dgm:pt>
    <dgm:pt modelId="{0AAC592F-D419-4D9C-B966-C2B2E0388C1E}" type="pres">
      <dgm:prSet presAssocID="{1737F8E3-5FD3-4504-8212-DB92B80ABC7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aptop"/>
        </a:ext>
      </dgm:extLst>
    </dgm:pt>
    <dgm:pt modelId="{2AF55137-600D-44B0-A3C7-7A238D6E89B0}" type="pres">
      <dgm:prSet presAssocID="{1737F8E3-5FD3-4504-8212-DB92B80ABC7A}" presName="spaceRect" presStyleCnt="0"/>
      <dgm:spPr/>
    </dgm:pt>
    <dgm:pt modelId="{12244BD1-B3B6-48F3-A71D-EE179836A400}" type="pres">
      <dgm:prSet presAssocID="{1737F8E3-5FD3-4504-8212-DB92B80ABC7A}" presName="parTx" presStyleLbl="revTx" presStyleIdx="2" presStyleCnt="5">
        <dgm:presLayoutVars>
          <dgm:chMax val="0"/>
          <dgm:chPref val="0"/>
        </dgm:presLayoutVars>
      </dgm:prSet>
      <dgm:spPr/>
    </dgm:pt>
    <dgm:pt modelId="{ED61B14C-B347-4189-9294-BCFAB559261B}" type="pres">
      <dgm:prSet presAssocID="{A47F67AE-011C-4720-B8D7-21796F62B526}" presName="sibTrans" presStyleCnt="0"/>
      <dgm:spPr/>
    </dgm:pt>
    <dgm:pt modelId="{AE3714B0-F26D-4E90-BED6-F5734B4031EC}" type="pres">
      <dgm:prSet presAssocID="{6D8FF53F-EB59-4015-939C-0BCFB04B6916}" presName="compNode" presStyleCnt="0"/>
      <dgm:spPr/>
    </dgm:pt>
    <dgm:pt modelId="{C248D111-2449-4D44-8E63-94E25DD37F81}" type="pres">
      <dgm:prSet presAssocID="{6D8FF53F-EB59-4015-939C-0BCFB04B6916}" presName="bgRect" presStyleLbl="bgShp" presStyleIdx="3" presStyleCnt="5"/>
      <dgm:spPr/>
    </dgm:pt>
    <dgm:pt modelId="{1C70D8BF-839E-406C-8AB4-9F5D9F29AD90}" type="pres">
      <dgm:prSet presAssocID="{6D8FF53F-EB59-4015-939C-0BCFB04B6916}"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ining Tools"/>
        </a:ext>
      </dgm:extLst>
    </dgm:pt>
    <dgm:pt modelId="{8DFD3257-0396-433F-A0C0-CEEF03F9DACE}" type="pres">
      <dgm:prSet presAssocID="{6D8FF53F-EB59-4015-939C-0BCFB04B6916}" presName="spaceRect" presStyleCnt="0"/>
      <dgm:spPr/>
    </dgm:pt>
    <dgm:pt modelId="{E0DE1480-1403-4D70-8FA4-BFE7C3AF8DF7}" type="pres">
      <dgm:prSet presAssocID="{6D8FF53F-EB59-4015-939C-0BCFB04B6916}" presName="parTx" presStyleLbl="revTx" presStyleIdx="3" presStyleCnt="5">
        <dgm:presLayoutVars>
          <dgm:chMax val="0"/>
          <dgm:chPref val="0"/>
        </dgm:presLayoutVars>
      </dgm:prSet>
      <dgm:spPr/>
    </dgm:pt>
    <dgm:pt modelId="{A331E348-D057-487E-9EC0-EF8FFDA00402}" type="pres">
      <dgm:prSet presAssocID="{30726A79-0767-4740-B06A-3B2B28F65DEC}" presName="sibTrans" presStyleCnt="0"/>
      <dgm:spPr/>
    </dgm:pt>
    <dgm:pt modelId="{D7C7EAE0-FDBB-45C7-9BD1-5B6EDFDE022F}" type="pres">
      <dgm:prSet presAssocID="{AE6D27D1-F778-4E00-A18C-81EDB378111B}" presName="compNode" presStyleCnt="0"/>
      <dgm:spPr/>
    </dgm:pt>
    <dgm:pt modelId="{A6DF22A0-9D35-4964-8A04-0CD86533EAD6}" type="pres">
      <dgm:prSet presAssocID="{AE6D27D1-F778-4E00-A18C-81EDB378111B}" presName="bgRect" presStyleLbl="bgShp" presStyleIdx="4" presStyleCnt="5"/>
      <dgm:spPr/>
    </dgm:pt>
    <dgm:pt modelId="{5813F5CC-1075-4F57-86AF-47D4ED8BC572}" type="pres">
      <dgm:prSet presAssocID="{AE6D27D1-F778-4E00-A18C-81EDB378111B}"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each ball"/>
        </a:ext>
      </dgm:extLst>
    </dgm:pt>
    <dgm:pt modelId="{956150D7-97F2-4605-9760-07BA79856D9F}" type="pres">
      <dgm:prSet presAssocID="{AE6D27D1-F778-4E00-A18C-81EDB378111B}" presName="spaceRect" presStyleCnt="0"/>
      <dgm:spPr/>
    </dgm:pt>
    <dgm:pt modelId="{F50901F1-A02A-4D56-972F-97804DF9865D}" type="pres">
      <dgm:prSet presAssocID="{AE6D27D1-F778-4E00-A18C-81EDB378111B}" presName="parTx" presStyleLbl="revTx" presStyleIdx="4" presStyleCnt="5">
        <dgm:presLayoutVars>
          <dgm:chMax val="0"/>
          <dgm:chPref val="0"/>
        </dgm:presLayoutVars>
      </dgm:prSet>
      <dgm:spPr/>
    </dgm:pt>
  </dgm:ptLst>
  <dgm:cxnLst>
    <dgm:cxn modelId="{8C1BB314-AEA0-4E14-9F37-04AC71621AF6}" type="presOf" srcId="{19DB4016-A75E-4D8F-A680-AC7063780AC4}" destId="{F46012EA-A43B-428F-AA29-3D12DD04DB57}" srcOrd="0" destOrd="0" presId="urn:microsoft.com/office/officeart/2018/2/layout/IconVerticalSolidList"/>
    <dgm:cxn modelId="{FCDB0C1D-0A85-49C1-87FC-C3B24A357781}" type="presOf" srcId="{1737F8E3-5FD3-4504-8212-DB92B80ABC7A}" destId="{12244BD1-B3B6-48F3-A71D-EE179836A400}" srcOrd="0" destOrd="0" presId="urn:microsoft.com/office/officeart/2018/2/layout/IconVerticalSolidList"/>
    <dgm:cxn modelId="{92854069-11AF-42FC-9637-910363C6FAF7}" srcId="{19DB4016-A75E-4D8F-A680-AC7063780AC4}" destId="{1737F8E3-5FD3-4504-8212-DB92B80ABC7A}" srcOrd="2" destOrd="0" parTransId="{093C85CC-B3F2-4082-81FD-6B1402B3DDA0}" sibTransId="{A47F67AE-011C-4720-B8D7-21796F62B526}"/>
    <dgm:cxn modelId="{1D24E955-FBC9-4DDC-A2B5-655F2A1C2E35}" type="presOf" srcId="{5FA4D89E-1172-405E-95DD-132537E5313D}" destId="{BB54E470-29E2-4BC7-BDAF-F366D930B069}" srcOrd="0" destOrd="0" presId="urn:microsoft.com/office/officeart/2018/2/layout/IconVerticalSolidList"/>
    <dgm:cxn modelId="{9DC3078B-16AE-4C87-9C68-94814B079A8E}" srcId="{19DB4016-A75E-4D8F-A680-AC7063780AC4}" destId="{39CF8EED-6256-4DFD-AC75-08C6FE784F45}" srcOrd="1" destOrd="0" parTransId="{C6FD959E-0C33-4DA0-996C-9C43ACE949E8}" sibTransId="{986F3A59-1ADB-47E2-AF11-4D88FB5BB4C0}"/>
    <dgm:cxn modelId="{2F68058D-613A-40CA-B1E4-9CB582A2B91D}" type="presOf" srcId="{AE6D27D1-F778-4E00-A18C-81EDB378111B}" destId="{F50901F1-A02A-4D56-972F-97804DF9865D}" srcOrd="0" destOrd="0" presId="urn:microsoft.com/office/officeart/2018/2/layout/IconVerticalSolidList"/>
    <dgm:cxn modelId="{D15DA4BA-EF10-4B8B-BBEA-AB9CA03BD56E}" srcId="{19DB4016-A75E-4D8F-A680-AC7063780AC4}" destId="{5FA4D89E-1172-405E-95DD-132537E5313D}" srcOrd="0" destOrd="0" parTransId="{1CE39B54-B655-4D75-BFC8-9E8A1142D8D6}" sibTransId="{F1D377C4-6D11-4E45-8DB4-7D0D36483C7A}"/>
    <dgm:cxn modelId="{1ED9C4C0-F1C5-4143-8CCE-BFFA74438C6E}" type="presOf" srcId="{39CF8EED-6256-4DFD-AC75-08C6FE784F45}" destId="{0C110DE3-9F05-4722-A9AC-3B963321DE84}" srcOrd="0" destOrd="0" presId="urn:microsoft.com/office/officeart/2018/2/layout/IconVerticalSolidList"/>
    <dgm:cxn modelId="{E7408BCB-A96A-4E5A-A905-16EC49921991}" srcId="{19DB4016-A75E-4D8F-A680-AC7063780AC4}" destId="{AE6D27D1-F778-4E00-A18C-81EDB378111B}" srcOrd="4" destOrd="0" parTransId="{192E08F3-474C-49BD-81B7-B98E5F9083F2}" sibTransId="{D9A939A2-D355-463D-8DEB-8D3B1E26C355}"/>
    <dgm:cxn modelId="{55A4CDD0-9BC1-4110-BB1B-666E2BC95E00}" type="presOf" srcId="{6D8FF53F-EB59-4015-939C-0BCFB04B6916}" destId="{E0DE1480-1403-4D70-8FA4-BFE7C3AF8DF7}" srcOrd="0" destOrd="0" presId="urn:microsoft.com/office/officeart/2018/2/layout/IconVerticalSolidList"/>
    <dgm:cxn modelId="{84E59DEC-8DBC-4FC8-86A5-5BCECF4DC335}" srcId="{19DB4016-A75E-4D8F-A680-AC7063780AC4}" destId="{6D8FF53F-EB59-4015-939C-0BCFB04B6916}" srcOrd="3" destOrd="0" parTransId="{5DF42D0A-5092-431C-88AE-C94AC2B2042B}" sibTransId="{30726A79-0767-4740-B06A-3B2B28F65DEC}"/>
    <dgm:cxn modelId="{42228801-A9C8-4748-B868-BC6AA8A2CAD6}" type="presParOf" srcId="{F46012EA-A43B-428F-AA29-3D12DD04DB57}" destId="{DA776000-5906-44A0-A10C-D18CC578EEA3}" srcOrd="0" destOrd="0" presId="urn:microsoft.com/office/officeart/2018/2/layout/IconVerticalSolidList"/>
    <dgm:cxn modelId="{12C2276F-27D1-45CD-BEC5-A8D309665E38}" type="presParOf" srcId="{DA776000-5906-44A0-A10C-D18CC578EEA3}" destId="{C415C7FC-6E8E-4C33-B27E-CF637EECFCC5}" srcOrd="0" destOrd="0" presId="urn:microsoft.com/office/officeart/2018/2/layout/IconVerticalSolidList"/>
    <dgm:cxn modelId="{1B015FA9-A260-45B2-B78B-67032FE86738}" type="presParOf" srcId="{DA776000-5906-44A0-A10C-D18CC578EEA3}" destId="{8A6D179F-8F14-40D6-8906-BD64A83152F7}" srcOrd="1" destOrd="0" presId="urn:microsoft.com/office/officeart/2018/2/layout/IconVerticalSolidList"/>
    <dgm:cxn modelId="{48E4E3A1-3BA1-4CF6-A6BB-8C64F01668D3}" type="presParOf" srcId="{DA776000-5906-44A0-A10C-D18CC578EEA3}" destId="{9309A0CF-2584-4DAC-972C-374118DC2525}" srcOrd="2" destOrd="0" presId="urn:microsoft.com/office/officeart/2018/2/layout/IconVerticalSolidList"/>
    <dgm:cxn modelId="{095768A6-FF31-43C0-AE6A-C8721724D517}" type="presParOf" srcId="{DA776000-5906-44A0-A10C-D18CC578EEA3}" destId="{BB54E470-29E2-4BC7-BDAF-F366D930B069}" srcOrd="3" destOrd="0" presId="urn:microsoft.com/office/officeart/2018/2/layout/IconVerticalSolidList"/>
    <dgm:cxn modelId="{DEB5DC24-8236-4C9C-83AF-9023AA6FE590}" type="presParOf" srcId="{F46012EA-A43B-428F-AA29-3D12DD04DB57}" destId="{14D12BC0-CE1D-4798-8C8F-C5903936CCDE}" srcOrd="1" destOrd="0" presId="urn:microsoft.com/office/officeart/2018/2/layout/IconVerticalSolidList"/>
    <dgm:cxn modelId="{64E9CB3F-AD2D-4587-BC08-E877396DD35B}" type="presParOf" srcId="{F46012EA-A43B-428F-AA29-3D12DD04DB57}" destId="{BF932830-AA2D-490B-86FD-C5DAE251552E}" srcOrd="2" destOrd="0" presId="urn:microsoft.com/office/officeart/2018/2/layout/IconVerticalSolidList"/>
    <dgm:cxn modelId="{B2CF4CC0-67BA-4186-A8F0-F5C36CDD4F1B}" type="presParOf" srcId="{BF932830-AA2D-490B-86FD-C5DAE251552E}" destId="{0D506803-3FDA-4B86-9B79-5D4B81B71C32}" srcOrd="0" destOrd="0" presId="urn:microsoft.com/office/officeart/2018/2/layout/IconVerticalSolidList"/>
    <dgm:cxn modelId="{7312466C-224C-4391-A0B5-DD86B6366B63}" type="presParOf" srcId="{BF932830-AA2D-490B-86FD-C5DAE251552E}" destId="{963CA0C1-97B2-4172-A8EE-0DCB268B9B58}" srcOrd="1" destOrd="0" presId="urn:microsoft.com/office/officeart/2018/2/layout/IconVerticalSolidList"/>
    <dgm:cxn modelId="{A45479CA-79FF-4263-9882-F7009E30AD02}" type="presParOf" srcId="{BF932830-AA2D-490B-86FD-C5DAE251552E}" destId="{670D92B4-C3D1-4039-A180-D66CE16E0D26}" srcOrd="2" destOrd="0" presId="urn:microsoft.com/office/officeart/2018/2/layout/IconVerticalSolidList"/>
    <dgm:cxn modelId="{5C66C93C-33C9-49C5-9EE5-1426F6A4573E}" type="presParOf" srcId="{BF932830-AA2D-490B-86FD-C5DAE251552E}" destId="{0C110DE3-9F05-4722-A9AC-3B963321DE84}" srcOrd="3" destOrd="0" presId="urn:microsoft.com/office/officeart/2018/2/layout/IconVerticalSolidList"/>
    <dgm:cxn modelId="{5339D567-9194-4104-80A2-AA6A187BF2FF}" type="presParOf" srcId="{F46012EA-A43B-428F-AA29-3D12DD04DB57}" destId="{8E250105-4D90-451B-ADE9-BCD49EB22250}" srcOrd="3" destOrd="0" presId="urn:microsoft.com/office/officeart/2018/2/layout/IconVerticalSolidList"/>
    <dgm:cxn modelId="{0F03F2A5-0396-4D05-A66B-A1B766829C3E}" type="presParOf" srcId="{F46012EA-A43B-428F-AA29-3D12DD04DB57}" destId="{21FC6F46-7FE3-4BE0-BDB1-B20245B8FC04}" srcOrd="4" destOrd="0" presId="urn:microsoft.com/office/officeart/2018/2/layout/IconVerticalSolidList"/>
    <dgm:cxn modelId="{12D4EA54-1CA7-4B22-B424-4B79D5631CA4}" type="presParOf" srcId="{21FC6F46-7FE3-4BE0-BDB1-B20245B8FC04}" destId="{7CF69285-FC7C-4A82-8298-EEA35A353961}" srcOrd="0" destOrd="0" presId="urn:microsoft.com/office/officeart/2018/2/layout/IconVerticalSolidList"/>
    <dgm:cxn modelId="{6DEFBEE0-5434-47CD-88BB-1DF4FD02916F}" type="presParOf" srcId="{21FC6F46-7FE3-4BE0-BDB1-B20245B8FC04}" destId="{0AAC592F-D419-4D9C-B966-C2B2E0388C1E}" srcOrd="1" destOrd="0" presId="urn:microsoft.com/office/officeart/2018/2/layout/IconVerticalSolidList"/>
    <dgm:cxn modelId="{5AAFF7DD-A538-4F0A-9F1C-1DAC6E923641}" type="presParOf" srcId="{21FC6F46-7FE3-4BE0-BDB1-B20245B8FC04}" destId="{2AF55137-600D-44B0-A3C7-7A238D6E89B0}" srcOrd="2" destOrd="0" presId="urn:microsoft.com/office/officeart/2018/2/layout/IconVerticalSolidList"/>
    <dgm:cxn modelId="{66D877C9-2132-4C41-B0C3-063786A5FD75}" type="presParOf" srcId="{21FC6F46-7FE3-4BE0-BDB1-B20245B8FC04}" destId="{12244BD1-B3B6-48F3-A71D-EE179836A400}" srcOrd="3" destOrd="0" presId="urn:microsoft.com/office/officeart/2018/2/layout/IconVerticalSolidList"/>
    <dgm:cxn modelId="{A7625D45-8206-45A1-8B34-A7AB9EE5C1E7}" type="presParOf" srcId="{F46012EA-A43B-428F-AA29-3D12DD04DB57}" destId="{ED61B14C-B347-4189-9294-BCFAB559261B}" srcOrd="5" destOrd="0" presId="urn:microsoft.com/office/officeart/2018/2/layout/IconVerticalSolidList"/>
    <dgm:cxn modelId="{06EC1D3F-BA20-460C-8DB6-DDE263411DCC}" type="presParOf" srcId="{F46012EA-A43B-428F-AA29-3D12DD04DB57}" destId="{AE3714B0-F26D-4E90-BED6-F5734B4031EC}" srcOrd="6" destOrd="0" presId="urn:microsoft.com/office/officeart/2018/2/layout/IconVerticalSolidList"/>
    <dgm:cxn modelId="{41FF1BEA-6FA1-47D1-848B-CCE775212E1B}" type="presParOf" srcId="{AE3714B0-F26D-4E90-BED6-F5734B4031EC}" destId="{C248D111-2449-4D44-8E63-94E25DD37F81}" srcOrd="0" destOrd="0" presId="urn:microsoft.com/office/officeart/2018/2/layout/IconVerticalSolidList"/>
    <dgm:cxn modelId="{13C50400-5553-4665-8E3D-149AC8C52B89}" type="presParOf" srcId="{AE3714B0-F26D-4E90-BED6-F5734B4031EC}" destId="{1C70D8BF-839E-406C-8AB4-9F5D9F29AD90}" srcOrd="1" destOrd="0" presId="urn:microsoft.com/office/officeart/2018/2/layout/IconVerticalSolidList"/>
    <dgm:cxn modelId="{F825CE23-ABC0-4925-8A50-044F2ECA6D77}" type="presParOf" srcId="{AE3714B0-F26D-4E90-BED6-F5734B4031EC}" destId="{8DFD3257-0396-433F-A0C0-CEEF03F9DACE}" srcOrd="2" destOrd="0" presId="urn:microsoft.com/office/officeart/2018/2/layout/IconVerticalSolidList"/>
    <dgm:cxn modelId="{1B3ECE02-C2E7-4EA0-9843-07C3C88E1929}" type="presParOf" srcId="{AE3714B0-F26D-4E90-BED6-F5734B4031EC}" destId="{E0DE1480-1403-4D70-8FA4-BFE7C3AF8DF7}" srcOrd="3" destOrd="0" presId="urn:microsoft.com/office/officeart/2018/2/layout/IconVerticalSolidList"/>
    <dgm:cxn modelId="{2432411C-F74D-4FC3-B9FC-AFB50F648654}" type="presParOf" srcId="{F46012EA-A43B-428F-AA29-3D12DD04DB57}" destId="{A331E348-D057-487E-9EC0-EF8FFDA00402}" srcOrd="7" destOrd="0" presId="urn:microsoft.com/office/officeart/2018/2/layout/IconVerticalSolidList"/>
    <dgm:cxn modelId="{83BEE3B5-5CD9-49D2-AF27-24618D67AB96}" type="presParOf" srcId="{F46012EA-A43B-428F-AA29-3D12DD04DB57}" destId="{D7C7EAE0-FDBB-45C7-9BD1-5B6EDFDE022F}" srcOrd="8" destOrd="0" presId="urn:microsoft.com/office/officeart/2018/2/layout/IconVerticalSolidList"/>
    <dgm:cxn modelId="{CC51A187-CE69-4A3D-A710-CB37158EE740}" type="presParOf" srcId="{D7C7EAE0-FDBB-45C7-9BD1-5B6EDFDE022F}" destId="{A6DF22A0-9D35-4964-8A04-0CD86533EAD6}" srcOrd="0" destOrd="0" presId="urn:microsoft.com/office/officeart/2018/2/layout/IconVerticalSolidList"/>
    <dgm:cxn modelId="{4BBAD7E0-3A34-40EF-ADF1-2D84BF1C5E15}" type="presParOf" srcId="{D7C7EAE0-FDBB-45C7-9BD1-5B6EDFDE022F}" destId="{5813F5CC-1075-4F57-86AF-47D4ED8BC572}" srcOrd="1" destOrd="0" presId="urn:microsoft.com/office/officeart/2018/2/layout/IconVerticalSolidList"/>
    <dgm:cxn modelId="{0A16F04E-0865-4494-B8EA-C33FF7FDAB79}" type="presParOf" srcId="{D7C7EAE0-FDBB-45C7-9BD1-5B6EDFDE022F}" destId="{956150D7-97F2-4605-9760-07BA79856D9F}" srcOrd="2" destOrd="0" presId="urn:microsoft.com/office/officeart/2018/2/layout/IconVerticalSolidList"/>
    <dgm:cxn modelId="{10BD9976-588B-4FC9-9237-437A39453F3E}" type="presParOf" srcId="{D7C7EAE0-FDBB-45C7-9BD1-5B6EDFDE022F}" destId="{F50901F1-A02A-4D56-972F-97804DF9865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793E6-D36F-47EB-8DD4-C47FB0BFE31B}">
      <dsp:nvSpPr>
        <dsp:cNvPr id="0" name=""/>
        <dsp:cNvSpPr/>
      </dsp:nvSpPr>
      <dsp:spPr>
        <a:xfrm>
          <a:off x="1060119" y="845728"/>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32A484-99D4-4A01-9D0D-E6409F162056}">
      <dsp:nvSpPr>
        <dsp:cNvPr id="0" name=""/>
        <dsp:cNvSpPr/>
      </dsp:nvSpPr>
      <dsp:spPr>
        <a:xfrm>
          <a:off x="1060119" y="249807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GB" sz="3600" b="1" kern="1200"/>
            <a:t>Objectives</a:t>
          </a:r>
          <a:endParaRPr lang="en-US" sz="3600" kern="1200"/>
        </a:p>
      </dsp:txBody>
      <dsp:txXfrm>
        <a:off x="1060119" y="2498075"/>
        <a:ext cx="4320000" cy="648000"/>
      </dsp:txXfrm>
    </dsp:sp>
    <dsp:sp modelId="{EE21771E-272C-4838-B659-DDFCD2329E46}">
      <dsp:nvSpPr>
        <dsp:cNvPr id="0" name=""/>
        <dsp:cNvSpPr/>
      </dsp:nvSpPr>
      <dsp:spPr>
        <a:xfrm>
          <a:off x="1060119" y="3211353"/>
          <a:ext cx="4320000" cy="898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dirty="0"/>
            <a:t>To explain the aims and </a:t>
          </a:r>
          <a:br>
            <a:rPr lang="en-GB" sz="1700" kern="1200" dirty="0"/>
          </a:br>
          <a:r>
            <a:rPr lang="en-GB" sz="1700" kern="1200" dirty="0"/>
            <a:t>objectives of the course</a:t>
          </a:r>
          <a:endParaRPr lang="en-US" sz="1700" kern="1200" dirty="0"/>
        </a:p>
      </dsp:txBody>
      <dsp:txXfrm>
        <a:off x="1060119" y="3211353"/>
        <a:ext cx="4320000" cy="898272"/>
      </dsp:txXfrm>
    </dsp:sp>
    <dsp:sp modelId="{AB3F2944-5A4B-4535-8875-FC273B823FDC}">
      <dsp:nvSpPr>
        <dsp:cNvPr id="0" name=""/>
        <dsp:cNvSpPr/>
      </dsp:nvSpPr>
      <dsp:spPr>
        <a:xfrm>
          <a:off x="6136119" y="845728"/>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6B5331-19F4-4235-8E73-21C2FDED826C}">
      <dsp:nvSpPr>
        <dsp:cNvPr id="0" name=""/>
        <dsp:cNvSpPr/>
      </dsp:nvSpPr>
      <dsp:spPr>
        <a:xfrm>
          <a:off x="6136119" y="249807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GB" sz="3600" b="1" kern="1200"/>
            <a:t>Contents</a:t>
          </a:r>
          <a:endParaRPr lang="en-US" sz="3600" kern="1200"/>
        </a:p>
      </dsp:txBody>
      <dsp:txXfrm>
        <a:off x="6136119" y="2498075"/>
        <a:ext cx="4320000" cy="648000"/>
      </dsp:txXfrm>
    </dsp:sp>
    <dsp:sp modelId="{0F719942-64EE-4DB8-B9F1-E4E766840585}">
      <dsp:nvSpPr>
        <dsp:cNvPr id="0" name=""/>
        <dsp:cNvSpPr/>
      </dsp:nvSpPr>
      <dsp:spPr>
        <a:xfrm>
          <a:off x="6136119" y="3211353"/>
          <a:ext cx="4320000" cy="898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a:t>Course administration</a:t>
          </a:r>
          <a:endParaRPr lang="en-US" sz="1700" kern="1200"/>
        </a:p>
        <a:p>
          <a:pPr marL="0" lvl="0" indent="0" algn="l" defTabSz="755650">
            <a:lnSpc>
              <a:spcPct val="90000"/>
            </a:lnSpc>
            <a:spcBef>
              <a:spcPct val="0"/>
            </a:spcBef>
            <a:spcAft>
              <a:spcPct val="35000"/>
            </a:spcAft>
            <a:buNone/>
          </a:pPr>
          <a:r>
            <a:rPr lang="en-GB" sz="1700" kern="1200" dirty="0"/>
            <a:t>Course objectives and assumptions</a:t>
          </a:r>
          <a:endParaRPr lang="en-US" sz="1700" kern="1200" dirty="0"/>
        </a:p>
        <a:p>
          <a:pPr marL="0" lvl="0" indent="0" algn="l" defTabSz="755650">
            <a:lnSpc>
              <a:spcPct val="90000"/>
            </a:lnSpc>
            <a:spcBef>
              <a:spcPct val="0"/>
            </a:spcBef>
            <a:spcAft>
              <a:spcPct val="35000"/>
            </a:spcAft>
            <a:buNone/>
          </a:pPr>
          <a:r>
            <a:rPr lang="en-GB" sz="1700" kern="1200" dirty="0"/>
            <a:t>Introductions</a:t>
          </a:r>
          <a:endParaRPr lang="en-US" sz="1700" kern="1200" dirty="0"/>
        </a:p>
      </dsp:txBody>
      <dsp:txXfrm>
        <a:off x="6136119" y="3211353"/>
        <a:ext cx="4320000" cy="8982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756525-228F-41EB-9089-322C91ECFCFD}">
      <dsp:nvSpPr>
        <dsp:cNvPr id="0" name=""/>
        <dsp:cNvSpPr/>
      </dsp:nvSpPr>
      <dsp:spPr>
        <a:xfrm>
          <a:off x="0" y="483"/>
          <a:ext cx="9312935" cy="11302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C5B8AB-A2B4-4C46-94F1-03ABEDFD2C40}">
      <dsp:nvSpPr>
        <dsp:cNvPr id="0" name=""/>
        <dsp:cNvSpPr/>
      </dsp:nvSpPr>
      <dsp:spPr>
        <a:xfrm>
          <a:off x="341911" y="254797"/>
          <a:ext cx="621657" cy="62165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6E19CD-63E0-4340-91D1-AA7612F54FC9}">
      <dsp:nvSpPr>
        <dsp:cNvPr id="0" name=""/>
        <dsp:cNvSpPr/>
      </dsp:nvSpPr>
      <dsp:spPr>
        <a:xfrm>
          <a:off x="1305480" y="483"/>
          <a:ext cx="8007455" cy="1130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22" tIns="119622" rIns="119622" bIns="119622" numCol="1" spcCol="1270" anchor="ctr" anchorCtr="0">
          <a:noAutofit/>
        </a:bodyPr>
        <a:lstStyle/>
        <a:p>
          <a:pPr marL="0" lvl="0" indent="0" algn="l" defTabSz="889000">
            <a:lnSpc>
              <a:spcPct val="90000"/>
            </a:lnSpc>
            <a:spcBef>
              <a:spcPct val="0"/>
            </a:spcBef>
            <a:spcAft>
              <a:spcPct val="35000"/>
            </a:spcAft>
            <a:buNone/>
          </a:pPr>
          <a:r>
            <a:rPr lang="en-GB" sz="2000" b="1" kern="1200"/>
            <a:t>Completed the pre-course studies</a:t>
          </a:r>
          <a:endParaRPr lang="en-US" sz="2000" kern="1200"/>
        </a:p>
      </dsp:txBody>
      <dsp:txXfrm>
        <a:off x="1305480" y="483"/>
        <a:ext cx="8007455" cy="1130286"/>
      </dsp:txXfrm>
    </dsp:sp>
    <dsp:sp modelId="{5B365F4E-1139-49C2-BFB5-755198DB7B82}">
      <dsp:nvSpPr>
        <dsp:cNvPr id="0" name=""/>
        <dsp:cNvSpPr/>
      </dsp:nvSpPr>
      <dsp:spPr>
        <a:xfrm>
          <a:off x="0" y="1413341"/>
          <a:ext cx="9312935" cy="11302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37A925-FF1A-4960-94FA-856704F74088}">
      <dsp:nvSpPr>
        <dsp:cNvPr id="0" name=""/>
        <dsp:cNvSpPr/>
      </dsp:nvSpPr>
      <dsp:spPr>
        <a:xfrm>
          <a:off x="341911" y="1667655"/>
          <a:ext cx="621657" cy="62165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487249-CDFC-4859-A97E-1CBC2100E2C2}">
      <dsp:nvSpPr>
        <dsp:cNvPr id="0" name=""/>
        <dsp:cNvSpPr/>
      </dsp:nvSpPr>
      <dsp:spPr>
        <a:xfrm>
          <a:off x="1305480" y="1413341"/>
          <a:ext cx="4190821" cy="1130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22" tIns="119622" rIns="119622" bIns="119622" numCol="1" spcCol="1270" anchor="ctr" anchorCtr="0">
          <a:noAutofit/>
        </a:bodyPr>
        <a:lstStyle/>
        <a:p>
          <a:pPr marL="0" lvl="0" indent="0" algn="l" defTabSz="889000">
            <a:lnSpc>
              <a:spcPct val="90000"/>
            </a:lnSpc>
            <a:spcBef>
              <a:spcPct val="0"/>
            </a:spcBef>
            <a:spcAft>
              <a:spcPct val="35000"/>
            </a:spcAft>
            <a:buNone/>
          </a:pPr>
          <a:r>
            <a:rPr lang="en-GB" sz="2000" b="1" kern="1200" dirty="0"/>
            <a:t>Good understanding of the  </a:t>
          </a:r>
          <a:br>
            <a:rPr lang="en-GB" sz="2000" b="1" kern="1200" dirty="0"/>
          </a:br>
          <a:r>
            <a:rPr lang="en-GB" sz="2000" b="1" kern="1200" dirty="0"/>
            <a:t>basics of the C# language</a:t>
          </a:r>
          <a:endParaRPr lang="en-US" sz="2000" kern="1200" dirty="0"/>
        </a:p>
      </dsp:txBody>
      <dsp:txXfrm>
        <a:off x="1305480" y="1413341"/>
        <a:ext cx="4190821" cy="1130286"/>
      </dsp:txXfrm>
    </dsp:sp>
    <dsp:sp modelId="{8BD1D46F-18BC-4F78-9A62-B59EDCFA6AC4}">
      <dsp:nvSpPr>
        <dsp:cNvPr id="0" name=""/>
        <dsp:cNvSpPr/>
      </dsp:nvSpPr>
      <dsp:spPr>
        <a:xfrm>
          <a:off x="5496302" y="1413341"/>
          <a:ext cx="3816633" cy="1130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22" tIns="119622" rIns="119622" bIns="119622" numCol="1" spcCol="1270" anchor="ctr" anchorCtr="0">
          <a:noAutofit/>
        </a:bodyPr>
        <a:lstStyle/>
        <a:p>
          <a:pPr marL="0" lvl="0" indent="0" algn="l" defTabSz="622300">
            <a:lnSpc>
              <a:spcPct val="90000"/>
            </a:lnSpc>
            <a:spcBef>
              <a:spcPct val="0"/>
            </a:spcBef>
            <a:spcAft>
              <a:spcPct val="35000"/>
            </a:spcAft>
            <a:buNone/>
          </a:pPr>
          <a:r>
            <a:rPr lang="en-GB" sz="1400" kern="1200" dirty="0"/>
            <a:t>	</a:t>
          </a:r>
          <a:r>
            <a:rPr lang="en-GB" sz="1600" b="1" kern="1200" dirty="0">
              <a:solidFill>
                <a:srgbClr val="0070C0"/>
              </a:solidFill>
            </a:rPr>
            <a:t>Variables, if statements, </a:t>
          </a:r>
          <a:br>
            <a:rPr lang="en-GB" sz="1600" b="1" kern="1200" dirty="0">
              <a:solidFill>
                <a:srgbClr val="0070C0"/>
              </a:solidFill>
            </a:rPr>
          </a:br>
          <a:r>
            <a:rPr lang="en-GB" sz="1600" b="1" kern="1200" dirty="0">
              <a:solidFill>
                <a:srgbClr val="0070C0"/>
              </a:solidFill>
            </a:rPr>
            <a:t>	Loops, arrays, methods</a:t>
          </a:r>
          <a:endParaRPr lang="en-US" sz="1600" b="1" kern="1200" dirty="0">
            <a:solidFill>
              <a:srgbClr val="0070C0"/>
            </a:solidFill>
          </a:endParaRPr>
        </a:p>
      </dsp:txBody>
      <dsp:txXfrm>
        <a:off x="5496302" y="1413341"/>
        <a:ext cx="3816633" cy="1130286"/>
      </dsp:txXfrm>
    </dsp:sp>
    <dsp:sp modelId="{8501AC20-A7DD-4664-BF2D-33F3387DEC86}">
      <dsp:nvSpPr>
        <dsp:cNvPr id="0" name=""/>
        <dsp:cNvSpPr/>
      </dsp:nvSpPr>
      <dsp:spPr>
        <a:xfrm>
          <a:off x="0" y="2826199"/>
          <a:ext cx="9312935" cy="11302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B75C6D-CEF4-4E6B-9614-3F50D967D384}">
      <dsp:nvSpPr>
        <dsp:cNvPr id="0" name=""/>
        <dsp:cNvSpPr/>
      </dsp:nvSpPr>
      <dsp:spPr>
        <a:xfrm>
          <a:off x="341911" y="3080513"/>
          <a:ext cx="621657" cy="62165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DC7861-B2C2-4D4B-88FD-68F2FE48BFFF}">
      <dsp:nvSpPr>
        <dsp:cNvPr id="0" name=""/>
        <dsp:cNvSpPr/>
      </dsp:nvSpPr>
      <dsp:spPr>
        <a:xfrm>
          <a:off x="1305480" y="2826199"/>
          <a:ext cx="8007455" cy="1130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22" tIns="119622" rIns="119622" bIns="119622" numCol="1" spcCol="1270" anchor="ctr" anchorCtr="0">
          <a:noAutofit/>
        </a:bodyPr>
        <a:lstStyle/>
        <a:p>
          <a:pPr marL="0" lvl="0" indent="0" algn="l" defTabSz="889000">
            <a:lnSpc>
              <a:spcPct val="90000"/>
            </a:lnSpc>
            <a:spcBef>
              <a:spcPct val="0"/>
            </a:spcBef>
            <a:spcAft>
              <a:spcPct val="35000"/>
            </a:spcAft>
            <a:buNone/>
          </a:pPr>
          <a:r>
            <a:rPr lang="en-GB" sz="2000" b="1" kern="1200" dirty="0"/>
            <a:t>Next chapter is a short recap of C# Fundamentals</a:t>
          </a:r>
          <a:endParaRPr lang="en-US" sz="2000" kern="1200" dirty="0"/>
        </a:p>
      </dsp:txBody>
      <dsp:txXfrm>
        <a:off x="1305480" y="2826199"/>
        <a:ext cx="8007455" cy="11302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91646B-9E4A-433E-9068-6B8DD323F55A}">
      <dsp:nvSpPr>
        <dsp:cNvPr id="0" name=""/>
        <dsp:cNvSpPr/>
      </dsp:nvSpPr>
      <dsp:spPr>
        <a:xfrm>
          <a:off x="0" y="4387"/>
          <a:ext cx="6536617" cy="617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kern="1200" dirty="0"/>
            <a:t>Chalk and talk, demos</a:t>
          </a:r>
          <a:endParaRPr lang="en-US" sz="2400" kern="1200" dirty="0"/>
        </a:p>
      </dsp:txBody>
      <dsp:txXfrm>
        <a:off x="30157" y="34544"/>
        <a:ext cx="6476303" cy="557446"/>
      </dsp:txXfrm>
    </dsp:sp>
    <dsp:sp modelId="{BE91BF1A-9DDA-4426-A8B4-444EC09330B1}">
      <dsp:nvSpPr>
        <dsp:cNvPr id="0" name=""/>
        <dsp:cNvSpPr/>
      </dsp:nvSpPr>
      <dsp:spPr>
        <a:xfrm>
          <a:off x="0" y="717187"/>
          <a:ext cx="6536617" cy="617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kern="1200"/>
            <a:t>Hands-on labs</a:t>
          </a:r>
          <a:endParaRPr lang="en-US" sz="2400" kern="1200"/>
        </a:p>
      </dsp:txBody>
      <dsp:txXfrm>
        <a:off x="30157" y="747344"/>
        <a:ext cx="6476303" cy="557446"/>
      </dsp:txXfrm>
    </dsp:sp>
    <dsp:sp modelId="{7D8C394C-CBB2-48EE-ADF6-202CB99B1770}">
      <dsp:nvSpPr>
        <dsp:cNvPr id="0" name=""/>
        <dsp:cNvSpPr/>
      </dsp:nvSpPr>
      <dsp:spPr>
        <a:xfrm>
          <a:off x="0" y="1429987"/>
          <a:ext cx="6536617" cy="617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GB" sz="2000" b="1" kern="1200" dirty="0"/>
            <a:t>Questions </a:t>
          </a:r>
          <a:r>
            <a:rPr lang="en-GB" sz="1800" b="1" kern="1200" dirty="0"/>
            <a:t>(No such a thing as a bad question)</a:t>
          </a:r>
          <a:endParaRPr lang="en-US" sz="2000" b="1" kern="1200" dirty="0"/>
        </a:p>
      </dsp:txBody>
      <dsp:txXfrm>
        <a:off x="30157" y="1460144"/>
        <a:ext cx="6476303" cy="557446"/>
      </dsp:txXfrm>
    </dsp:sp>
    <dsp:sp modelId="{EDA1E7C6-11BC-456E-B017-2B1EAB102E8D}">
      <dsp:nvSpPr>
        <dsp:cNvPr id="0" name=""/>
        <dsp:cNvSpPr/>
      </dsp:nvSpPr>
      <dsp:spPr>
        <a:xfrm>
          <a:off x="0" y="2142787"/>
          <a:ext cx="6536617" cy="617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kern="1200"/>
            <a:t>Review sessions</a:t>
          </a:r>
          <a:endParaRPr lang="en-US" sz="2400" kern="1200"/>
        </a:p>
      </dsp:txBody>
      <dsp:txXfrm>
        <a:off x="30157" y="2172944"/>
        <a:ext cx="6476303" cy="557446"/>
      </dsp:txXfrm>
    </dsp:sp>
    <dsp:sp modelId="{1A91805B-A8C7-4194-847E-571124C56306}">
      <dsp:nvSpPr>
        <dsp:cNvPr id="0" name=""/>
        <dsp:cNvSpPr/>
      </dsp:nvSpPr>
      <dsp:spPr>
        <a:xfrm>
          <a:off x="0" y="2855587"/>
          <a:ext cx="6536617" cy="617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kern="1200"/>
            <a:t>Self-teach moments</a:t>
          </a:r>
          <a:endParaRPr lang="en-US" sz="2400" kern="1200"/>
        </a:p>
      </dsp:txBody>
      <dsp:txXfrm>
        <a:off x="30157" y="2885744"/>
        <a:ext cx="6476303" cy="557446"/>
      </dsp:txXfrm>
    </dsp:sp>
    <dsp:sp modelId="{D4BECE17-8D8F-4543-BBCA-2370F29ABEC9}">
      <dsp:nvSpPr>
        <dsp:cNvPr id="0" name=""/>
        <dsp:cNvSpPr/>
      </dsp:nvSpPr>
      <dsp:spPr>
        <a:xfrm>
          <a:off x="0" y="3568387"/>
          <a:ext cx="6536617" cy="617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kern="1200" dirty="0"/>
            <a:t>Labs – </a:t>
          </a:r>
          <a:r>
            <a:rPr lang="en-GB" sz="1800" b="0" kern="1200" dirty="0"/>
            <a:t>more than 50% of the course</a:t>
          </a:r>
          <a:endParaRPr lang="en-US" sz="2400" b="0" kern="1200" dirty="0"/>
        </a:p>
      </dsp:txBody>
      <dsp:txXfrm>
        <a:off x="30157" y="3598544"/>
        <a:ext cx="6476303" cy="557446"/>
      </dsp:txXfrm>
    </dsp:sp>
    <dsp:sp modelId="{7DEA84F3-56ED-4A82-A008-D99DE317CB00}">
      <dsp:nvSpPr>
        <dsp:cNvPr id="0" name=""/>
        <dsp:cNvSpPr/>
      </dsp:nvSpPr>
      <dsp:spPr>
        <a:xfrm>
          <a:off x="0" y="4281187"/>
          <a:ext cx="6536617" cy="617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kern="1200" dirty="0"/>
            <a:t>Course </a:t>
          </a:r>
          <a:r>
            <a:rPr lang="en-GB" sz="2400" b="1" kern="1200" dirty="0">
              <a:solidFill>
                <a:srgbClr val="FFFFFF"/>
              </a:solidFill>
              <a:latin typeface="Montserrat"/>
              <a:ea typeface="+mn-ea"/>
              <a:cs typeface="+mn-cs"/>
            </a:rPr>
            <a:t>Slides and Labs</a:t>
          </a:r>
          <a:endParaRPr lang="en-US" sz="2400" b="1" kern="1200" dirty="0">
            <a:solidFill>
              <a:srgbClr val="FFFFFF"/>
            </a:solidFill>
            <a:latin typeface="Montserrat"/>
            <a:ea typeface="+mn-ea"/>
            <a:cs typeface="+mn-cs"/>
          </a:endParaRPr>
        </a:p>
      </dsp:txBody>
      <dsp:txXfrm>
        <a:off x="30157" y="4311344"/>
        <a:ext cx="6476303" cy="5574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15C7FC-6E8E-4C33-B27E-CF637EECFCC5}">
      <dsp:nvSpPr>
        <dsp:cNvPr id="0" name=""/>
        <dsp:cNvSpPr/>
      </dsp:nvSpPr>
      <dsp:spPr>
        <a:xfrm>
          <a:off x="0" y="3597"/>
          <a:ext cx="5771292" cy="7663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6D179F-8F14-40D6-8906-BD64A83152F7}">
      <dsp:nvSpPr>
        <dsp:cNvPr id="0" name=""/>
        <dsp:cNvSpPr/>
      </dsp:nvSpPr>
      <dsp:spPr>
        <a:xfrm>
          <a:off x="231814" y="176021"/>
          <a:ext cx="421480" cy="421480"/>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54E470-29E2-4BC7-BDAF-F366D930B069}">
      <dsp:nvSpPr>
        <dsp:cNvPr id="0" name=""/>
        <dsp:cNvSpPr/>
      </dsp:nvSpPr>
      <dsp:spPr>
        <a:xfrm>
          <a:off x="885108" y="3597"/>
          <a:ext cx="4886183" cy="766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103" tIns="81103" rIns="81103" bIns="81103" numCol="1" spcCol="1270" anchor="ctr" anchorCtr="0">
          <a:noAutofit/>
        </a:bodyPr>
        <a:lstStyle/>
        <a:p>
          <a:pPr marL="0" lvl="0" indent="0" algn="l" defTabSz="844550">
            <a:lnSpc>
              <a:spcPct val="90000"/>
            </a:lnSpc>
            <a:spcBef>
              <a:spcPct val="0"/>
            </a:spcBef>
            <a:spcAft>
              <a:spcPct val="35000"/>
            </a:spcAft>
            <a:buNone/>
          </a:pPr>
          <a:r>
            <a:rPr lang="en-GB" sz="1900" b="1" kern="1200" dirty="0"/>
            <a:t>Name</a:t>
          </a:r>
          <a:endParaRPr lang="en-US" sz="1900" b="1" kern="1200" dirty="0"/>
        </a:p>
      </dsp:txBody>
      <dsp:txXfrm>
        <a:off x="885108" y="3597"/>
        <a:ext cx="4886183" cy="766327"/>
      </dsp:txXfrm>
    </dsp:sp>
    <dsp:sp modelId="{0D506803-3FDA-4B86-9B79-5D4B81B71C32}">
      <dsp:nvSpPr>
        <dsp:cNvPr id="0" name=""/>
        <dsp:cNvSpPr/>
      </dsp:nvSpPr>
      <dsp:spPr>
        <a:xfrm>
          <a:off x="0" y="961507"/>
          <a:ext cx="5771292" cy="7663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3CA0C1-97B2-4172-A8EE-0DCB268B9B58}">
      <dsp:nvSpPr>
        <dsp:cNvPr id="0" name=""/>
        <dsp:cNvSpPr/>
      </dsp:nvSpPr>
      <dsp:spPr>
        <a:xfrm>
          <a:off x="231814" y="1133930"/>
          <a:ext cx="421480" cy="4214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110DE3-9F05-4722-A9AC-3B963321DE84}">
      <dsp:nvSpPr>
        <dsp:cNvPr id="0" name=""/>
        <dsp:cNvSpPr/>
      </dsp:nvSpPr>
      <dsp:spPr>
        <a:xfrm>
          <a:off x="885108" y="961507"/>
          <a:ext cx="4886183" cy="766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103" tIns="81103" rIns="81103" bIns="81103" numCol="1" spcCol="1270" anchor="ctr" anchorCtr="0">
          <a:noAutofit/>
        </a:bodyPr>
        <a:lstStyle/>
        <a:p>
          <a:pPr marL="0" lvl="0" indent="0" algn="l" defTabSz="844550">
            <a:lnSpc>
              <a:spcPct val="90000"/>
            </a:lnSpc>
            <a:spcBef>
              <a:spcPct val="0"/>
            </a:spcBef>
            <a:spcAft>
              <a:spcPct val="35000"/>
            </a:spcAft>
            <a:buNone/>
          </a:pPr>
          <a:r>
            <a:rPr lang="en-GB" sz="1900" b="1" kern="1200"/>
            <a:t>Job</a:t>
          </a:r>
          <a:endParaRPr lang="en-US" sz="1900" b="1" kern="1200"/>
        </a:p>
      </dsp:txBody>
      <dsp:txXfrm>
        <a:off x="885108" y="961507"/>
        <a:ext cx="4886183" cy="766327"/>
      </dsp:txXfrm>
    </dsp:sp>
    <dsp:sp modelId="{7CF69285-FC7C-4A82-8298-EEA35A353961}">
      <dsp:nvSpPr>
        <dsp:cNvPr id="0" name=""/>
        <dsp:cNvSpPr/>
      </dsp:nvSpPr>
      <dsp:spPr>
        <a:xfrm>
          <a:off x="0" y="1919416"/>
          <a:ext cx="5771292" cy="7663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AC592F-D419-4D9C-B966-C2B2E0388C1E}">
      <dsp:nvSpPr>
        <dsp:cNvPr id="0" name=""/>
        <dsp:cNvSpPr/>
      </dsp:nvSpPr>
      <dsp:spPr>
        <a:xfrm>
          <a:off x="231814" y="2091840"/>
          <a:ext cx="421480" cy="4214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244BD1-B3B6-48F3-A71D-EE179836A400}">
      <dsp:nvSpPr>
        <dsp:cNvPr id="0" name=""/>
        <dsp:cNvSpPr/>
      </dsp:nvSpPr>
      <dsp:spPr>
        <a:xfrm>
          <a:off x="885108" y="1919416"/>
          <a:ext cx="4886183" cy="766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103" tIns="81103" rIns="81103" bIns="81103" numCol="1" spcCol="1270" anchor="ctr" anchorCtr="0">
          <a:noAutofit/>
        </a:bodyPr>
        <a:lstStyle/>
        <a:p>
          <a:pPr marL="0" lvl="0" indent="0" algn="l" defTabSz="844550">
            <a:lnSpc>
              <a:spcPct val="90000"/>
            </a:lnSpc>
            <a:spcBef>
              <a:spcPct val="0"/>
            </a:spcBef>
            <a:spcAft>
              <a:spcPct val="35000"/>
            </a:spcAft>
            <a:buNone/>
          </a:pPr>
          <a:r>
            <a:rPr lang="en-GB" sz="1900" b="1" kern="1200" dirty="0"/>
            <a:t>Coding experience C#, OO</a:t>
          </a:r>
          <a:endParaRPr lang="en-US" sz="1900" b="1" kern="1200" dirty="0"/>
        </a:p>
      </dsp:txBody>
      <dsp:txXfrm>
        <a:off x="885108" y="1919416"/>
        <a:ext cx="4886183" cy="766327"/>
      </dsp:txXfrm>
    </dsp:sp>
    <dsp:sp modelId="{C248D111-2449-4D44-8E63-94E25DD37F81}">
      <dsp:nvSpPr>
        <dsp:cNvPr id="0" name=""/>
        <dsp:cNvSpPr/>
      </dsp:nvSpPr>
      <dsp:spPr>
        <a:xfrm>
          <a:off x="0" y="2877326"/>
          <a:ext cx="5771292" cy="7663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70D8BF-839E-406C-8AB4-9F5D9F29AD90}">
      <dsp:nvSpPr>
        <dsp:cNvPr id="0" name=""/>
        <dsp:cNvSpPr/>
      </dsp:nvSpPr>
      <dsp:spPr>
        <a:xfrm>
          <a:off x="231814" y="3049749"/>
          <a:ext cx="421480" cy="4214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DE1480-1403-4D70-8FA4-BFE7C3AF8DF7}">
      <dsp:nvSpPr>
        <dsp:cNvPr id="0" name=""/>
        <dsp:cNvSpPr/>
      </dsp:nvSpPr>
      <dsp:spPr>
        <a:xfrm>
          <a:off x="885108" y="2877326"/>
          <a:ext cx="4886183" cy="766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103" tIns="81103" rIns="81103" bIns="81103" numCol="1" spcCol="1270" anchor="ctr" anchorCtr="0">
          <a:noAutofit/>
        </a:bodyPr>
        <a:lstStyle/>
        <a:p>
          <a:pPr marL="0" lvl="0" indent="0" algn="l" defTabSz="844550">
            <a:lnSpc>
              <a:spcPct val="90000"/>
            </a:lnSpc>
            <a:spcBef>
              <a:spcPct val="0"/>
            </a:spcBef>
            <a:spcAft>
              <a:spcPct val="35000"/>
            </a:spcAft>
            <a:buNone/>
          </a:pPr>
          <a:r>
            <a:rPr lang="en-GB" sz="1900" b="1" kern="1200" dirty="0"/>
            <a:t>Completed the pre-course studies?</a:t>
          </a:r>
          <a:endParaRPr lang="en-US" sz="1900" b="1" kern="1200" dirty="0"/>
        </a:p>
      </dsp:txBody>
      <dsp:txXfrm>
        <a:off x="885108" y="2877326"/>
        <a:ext cx="4886183" cy="766327"/>
      </dsp:txXfrm>
    </dsp:sp>
    <dsp:sp modelId="{A6DF22A0-9D35-4964-8A04-0CD86533EAD6}">
      <dsp:nvSpPr>
        <dsp:cNvPr id="0" name=""/>
        <dsp:cNvSpPr/>
      </dsp:nvSpPr>
      <dsp:spPr>
        <a:xfrm>
          <a:off x="0" y="3835235"/>
          <a:ext cx="5771292" cy="7663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13F5CC-1075-4F57-86AF-47D4ED8BC572}">
      <dsp:nvSpPr>
        <dsp:cNvPr id="0" name=""/>
        <dsp:cNvSpPr/>
      </dsp:nvSpPr>
      <dsp:spPr>
        <a:xfrm>
          <a:off x="231814" y="4007659"/>
          <a:ext cx="421480" cy="4214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0901F1-A02A-4D56-972F-97804DF9865D}">
      <dsp:nvSpPr>
        <dsp:cNvPr id="0" name=""/>
        <dsp:cNvSpPr/>
      </dsp:nvSpPr>
      <dsp:spPr>
        <a:xfrm>
          <a:off x="885108" y="3835235"/>
          <a:ext cx="4886183" cy="766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103" tIns="81103" rIns="81103" bIns="81103" numCol="1" spcCol="1270" anchor="ctr" anchorCtr="0">
          <a:noAutofit/>
        </a:bodyPr>
        <a:lstStyle/>
        <a:p>
          <a:pPr marL="0" lvl="0" indent="0" algn="l" defTabSz="844550">
            <a:lnSpc>
              <a:spcPct val="90000"/>
            </a:lnSpc>
            <a:spcBef>
              <a:spcPct val="0"/>
            </a:spcBef>
            <a:spcAft>
              <a:spcPct val="35000"/>
            </a:spcAft>
            <a:buNone/>
          </a:pPr>
          <a:r>
            <a:rPr lang="en-GB" sz="1900" b="1" kern="1200"/>
            <a:t>What do you do for fun!</a:t>
          </a:r>
          <a:endParaRPr lang="en-US" sz="1900" b="1" kern="1200"/>
        </a:p>
      </dsp:txBody>
      <dsp:txXfrm>
        <a:off x="885108" y="3835235"/>
        <a:ext cx="4886183" cy="76632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03/08/2026</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03/08/2026</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7"/>
          <p:cNvSpPr>
            <a:spLocks noGrp="1"/>
          </p:cNvSpPr>
          <p:nvPr>
            <p:ph type="ftr" sz="quarter" idx="4"/>
          </p:nvPr>
        </p:nvSpPr>
        <p:spPr>
          <a:xfrm>
            <a:off x="0" y="9285288"/>
            <a:ext cx="2879725" cy="490537"/>
          </a:xfrm>
          <a:prstGeom prst="rect">
            <a:avLst/>
          </a:prstGeom>
        </p:spPr>
        <p:txBody>
          <a:bodyPr vert="horz" lIns="91440" tIns="45720" rIns="91440" bIns="45720" rtlCol="0" anchor="b"/>
          <a:lstStyle>
            <a:lvl1pPr algn="l">
              <a:defRPr sz="1200"/>
            </a:lvl1pPr>
          </a:lstStyle>
          <a:p>
            <a:endParaRPr lang="en-IN"/>
          </a:p>
        </p:txBody>
      </p:sp>
      <p:sp>
        <p:nvSpPr>
          <p:cNvPr id="11" name="Slide Number Placeholder 10"/>
          <p:cNvSpPr>
            <a:spLocks noGrp="1"/>
          </p:cNvSpPr>
          <p:nvPr>
            <p:ph type="sldNum" sz="quarter" idx="5"/>
          </p:nvPr>
        </p:nvSpPr>
        <p:spPr>
          <a:xfrm>
            <a:off x="3763963" y="9285288"/>
            <a:ext cx="2879725" cy="490537"/>
          </a:xfrm>
          <a:prstGeom prst="rect">
            <a:avLst/>
          </a:prstGeom>
        </p:spPr>
        <p:txBody>
          <a:bodyPr vert="horz" lIns="91440" tIns="45720" rIns="91440" bIns="45720" rtlCol="0" anchor="b"/>
          <a:lstStyle>
            <a:lvl1pPr algn="r">
              <a:defRPr sz="1200"/>
            </a:lvl1pPr>
          </a:lstStyle>
          <a:p>
            <a:fld id="{D32A5BBE-D6B5-4361-9906-3190D45A1276}" type="slidenum">
              <a:rPr lang="en-IN" smtClean="0"/>
              <a:t>‹#›</a:t>
            </a:fld>
            <a:endParaRPr lang="en-IN"/>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noFill/>
          <a:ln/>
        </p:spPr>
        <p:txBody>
          <a:bodyPr/>
          <a:lstStyle/>
          <a:p>
            <a:endParaRPr lang="en-US" dirty="0"/>
          </a:p>
        </p:txBody>
      </p:sp>
      <p:sp>
        <p:nvSpPr>
          <p:cNvPr id="2" name="Slide Number Placeholder 1"/>
          <p:cNvSpPr>
            <a:spLocks noGrp="1"/>
          </p:cNvSpPr>
          <p:nvPr>
            <p:ph type="sldNum" sz="quarter" idx="10"/>
          </p:nvPr>
        </p:nvSpPr>
        <p:spPr/>
        <p:txBody>
          <a:bodyPr/>
          <a:lstStyle/>
          <a:p>
            <a:fld id="{D32A5BBE-D6B5-4361-9906-3190D45A1276}" type="slidenum">
              <a:rPr lang="en-IN" smtClean="0"/>
              <a:t>2</a:t>
            </a:fld>
            <a:endParaRPr lang="en-IN"/>
          </a:p>
        </p:txBody>
      </p:sp>
    </p:spTree>
    <p:extLst>
      <p:ext uri="{BB962C8B-B14F-4D97-AF65-F5344CB8AC3E}">
        <p14:creationId xmlns:p14="http://schemas.microsoft.com/office/powerpoint/2010/main" val="2656798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a:xfrm>
            <a:off x="3764119" y="9285339"/>
            <a:ext cx="2879619" cy="490488"/>
          </a:xfrm>
          <a:prstGeom prst="rect">
            <a:avLst/>
          </a:prstGeom>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2219041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p:spPr>
        <p:txBody>
          <a:bodyPr/>
          <a:lstStyle/>
          <a:p>
            <a:r>
              <a:rPr lang="en-GB" dirty="0"/>
              <a:t>This course is designed to complete your knowledge of the C# language syntax and keywords, whilst introducing the OO concepts</a:t>
            </a:r>
            <a:r>
              <a:rPr lang="en-GB" baseline="0" dirty="0"/>
              <a:t> of Inheritance and Polymorphism. It follows on from the pre-course studies. At this stage you should be confident about the fundamentals of the C# language. This course will introduce OO concepts and the role played by the framework.</a:t>
            </a:r>
            <a:endParaRPr lang="en-GB" dirty="0"/>
          </a:p>
          <a:p>
            <a:endParaRPr lang="en-GB" dirty="0"/>
          </a:p>
        </p:txBody>
      </p:sp>
      <p:sp>
        <p:nvSpPr>
          <p:cNvPr id="2" name="Slide Number Placeholder 1"/>
          <p:cNvSpPr>
            <a:spLocks noGrp="1"/>
          </p:cNvSpPr>
          <p:nvPr>
            <p:ph type="sldNum" sz="quarter" idx="10"/>
          </p:nvPr>
        </p:nvSpPr>
        <p:spPr/>
        <p:txBody>
          <a:bodyPr/>
          <a:lstStyle/>
          <a:p>
            <a:fld id="{D32A5BBE-D6B5-4361-9906-3190D45A1276}" type="slidenum">
              <a:rPr lang="en-IN" smtClean="0"/>
              <a:t>4</a:t>
            </a:fld>
            <a:endParaRPr lang="en-IN"/>
          </a:p>
        </p:txBody>
      </p:sp>
    </p:spTree>
    <p:extLst>
      <p:ext uri="{BB962C8B-B14F-4D97-AF65-F5344CB8AC3E}">
        <p14:creationId xmlns:p14="http://schemas.microsoft.com/office/powerpoint/2010/main" val="2181921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a:ln/>
        </p:spPr>
        <p:txBody>
          <a:bodyPr/>
          <a:lstStyle/>
          <a:p>
            <a:r>
              <a:rPr lang="en-GB" dirty="0"/>
              <a:t>Pretty self-explanatory.</a:t>
            </a:r>
            <a:r>
              <a:rPr lang="en-GB" baseline="0" dirty="0"/>
              <a:t> From your exposure so far there may be a number of unanswered questions in your head. This week, whilst covering lots of new material should, enable you to consolidate further on language and Java framework basics learnt during the previous course.</a:t>
            </a:r>
            <a:endParaRPr lang="en-GB" dirty="0"/>
          </a:p>
        </p:txBody>
      </p:sp>
      <p:sp>
        <p:nvSpPr>
          <p:cNvPr id="2" name="Slide Number Placeholder 1"/>
          <p:cNvSpPr>
            <a:spLocks noGrp="1"/>
          </p:cNvSpPr>
          <p:nvPr>
            <p:ph type="sldNum" sz="quarter" idx="10"/>
          </p:nvPr>
        </p:nvSpPr>
        <p:spPr/>
        <p:txBody>
          <a:bodyPr/>
          <a:lstStyle/>
          <a:p>
            <a:fld id="{D32A5BBE-D6B5-4361-9906-3190D45A1276}" type="slidenum">
              <a:rPr lang="en-IN" smtClean="0"/>
              <a:t>5</a:t>
            </a:fld>
            <a:endParaRPr lang="en-IN"/>
          </a:p>
        </p:txBody>
      </p:sp>
    </p:spTree>
    <p:extLst>
      <p:ext uri="{BB962C8B-B14F-4D97-AF65-F5344CB8AC3E}">
        <p14:creationId xmlns:p14="http://schemas.microsoft.com/office/powerpoint/2010/main" val="2682827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p:spPr>
        <p:txBody>
          <a:bodyPr/>
          <a:lstStyle/>
          <a:p>
            <a:r>
              <a:rPr lang="en-GB" dirty="0"/>
              <a:t>This course is presented as an Instructor Led Training (ILT) course, which means that it is comprised of:</a:t>
            </a:r>
          </a:p>
          <a:p>
            <a:endParaRPr lang="en-GB" dirty="0"/>
          </a:p>
          <a:p>
            <a:pPr marL="619125" lvl="1" indent="-171450">
              <a:buFont typeface="Arial" panose="020B0604020202020204" pitchFamily="34" charset="0"/>
              <a:buChar char="•"/>
            </a:pPr>
            <a:r>
              <a:rPr lang="en-GB" dirty="0"/>
              <a:t>Teaching sessions, where the instructor will explain aspects of the Java language and Java framework and technology.</a:t>
            </a:r>
          </a:p>
          <a:p>
            <a:pPr marL="619125" lvl="1" indent="-171450">
              <a:buFont typeface="Arial" panose="020B0604020202020204" pitchFamily="34" charset="0"/>
              <a:buChar char="•"/>
            </a:pPr>
            <a:r>
              <a:rPr lang="en-GB" dirty="0"/>
              <a:t>Hands on labs, where you have the opportunity to put your new knowledge into practice, but you will be led step by step</a:t>
            </a:r>
          </a:p>
          <a:p>
            <a:pPr marL="619125" lvl="1" indent="-171450">
              <a:buFont typeface="Arial" panose="020B0604020202020204" pitchFamily="34" charset="0"/>
              <a:buChar char="•"/>
            </a:pPr>
            <a:r>
              <a:rPr lang="en-GB" dirty="0"/>
              <a:t>Interspersed with labs will be ‘Coding Practices’,</a:t>
            </a:r>
            <a:r>
              <a:rPr lang="en-GB" baseline="0" dirty="0"/>
              <a:t> get this problem solved, here are some hints and tips</a:t>
            </a:r>
            <a:endParaRPr lang="en-GB" dirty="0"/>
          </a:p>
          <a:p>
            <a:pPr lvl="2"/>
            <a:endParaRPr lang="en-GB" dirty="0"/>
          </a:p>
          <a:p>
            <a:r>
              <a:rPr lang="en-GB" dirty="0"/>
              <a:t>You also have all of the slides, with some additional commentary, to take away with you (you're reading this at the moment). You also have a Hands on Lab guide book, which provides you with instructions for the Labs.</a:t>
            </a:r>
          </a:p>
          <a:p>
            <a:endParaRPr lang="en-GB" dirty="0"/>
          </a:p>
          <a:p>
            <a:pPr marL="0" marR="0" lvl="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The Hands On Labs are a vitally important learning tool, as they enable you to get to grips with the material. This experimenting reinforces the learning and maximises the retention of information for when you return to work. You will be using Eclipse as the development tool when working on the labs, as this is the main development tool for Java development.</a:t>
            </a:r>
          </a:p>
          <a:p>
            <a:endParaRPr lang="en-GB" dirty="0"/>
          </a:p>
        </p:txBody>
      </p:sp>
      <p:sp>
        <p:nvSpPr>
          <p:cNvPr id="2" name="Slide Number Placeholder 1"/>
          <p:cNvSpPr>
            <a:spLocks noGrp="1"/>
          </p:cNvSpPr>
          <p:nvPr>
            <p:ph type="sldNum" sz="quarter" idx="10"/>
          </p:nvPr>
        </p:nvSpPr>
        <p:spPr/>
        <p:txBody>
          <a:bodyPr/>
          <a:lstStyle/>
          <a:p>
            <a:fld id="{D32A5BBE-D6B5-4361-9906-3190D45A1276}" type="slidenum">
              <a:rPr lang="en-IN" smtClean="0"/>
              <a:t>6</a:t>
            </a:fld>
            <a:endParaRPr lang="en-IN"/>
          </a:p>
        </p:txBody>
      </p:sp>
    </p:spTree>
    <p:extLst>
      <p:ext uri="{BB962C8B-B14F-4D97-AF65-F5344CB8AC3E}">
        <p14:creationId xmlns:p14="http://schemas.microsoft.com/office/powerpoint/2010/main" val="3365103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endParaRPr lang="en-GB" b="0" dirty="0"/>
          </a:p>
        </p:txBody>
      </p:sp>
      <p:sp>
        <p:nvSpPr>
          <p:cNvPr id="4" name="Slide Number Placeholder 3"/>
          <p:cNvSpPr>
            <a:spLocks noGrp="1"/>
          </p:cNvSpPr>
          <p:nvPr>
            <p:ph type="sldNum" sz="quarter" idx="10"/>
          </p:nvPr>
        </p:nvSpPr>
        <p:spPr>
          <a:xfrm>
            <a:off x="3764119" y="9285339"/>
            <a:ext cx="2879619" cy="490488"/>
          </a:xfrm>
          <a:prstGeom prst="rect">
            <a:avLst/>
          </a:prstGeom>
        </p:spPr>
        <p:txBody>
          <a:bodyPr/>
          <a:lstStyle/>
          <a:p>
            <a:fld id="{548901C6-1DA1-FB44-ABEE-06A0FEB7738E}" type="slidenum">
              <a:rPr lang="en-GB" smtClean="0"/>
              <a:t>8</a:t>
            </a:fld>
            <a:endParaRPr lang="en-GB"/>
          </a:p>
        </p:txBody>
      </p:sp>
    </p:spTree>
    <p:extLst>
      <p:ext uri="{BB962C8B-B14F-4D97-AF65-F5344CB8AC3E}">
        <p14:creationId xmlns:p14="http://schemas.microsoft.com/office/powerpoint/2010/main" val="21080831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19474710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Lst>
  <p:hf sldNum="0" hdr="0" ft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7"/>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7"/>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7"/>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7"/>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dirty="0"/>
              <a:t>Introduction</a:t>
            </a:r>
            <a:endParaRPr lang="en-US" dirty="0"/>
          </a:p>
        </p:txBody>
      </p:sp>
      <p:sp>
        <p:nvSpPr>
          <p:cNvPr id="3" name="Subtitle 2">
            <a:extLst>
              <a:ext uri="{FF2B5EF4-FFF2-40B4-BE49-F238E27FC236}">
                <a16:creationId xmlns:a16="http://schemas.microsoft.com/office/drawing/2014/main" id="{52534D79-CFC0-C4F4-AD12-F13DBCAB1A9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title"/>
          </p:nvPr>
        </p:nvSpPr>
        <p:spPr>
          <a:xfrm>
            <a:off x="339971" y="562058"/>
            <a:ext cx="11517818" cy="805001"/>
          </a:xfrm>
        </p:spPr>
        <p:txBody>
          <a:bodyPr anchor="t">
            <a:normAutofit/>
          </a:bodyPr>
          <a:lstStyle/>
          <a:p>
            <a:r>
              <a:rPr lang="en-GB" dirty="0"/>
              <a:t>Contents</a:t>
            </a:r>
            <a:endParaRPr lang="en-IN" dirty="0"/>
          </a:p>
        </p:txBody>
      </p:sp>
      <p:graphicFrame>
        <p:nvGraphicFramePr>
          <p:cNvPr id="5" name="Text Placeholder 2">
            <a:extLst>
              <a:ext uri="{FF2B5EF4-FFF2-40B4-BE49-F238E27FC236}">
                <a16:creationId xmlns:a16="http://schemas.microsoft.com/office/drawing/2014/main" id="{D3511CCE-A6C8-1F7F-DDB2-C30598700811}"/>
              </a:ext>
            </a:extLst>
          </p:cNvPr>
          <p:cNvGraphicFramePr/>
          <p:nvPr>
            <p:extLst>
              <p:ext uri="{D42A27DB-BD31-4B8C-83A1-F6EECF244321}">
                <p14:modId xmlns:p14="http://schemas.microsoft.com/office/powerpoint/2010/main" val="3049733307"/>
              </p:ext>
            </p:extLst>
          </p:nvPr>
        </p:nvGraphicFramePr>
        <p:xfrm>
          <a:off x="341272" y="1368256"/>
          <a:ext cx="11516239" cy="4955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681313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4784" y="3433680"/>
            <a:ext cx="6708474" cy="968987"/>
          </a:xfrm>
        </p:spPr>
        <p:txBody>
          <a:bodyPr/>
          <a:lstStyle/>
          <a:p>
            <a:r>
              <a:rPr lang="en-GB" dirty="0"/>
              <a:t>Safety, health and environment</a:t>
            </a:r>
            <a:endParaRPr lang="en-IN" dirty="0"/>
          </a:p>
        </p:txBody>
      </p:sp>
      <p:sp>
        <p:nvSpPr>
          <p:cNvPr id="3" name="Text Placeholder 2"/>
          <p:cNvSpPr>
            <a:spLocks noGrp="1"/>
          </p:cNvSpPr>
          <p:nvPr>
            <p:ph type="body" sz="quarter" idx="12"/>
          </p:nvPr>
        </p:nvSpPr>
        <p:spPr>
          <a:xfrm>
            <a:off x="384784" y="4894524"/>
            <a:ext cx="2926587" cy="1612808"/>
          </a:xfrm>
        </p:spPr>
        <p:txBody>
          <a:bodyPr/>
          <a:lstStyle/>
          <a:p>
            <a:r>
              <a:rPr lang="en-GB" dirty="0"/>
              <a:t>Fire exits</a:t>
            </a:r>
          </a:p>
          <a:p>
            <a:r>
              <a:rPr lang="en-GB" dirty="0"/>
              <a:t>Security</a:t>
            </a:r>
          </a:p>
          <a:p>
            <a:r>
              <a:rPr lang="en-GB" dirty="0"/>
              <a:t>Internet access</a:t>
            </a:r>
          </a:p>
          <a:p>
            <a:r>
              <a:rPr lang="en-GB" dirty="0"/>
              <a:t>Phones / mobiles</a:t>
            </a:r>
          </a:p>
          <a:p>
            <a:r>
              <a:rPr lang="en-GB" dirty="0"/>
              <a:t>Messages</a:t>
            </a:r>
          </a:p>
          <a:p>
            <a:endParaRPr lang="en-GB" dirty="0"/>
          </a:p>
          <a:p>
            <a:endParaRPr lang="en-GB" dirty="0"/>
          </a:p>
          <a:p>
            <a:endParaRPr lang="en-GB" dirty="0"/>
          </a:p>
          <a:p>
            <a:endParaRPr lang="en-IN" dirty="0"/>
          </a:p>
        </p:txBody>
      </p:sp>
      <p:sp>
        <p:nvSpPr>
          <p:cNvPr id="6" name="Text Placeholder 2"/>
          <p:cNvSpPr txBox="1">
            <a:spLocks/>
          </p:cNvSpPr>
          <p:nvPr/>
        </p:nvSpPr>
        <p:spPr>
          <a:xfrm>
            <a:off x="3739021" y="4894524"/>
            <a:ext cx="2926587" cy="1612808"/>
          </a:xfrm>
          <a:prstGeom prst="rect">
            <a:avLst/>
          </a:prstGeom>
        </p:spPr>
        <p:txBody>
          <a:bodyPr vert="horz" lIns="0" tIns="0" rIns="0" bIns="0" rtlCol="0" anchor="t" anchorCtr="0">
            <a:noAutofit/>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i="0" kern="1200">
                <a:solidFill>
                  <a:schemeClr val="bg1"/>
                </a:solidFill>
                <a:latin typeface="Montserrat" pitchFamily="2" charset="77"/>
                <a:ea typeface="+mn-ea"/>
                <a:cs typeface="+mn-cs"/>
              </a:defRPr>
            </a:lvl1pPr>
            <a:lvl2pPr marL="374650" indent="-28575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2pPr>
            <a:lvl3pPr marL="88900" indent="0" algn="l" defTabSz="914400" rtl="0" eaLnBrk="1" latinLnBrk="0" hangingPunct="1">
              <a:lnSpc>
                <a:spcPct val="100000"/>
              </a:lnSpc>
              <a:spcBef>
                <a:spcPts val="0"/>
              </a:spcBef>
              <a:spcAft>
                <a:spcPts val="650"/>
              </a:spcAft>
              <a:buSzPct val="120000"/>
              <a:buFontTx/>
              <a:buNone/>
              <a:tabLst/>
              <a:defRPr sz="2000" b="0" i="0" kern="1200">
                <a:solidFill>
                  <a:schemeClr val="tx1"/>
                </a:solidFill>
                <a:latin typeface="Montserrat" pitchFamily="2" charset="77"/>
                <a:ea typeface="+mn-ea"/>
                <a:cs typeface="+mn-cs"/>
              </a:defRPr>
            </a:lvl3pPr>
            <a:lvl4pPr marL="88900" indent="0" algn="l" defTabSz="914400" rtl="0" eaLnBrk="1" latinLnBrk="0" hangingPunct="1">
              <a:lnSpc>
                <a:spcPct val="100000"/>
              </a:lnSpc>
              <a:spcBef>
                <a:spcPts val="0"/>
              </a:spcBef>
              <a:spcAft>
                <a:spcPts val="650"/>
              </a:spcAft>
              <a:buSzPct val="120000"/>
              <a:buFontTx/>
              <a:buNone/>
              <a:tabLst/>
              <a:defRPr sz="2000" b="0" kern="1200">
                <a:solidFill>
                  <a:schemeClr val="tx1"/>
                </a:solidFill>
                <a:latin typeface="Montserrat" pitchFamily="2" charset="77"/>
                <a:ea typeface="+mn-ea"/>
                <a:cs typeface="+mn-cs"/>
              </a:defRPr>
            </a:lvl4pPr>
            <a:lvl5pPr marL="88900" indent="0" algn="l" defTabSz="914400" rtl="0" eaLnBrk="1" latinLnBrk="0" hangingPunct="1">
              <a:lnSpc>
                <a:spcPct val="100000"/>
              </a:lnSpc>
              <a:spcBef>
                <a:spcPts val="0"/>
              </a:spcBef>
              <a:spcAft>
                <a:spcPts val="650"/>
              </a:spcAft>
              <a:buSzPct val="125000"/>
              <a:buFontTx/>
              <a:buNone/>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Helpdesk</a:t>
            </a:r>
          </a:p>
          <a:p>
            <a:r>
              <a:rPr lang="en-GB" dirty="0"/>
              <a:t>Timings</a:t>
            </a:r>
          </a:p>
          <a:p>
            <a:r>
              <a:rPr lang="en-GB" dirty="0"/>
              <a:t>Breaks</a:t>
            </a:r>
          </a:p>
          <a:p>
            <a:r>
              <a:rPr lang="en-GB" dirty="0"/>
              <a:t>Lunch</a:t>
            </a:r>
          </a:p>
          <a:p>
            <a:r>
              <a:rPr lang="en-GB" dirty="0"/>
              <a:t>Toilets</a:t>
            </a:r>
          </a:p>
          <a:p>
            <a:endParaRPr lang="en-GB" dirty="0"/>
          </a:p>
          <a:p>
            <a:endParaRPr lang="en-GB" dirty="0"/>
          </a:p>
          <a:p>
            <a:endParaRPr lang="en-IN" dirty="0"/>
          </a:p>
        </p:txBody>
      </p:sp>
    </p:spTree>
    <p:extLst>
      <p:ext uri="{BB962C8B-B14F-4D97-AF65-F5344CB8AC3E}">
        <p14:creationId xmlns:p14="http://schemas.microsoft.com/office/powerpoint/2010/main" val="3894682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a:xfrm>
            <a:off x="5037136" y="1349984"/>
            <a:ext cx="7028967" cy="5119407"/>
          </a:xfrm>
        </p:spPr>
        <p:txBody>
          <a:bodyPr vert="horz" lIns="0" tIns="0" rIns="0" bIns="0" rtlCol="0" anchor="t" anchorCtr="0">
            <a:noAutofit/>
          </a:bodyPr>
          <a:lstStyle/>
          <a:p>
            <a:pPr marL="342900" indent="-342900">
              <a:buChar char="•"/>
            </a:pPr>
            <a:r>
              <a:rPr lang="en-GB" b="1" dirty="0"/>
              <a:t>Revision of C# language and .NET Framework</a:t>
            </a:r>
          </a:p>
          <a:p>
            <a:pPr marL="522900" lvl="1" indent="-342900"/>
            <a:r>
              <a:rPr lang="en-GB" b="1" dirty="0"/>
              <a:t>Consolidate on understanding of </a:t>
            </a:r>
            <a:r>
              <a:rPr lang="en-GB" b="1" dirty="0">
                <a:solidFill>
                  <a:srgbClr val="0070C0"/>
                </a:solidFill>
              </a:rPr>
              <a:t>statics</a:t>
            </a:r>
            <a:r>
              <a:rPr lang="en-GB" b="1" dirty="0"/>
              <a:t> 	</a:t>
            </a:r>
          </a:p>
          <a:p>
            <a:pPr marL="522900" lvl="1" indent="-342900"/>
            <a:r>
              <a:rPr lang="en-GB" b="1" dirty="0"/>
              <a:t>Go further with </a:t>
            </a:r>
            <a:r>
              <a:rPr lang="en-GB" b="1" dirty="0">
                <a:solidFill>
                  <a:srgbClr val="0070C0"/>
                </a:solidFill>
              </a:rPr>
              <a:t>exception handling</a:t>
            </a:r>
          </a:p>
          <a:p>
            <a:endParaRPr lang="en-GB" b="1" dirty="0"/>
          </a:p>
          <a:p>
            <a:r>
              <a:rPr lang="en-GB" b="1" dirty="0"/>
              <a:t>Object Oriented (OO) concepts</a:t>
            </a:r>
            <a:endParaRPr lang="en-GB" dirty="0"/>
          </a:p>
          <a:p>
            <a:pPr marL="342900" indent="-342900">
              <a:buChar char="•"/>
            </a:pPr>
            <a:r>
              <a:rPr lang="en-GB" b="1" dirty="0"/>
              <a:t>Learn about </a:t>
            </a:r>
            <a:r>
              <a:rPr lang="en-GB" b="1" dirty="0">
                <a:solidFill>
                  <a:srgbClr val="0070C0"/>
                </a:solidFill>
              </a:rPr>
              <a:t>inheritance</a:t>
            </a:r>
          </a:p>
          <a:p>
            <a:pPr marL="342900" indent="-342900">
              <a:buChar char="•"/>
            </a:pPr>
            <a:r>
              <a:rPr lang="en-GB" b="1" dirty="0"/>
              <a:t>Using </a:t>
            </a:r>
            <a:r>
              <a:rPr lang="en-GB" b="1" dirty="0">
                <a:solidFill>
                  <a:srgbClr val="0070C0"/>
                </a:solidFill>
              </a:rPr>
              <a:t>abstract </a:t>
            </a:r>
            <a:r>
              <a:rPr lang="en-GB" b="1" dirty="0"/>
              <a:t>classes </a:t>
            </a:r>
          </a:p>
          <a:p>
            <a:pPr marL="342900" indent="-342900">
              <a:buChar char="•"/>
            </a:pPr>
            <a:r>
              <a:rPr lang="en-GB" b="1" dirty="0"/>
              <a:t>Implementing </a:t>
            </a:r>
            <a:r>
              <a:rPr lang="en-GB" b="1" dirty="0">
                <a:solidFill>
                  <a:srgbClr val="0070C0"/>
                </a:solidFill>
              </a:rPr>
              <a:t>Interfaces</a:t>
            </a:r>
          </a:p>
          <a:p>
            <a:pPr marL="342900" indent="-342900">
              <a:buChar char="•"/>
            </a:pPr>
            <a:r>
              <a:rPr lang="en-GB" b="1" dirty="0"/>
              <a:t>Learn about and use </a:t>
            </a:r>
            <a:r>
              <a:rPr lang="en-GB" b="1" dirty="0">
                <a:solidFill>
                  <a:srgbClr val="0070C0"/>
                </a:solidFill>
              </a:rPr>
              <a:t>polymorphism</a:t>
            </a:r>
          </a:p>
          <a:p>
            <a:pPr marL="342900" indent="-342900">
              <a:buFont typeface="Arial" panose="020B0604020202020204" pitchFamily="34" charset="0"/>
              <a:buChar char="•"/>
            </a:pPr>
            <a:r>
              <a:rPr lang="en-GB" b="1" dirty="0"/>
              <a:t>Class </a:t>
            </a:r>
            <a:r>
              <a:rPr lang="en-GB" b="1" dirty="0">
                <a:solidFill>
                  <a:srgbClr val="0070C0"/>
                </a:solidFill>
              </a:rPr>
              <a:t>design </a:t>
            </a:r>
            <a:r>
              <a:rPr lang="en-GB" b="1" dirty="0"/>
              <a:t>and patterns</a:t>
            </a:r>
          </a:p>
          <a:p>
            <a:pPr marL="342900" indent="-342900">
              <a:buChar char="•"/>
            </a:pPr>
            <a:endParaRPr lang="en-GB" b="1" dirty="0"/>
          </a:p>
          <a:p>
            <a:pPr marL="342900" indent="-342900">
              <a:buChar char="•"/>
            </a:pPr>
            <a:r>
              <a:rPr lang="en-GB" b="1" dirty="0"/>
              <a:t>Connect and use </a:t>
            </a:r>
            <a:r>
              <a:rPr lang="en-GB" b="1" dirty="0">
                <a:solidFill>
                  <a:srgbClr val="0070C0"/>
                </a:solidFill>
              </a:rPr>
              <a:t>RDBMS databases</a:t>
            </a:r>
          </a:p>
          <a:p>
            <a:pPr marL="342900" indent="-342900">
              <a:buChar char="•"/>
            </a:pPr>
            <a:endParaRPr lang="en-IN" dirty="0"/>
          </a:p>
        </p:txBody>
      </p:sp>
      <p:sp>
        <p:nvSpPr>
          <p:cNvPr id="2" name="Text Placeholder 1"/>
          <p:cNvSpPr>
            <a:spLocks noGrp="1"/>
          </p:cNvSpPr>
          <p:nvPr>
            <p:ph type="body" sz="quarter" idx="10"/>
          </p:nvPr>
        </p:nvSpPr>
        <p:spPr/>
        <p:txBody>
          <a:bodyPr/>
          <a:lstStyle/>
          <a:p>
            <a:r>
              <a:rPr lang="en-GB" dirty="0"/>
              <a:t>Course objectives</a:t>
            </a:r>
            <a:endParaRPr lang="en-IN" dirty="0"/>
          </a:p>
        </p:txBody>
      </p:sp>
      <p:pic>
        <p:nvPicPr>
          <p:cNvPr id="12" name="Picture 11">
            <a:extLst>
              <a:ext uri="{FF2B5EF4-FFF2-40B4-BE49-F238E27FC236}">
                <a16:creationId xmlns:a16="http://schemas.microsoft.com/office/drawing/2014/main" id="{860FBAA3-EDEE-B70D-EC0B-4BD04DC0506D}"/>
              </a:ext>
            </a:extLst>
          </p:cNvPr>
          <p:cNvPicPr>
            <a:picLocks noChangeAspect="1"/>
          </p:cNvPicPr>
          <p:nvPr/>
        </p:nvPicPr>
        <p:blipFill>
          <a:blip r:embed="rId3"/>
          <a:stretch>
            <a:fillRect/>
          </a:stretch>
        </p:blipFill>
        <p:spPr>
          <a:xfrm>
            <a:off x="9859600" y="223634"/>
            <a:ext cx="2122010" cy="909433"/>
          </a:xfrm>
          <a:prstGeom prst="rect">
            <a:avLst/>
          </a:prstGeom>
        </p:spPr>
      </p:pic>
    </p:spTree>
    <p:extLst>
      <p:ext uri="{BB962C8B-B14F-4D97-AF65-F5344CB8AC3E}">
        <p14:creationId xmlns:p14="http://schemas.microsoft.com/office/powerpoint/2010/main" val="261906229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title"/>
          </p:nvPr>
        </p:nvSpPr>
        <p:spPr>
          <a:xfrm>
            <a:off x="339971" y="562058"/>
            <a:ext cx="11517818" cy="805001"/>
          </a:xfrm>
        </p:spPr>
        <p:txBody>
          <a:bodyPr anchor="t">
            <a:normAutofit/>
          </a:bodyPr>
          <a:lstStyle/>
          <a:p>
            <a:r>
              <a:rPr lang="en-GB" dirty="0"/>
              <a:t>Course prerequisites</a:t>
            </a:r>
            <a:endParaRPr lang="en-IN" dirty="0"/>
          </a:p>
        </p:txBody>
      </p:sp>
      <p:graphicFrame>
        <p:nvGraphicFramePr>
          <p:cNvPr id="5" name="Text Placeholder 2">
            <a:extLst>
              <a:ext uri="{FF2B5EF4-FFF2-40B4-BE49-F238E27FC236}">
                <a16:creationId xmlns:a16="http://schemas.microsoft.com/office/drawing/2014/main" id="{14668540-557D-28B5-2C67-37DB17BC79D8}"/>
              </a:ext>
            </a:extLst>
          </p:cNvPr>
          <p:cNvGraphicFramePr/>
          <p:nvPr>
            <p:extLst>
              <p:ext uri="{D42A27DB-BD31-4B8C-83A1-F6EECF244321}">
                <p14:modId xmlns:p14="http://schemas.microsoft.com/office/powerpoint/2010/main" val="2118580587"/>
              </p:ext>
            </p:extLst>
          </p:nvPr>
        </p:nvGraphicFramePr>
        <p:xfrm>
          <a:off x="755404" y="1797788"/>
          <a:ext cx="9312936" cy="39569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1632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Course delivery</a:t>
            </a:r>
            <a:endParaRPr lang="en-IN" dirty="0"/>
          </a:p>
        </p:txBody>
      </p:sp>
      <p:graphicFrame>
        <p:nvGraphicFramePr>
          <p:cNvPr id="6" name="Text Placeholder 2">
            <a:extLst>
              <a:ext uri="{FF2B5EF4-FFF2-40B4-BE49-F238E27FC236}">
                <a16:creationId xmlns:a16="http://schemas.microsoft.com/office/drawing/2014/main" id="{22E0786F-C17C-7E6B-72CF-378DC7130839}"/>
              </a:ext>
            </a:extLst>
          </p:cNvPr>
          <p:cNvGraphicFramePr/>
          <p:nvPr>
            <p:extLst>
              <p:ext uri="{D42A27DB-BD31-4B8C-83A1-F6EECF244321}">
                <p14:modId xmlns:p14="http://schemas.microsoft.com/office/powerpoint/2010/main" val="1797625911"/>
              </p:ext>
            </p:extLst>
          </p:nvPr>
        </p:nvGraphicFramePr>
        <p:xfrm>
          <a:off x="5022591" y="940874"/>
          <a:ext cx="6536617" cy="49033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764970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054467-D430-F416-24A4-DF3B61704D07}"/>
              </a:ext>
            </a:extLst>
          </p:cNvPr>
          <p:cNvSpPr>
            <a:spLocks noGrp="1"/>
          </p:cNvSpPr>
          <p:nvPr>
            <p:ph type="body" sz="quarter" idx="10"/>
          </p:nvPr>
        </p:nvSpPr>
        <p:spPr/>
        <p:txBody>
          <a:bodyPr/>
          <a:lstStyle/>
          <a:p>
            <a:r>
              <a:rPr lang="en-GB" dirty="0"/>
              <a:t>About you</a:t>
            </a:r>
          </a:p>
        </p:txBody>
      </p:sp>
      <p:graphicFrame>
        <p:nvGraphicFramePr>
          <p:cNvPr id="6" name="Text Placeholder 1">
            <a:extLst>
              <a:ext uri="{FF2B5EF4-FFF2-40B4-BE49-F238E27FC236}">
                <a16:creationId xmlns:a16="http://schemas.microsoft.com/office/drawing/2014/main" id="{55B9FB36-932A-10CF-4B4C-42D04FA67FC9}"/>
              </a:ext>
            </a:extLst>
          </p:cNvPr>
          <p:cNvGraphicFramePr/>
          <p:nvPr>
            <p:extLst>
              <p:ext uri="{D42A27DB-BD31-4B8C-83A1-F6EECF244321}">
                <p14:modId xmlns:p14="http://schemas.microsoft.com/office/powerpoint/2010/main" val="1932952764"/>
              </p:ext>
            </p:extLst>
          </p:nvPr>
        </p:nvGraphicFramePr>
        <p:xfrm>
          <a:off x="5131933" y="1089961"/>
          <a:ext cx="5771292" cy="46051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9688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p:txBody>
          <a:bodyPr/>
          <a:lstStyle/>
          <a:p>
            <a:pPr algn="ctr" defTabSz="762000"/>
            <a:r>
              <a:rPr lang="en-GB" b="1" dirty="0">
                <a:cs typeface="Arial" charset="0"/>
              </a:rPr>
              <a:t>Hope you enjoy this learning journey.</a:t>
            </a:r>
            <a:endParaRPr lang="en-GB" b="1" baseline="30000" dirty="0">
              <a:cs typeface="Arial" charset="0"/>
            </a:endParaRPr>
          </a:p>
          <a:p>
            <a:pPr algn="ctr"/>
            <a:endParaRPr lang="en-GB" b="1" dirty="0"/>
          </a:p>
          <a:p>
            <a:pPr algn="ctr"/>
            <a:endParaRPr lang="en-GB" b="1" dirty="0"/>
          </a:p>
          <a:p>
            <a:pPr algn="ctr"/>
            <a:endParaRPr lang="en-GB" b="1" dirty="0"/>
          </a:p>
        </p:txBody>
      </p:sp>
      <p:sp>
        <p:nvSpPr>
          <p:cNvPr id="2" name="Title 1"/>
          <p:cNvSpPr>
            <a:spLocks noGrp="1"/>
          </p:cNvSpPr>
          <p:nvPr>
            <p:ph type="ctrTitle"/>
          </p:nvPr>
        </p:nvSpPr>
        <p:spPr/>
        <p:txBody>
          <a:bodyPr/>
          <a:lstStyle/>
          <a:p>
            <a:r>
              <a:rPr lang="en-GB" dirty="0">
                <a:latin typeface="Krana Fat B" panose="00000B00000000000000" pitchFamily="50" charset="0"/>
              </a:rPr>
              <a:t>THANK YOU</a:t>
            </a:r>
          </a:p>
        </p:txBody>
      </p:sp>
    </p:spTree>
    <p:extLst>
      <p:ext uri="{BB962C8B-B14F-4D97-AF65-F5344CB8AC3E}">
        <p14:creationId xmlns:p14="http://schemas.microsoft.com/office/powerpoint/2010/main" val="9836296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Props1.xml><?xml version="1.0" encoding="utf-8"?>
<ds:datastoreItem xmlns:ds="http://schemas.openxmlformats.org/officeDocument/2006/customXml" ds:itemID="{29DAB023-16FF-451F-92AF-75688FACFE2D}">
  <ds:schemaRefs>
    <ds:schemaRef ds:uri="http://schemas.microsoft.com/sharepoint/v3/contenttype/forms"/>
  </ds:schemaRefs>
</ds:datastoreItem>
</file>

<file path=customXml/itemProps2.xml><?xml version="1.0" encoding="utf-8"?>
<ds:datastoreItem xmlns:ds="http://schemas.openxmlformats.org/officeDocument/2006/customXml" ds:itemID="{9BF96F35-93DA-445D-9A2E-C702439F5B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C9F9B7C-B74B-4D51-940A-330274140EFE}">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6794D9DE-4FDF-4DC0-8B2C-5438320C69D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515</Words>
  <Application>Microsoft Office PowerPoint</Application>
  <PresentationFormat>Widescreen</PresentationFormat>
  <Paragraphs>75</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Krana Fat B</vt:lpstr>
      <vt:lpstr>Montserrat</vt:lpstr>
      <vt:lpstr>Master</vt:lpstr>
      <vt:lpstr>Introduction</vt:lpstr>
      <vt:lpstr>Contents</vt:lpstr>
      <vt:lpstr>Safety, health and environment</vt:lpstr>
      <vt:lpstr>PowerPoint Presentation</vt:lpstr>
      <vt:lpstr>Course prerequisites</vt:lpstr>
      <vt:lpstr>PowerPoint Presentation</vt:lpstr>
      <vt:lpstr>PowerPoint Presentation</vt:lpstr>
      <vt:lpstr>THANK YOU</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145</cp:revision>
  <cp:lastPrinted>2019-07-03T09:46:41Z</cp:lastPrinted>
  <dcterms:created xsi:type="dcterms:W3CDTF">2019-09-05T08:17:12Z</dcterms:created>
  <dcterms:modified xsi:type="dcterms:W3CDTF">2026-08-03T08:47:43Z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0x010100F0967B7CEE8D417F966757887D9466FB00B3EF5B1D149FDF49B1880C030D548140</vt:lpwstr>
  </property>
  <property fmtid="{D5CDD505-2E9C-101B-9397-08002B2CF9AE}" pid="3" name="BookType">
    <vt:lpwstr>7</vt:lpwstr>
  </property>
</Properties>
</file>